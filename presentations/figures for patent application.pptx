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3F89AA-405C-87B6-6F36-02F63A783F15}"/>
              </a:ext>
            </a:extLst>
          </p:cNvPr>
          <p:cNvCxnSpPr/>
          <p:nvPr/>
        </p:nvCxnSpPr>
        <p:spPr>
          <a:xfrm>
            <a:off x="5097888" y="1829295"/>
            <a:ext cx="0" cy="2140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 descr="A graph with a curve&#10;&#10;AI-generated content may be incorrect.">
            <a:extLst>
              <a:ext uri="{FF2B5EF4-FFF2-40B4-BE49-F238E27FC236}">
                <a16:creationId xmlns:a16="http://schemas.microsoft.com/office/drawing/2014/main" id="{7CEB56D0-AD77-8D3B-B6BE-F32A658CE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31" t="13484" r="11870" b="7215"/>
          <a:stretch/>
        </p:blipFill>
        <p:spPr>
          <a:xfrm>
            <a:off x="3191069" y="1091682"/>
            <a:ext cx="6391470" cy="507585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49497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C00DC-D94B-9676-8D8A-D1FE5106CE0C}"/>
              </a:ext>
            </a:extLst>
          </p:cNvPr>
          <p:cNvCxnSpPr>
            <a:cxnSpLocks/>
          </p:cNvCxnSpPr>
          <p:nvPr/>
        </p:nvCxnSpPr>
        <p:spPr>
          <a:xfrm flipH="1" flipV="1">
            <a:off x="6643110" y="4621237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C475CBB-CE22-7EFD-2E4B-8463BC45D1B7}"/>
              </a:ext>
            </a:extLst>
          </p:cNvPr>
          <p:cNvCxnSpPr>
            <a:cxnSpLocks/>
          </p:cNvCxnSpPr>
          <p:nvPr/>
        </p:nvCxnSpPr>
        <p:spPr>
          <a:xfrm flipV="1">
            <a:off x="5959466" y="4665733"/>
            <a:ext cx="909276" cy="6254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5A444B0-5771-AC69-FE61-51603614D6AF}"/>
              </a:ext>
            </a:extLst>
          </p:cNvPr>
          <p:cNvCxnSpPr>
            <a:cxnSpLocks/>
          </p:cNvCxnSpPr>
          <p:nvPr/>
        </p:nvCxnSpPr>
        <p:spPr>
          <a:xfrm flipH="1" flipV="1">
            <a:off x="5733835" y="5254598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1169B4-0704-655E-C489-E5D2AC10E9F4}"/>
              </a:ext>
            </a:extLst>
          </p:cNvPr>
          <p:cNvCxnSpPr>
            <a:cxnSpLocks/>
          </p:cNvCxnSpPr>
          <p:nvPr/>
        </p:nvCxnSpPr>
        <p:spPr>
          <a:xfrm>
            <a:off x="4123808" y="4741460"/>
            <a:ext cx="1200302" cy="275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781EF69-5475-3D79-F3BE-2F880152AEE7}"/>
              </a:ext>
            </a:extLst>
          </p:cNvPr>
          <p:cNvCxnSpPr>
            <a:cxnSpLocks/>
          </p:cNvCxnSpPr>
          <p:nvPr/>
        </p:nvCxnSpPr>
        <p:spPr>
          <a:xfrm flipH="1">
            <a:off x="3977402" y="4639318"/>
            <a:ext cx="298831" cy="188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9AD6533-7F0F-F95C-1572-74B91B9A2796}"/>
              </a:ext>
            </a:extLst>
          </p:cNvPr>
          <p:cNvCxnSpPr>
            <a:cxnSpLocks/>
          </p:cNvCxnSpPr>
          <p:nvPr/>
        </p:nvCxnSpPr>
        <p:spPr>
          <a:xfrm flipH="1">
            <a:off x="5173336" y="4888748"/>
            <a:ext cx="298831" cy="2490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93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4</cp:revision>
  <dcterms:created xsi:type="dcterms:W3CDTF">2025-04-29T13:34:52Z</dcterms:created>
  <dcterms:modified xsi:type="dcterms:W3CDTF">2025-04-29T19:10:24Z</dcterms:modified>
</cp:coreProperties>
</file>