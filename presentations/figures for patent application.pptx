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42433"/>
    <a:srgbClr val="156082"/>
    <a:srgbClr val="114D69"/>
    <a:srgbClr val="1C440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62" autoAdjust="0"/>
  </p:normalViewPr>
  <p:slideViewPr>
    <p:cSldViewPr snapToGrid="0">
      <p:cViewPr varScale="1">
        <p:scale>
          <a:sx n="103" d="100"/>
          <a:sy n="103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3219-7521-1F77-CF9B-301D85298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52C0A-968E-B333-F178-730C57EC5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1B9ED-43F0-2B9C-3207-622D3DA4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FB40B-829D-2432-202D-39841F7A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1D929-E166-1AAB-2614-26A6A3CC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56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5856-6383-5B42-E4CB-71F3CBB2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E7689-DCB8-23F1-349F-B9E8B8DB2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A886E-A778-2877-AD84-64FE5A49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A82A4-2D70-7AB7-32DF-4970ECA8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A3C1C-BA02-E881-649A-9554729F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5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3E7E-4489-217C-208D-76DD0C33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EF61D-D1EF-905E-CE20-5B4BE6649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7D1D5-9195-7FBF-1ED3-06DF254E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DD514-D018-4AC6-4512-003F6B03C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8F9F1-CC47-D0E9-0C0F-01C607C0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4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33E1-82FC-1AF5-EE5C-31A948335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BFBB1-1535-86A9-2266-23FD3FDC5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EC32E-B1E8-1158-CB77-7BEABCE8D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CEF37-3310-253B-4E13-0173F2B62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763AB-454D-86AD-26A2-89EB8E53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71D82-6C51-5611-1107-AE27AE5A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6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8DB89-4660-6ABF-2D8D-EB12DFDC4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FD25F-160A-06E4-CDBE-42ABED650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665F0-AEC9-BB89-3A76-69791D518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A79BE-EC3F-4510-BF8D-E471DAE80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02FDF-EC78-1ADB-1191-6076709DF3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DC2BC3-4431-9F51-79B1-7EDABE8D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4CDD1C-7870-4E41-4F1B-AD50B636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131B8-17D2-2AE1-CFCC-48E86C71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41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C1FE2-7686-63D2-86C5-CBD69596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00556-2C19-F31D-BB43-05E45AB7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29420-A4E8-CE8E-BEF7-A395D38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EE214-1130-DC7A-8142-CBA78228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4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FE676-8AF8-BC18-C027-D9BF95C0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0E1F5A-165E-B119-B2A1-FE76A5A6A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B1211-33AA-C44A-1249-D1C35640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1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CDBD5-5A52-138D-4565-AB37BF18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0DA5-A02D-A380-72FA-E0CE802CA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90190-3C6A-6D56-BE06-F93A8DDD9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80EDC-49C0-EDF2-9DA8-B470F54C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9AED1-424A-76FF-B0D7-ABC6A392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07447-655F-8F5C-1664-ED823E3F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8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64B5-5604-F64B-4A75-049EE5FAA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6FA07-D40E-FADC-41CD-FBA604D99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DB2C4-3CBF-1027-7DA4-FD43193A4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7C707-7FF9-5238-9C59-2FAD42D53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5C4B8-797B-D3E6-61A0-75816CE3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2B52B-5FEE-12F0-CE1A-8895F3F2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3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FBAC-CE74-06D1-B898-54583030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4294F-5628-FBAA-8144-5EF962382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03A1-3E77-8FA4-4B5E-6A7D2FA9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4707F-4C34-6984-F34D-8DC0FB74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9A62C-5B13-1DCC-F3C8-CFD22F5B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90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D52B09-123B-87B1-95FB-D37C91E2B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0334A-F3F7-C0EC-33C5-3FDBEA5D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2A029-86DA-01A6-617D-80ECB649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C4745-3C6C-D00A-BFFE-753B1E69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A0606-DDAF-CF32-940C-6E699432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10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843DD-17D9-6CCC-FA8C-5B4E5FB6D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64109-CE39-FBDD-F670-EAB4B14CA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70BA3-E1FC-5959-276C-3E7566B15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45976-3FE5-4A9F-9859-FC8472DD523D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E4CF6-E6D6-E048-C883-54DB6FD71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B1222-5A33-4909-2437-1C5118193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B2ECB-C66E-4E39-A63B-0F7285DEC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91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E77A-1DC0-7EB5-DEB5-9A5346F88F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C88BD-0684-1162-8414-FA239B3CF5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89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oup 267">
            <a:extLst>
              <a:ext uri="{FF2B5EF4-FFF2-40B4-BE49-F238E27FC236}">
                <a16:creationId xmlns:a16="http://schemas.microsoft.com/office/drawing/2014/main" id="{D2FAB802-0FDA-7ADB-AB72-DA58897E6A34}"/>
              </a:ext>
            </a:extLst>
          </p:cNvPr>
          <p:cNvGrpSpPr/>
          <p:nvPr/>
        </p:nvGrpSpPr>
        <p:grpSpPr>
          <a:xfrm>
            <a:off x="2776619" y="2124580"/>
            <a:ext cx="6638762" cy="2608840"/>
            <a:chOff x="2682520" y="1742180"/>
            <a:chExt cx="6638762" cy="260884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E014344-832B-F61E-D30B-AD4FFD569115}"/>
                </a:ext>
              </a:extLst>
            </p:cNvPr>
            <p:cNvSpPr/>
            <p:nvPr/>
          </p:nvSpPr>
          <p:spPr>
            <a:xfrm>
              <a:off x="4344261" y="3452387"/>
              <a:ext cx="231007" cy="113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EFDC6863-AAEC-C8FD-442B-638AE464F70D}"/>
                </a:ext>
              </a:extLst>
            </p:cNvPr>
            <p:cNvGrpSpPr/>
            <p:nvPr/>
          </p:nvGrpSpPr>
          <p:grpSpPr>
            <a:xfrm>
              <a:off x="8519122" y="1748457"/>
              <a:ext cx="712378" cy="1280853"/>
              <a:chOff x="8495249" y="1746734"/>
              <a:chExt cx="712378" cy="1280853"/>
            </a:xfrm>
            <a:solidFill>
              <a:schemeClr val="tx1"/>
            </a:solidFill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74CC00E1-DDB7-6429-EE39-2175F593DF9E}"/>
                  </a:ext>
                </a:extLst>
              </p:cNvPr>
              <p:cNvGrpSpPr/>
              <p:nvPr/>
            </p:nvGrpSpPr>
            <p:grpSpPr>
              <a:xfrm>
                <a:off x="8495249" y="1746734"/>
                <a:ext cx="712378" cy="1280853"/>
                <a:chOff x="8495249" y="1748894"/>
                <a:chExt cx="712378" cy="1644030"/>
              </a:xfrm>
              <a:grpFill/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CF52F80F-D353-F04F-5036-E9EA4267AECB}"/>
                    </a:ext>
                  </a:extLst>
                </p:cNvPr>
                <p:cNvGrpSpPr/>
                <p:nvPr/>
              </p:nvGrpSpPr>
              <p:grpSpPr>
                <a:xfrm>
                  <a:off x="8495249" y="1748894"/>
                  <a:ext cx="712378" cy="1644030"/>
                  <a:chOff x="8495249" y="1744132"/>
                  <a:chExt cx="712378" cy="1644030"/>
                </a:xfrm>
                <a:grpFill/>
              </p:grpSpPr>
              <p:sp>
                <p:nvSpPr>
                  <p:cNvPr id="100" name="Arrow: Curved Left 99">
                    <a:extLst>
                      <a:ext uri="{FF2B5EF4-FFF2-40B4-BE49-F238E27FC236}">
                        <a16:creationId xmlns:a16="http://schemas.microsoft.com/office/drawing/2014/main" id="{0CD4EB43-EDFE-399B-35E1-BA064EFB50CD}"/>
                      </a:ext>
                    </a:extLst>
                  </p:cNvPr>
                  <p:cNvSpPr/>
                  <p:nvPr/>
                </p:nvSpPr>
                <p:spPr>
                  <a:xfrm>
                    <a:off x="8735782" y="1744827"/>
                    <a:ext cx="471845" cy="1643335"/>
                  </a:xfrm>
                  <a:prstGeom prst="curvedLeftArrow">
                    <a:avLst>
                      <a:gd name="adj1" fmla="val 124297"/>
                      <a:gd name="adj2" fmla="val 102549"/>
                      <a:gd name="adj3" fmla="val 0"/>
                    </a:avLst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E7E969EF-D21C-0415-6CAE-3EBEDBE79FF1}"/>
                      </a:ext>
                    </a:extLst>
                  </p:cNvPr>
                  <p:cNvCxnSpPr>
                    <a:cxnSpLocks/>
                    <a:endCxn id="42" idx="3"/>
                  </p:cNvCxnSpPr>
                  <p:nvPr/>
                </p:nvCxnSpPr>
                <p:spPr>
                  <a:xfrm>
                    <a:off x="8735772" y="1860811"/>
                    <a:ext cx="235933" cy="194725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C4ACCBEF-B74D-E2D2-90FC-DF29464042DC}"/>
                      </a:ext>
                    </a:extLst>
                  </p:cNvPr>
                  <p:cNvGrpSpPr/>
                  <p:nvPr/>
                </p:nvGrpSpPr>
                <p:grpSpPr>
                  <a:xfrm>
                    <a:off x="8495249" y="1744132"/>
                    <a:ext cx="476464" cy="1626753"/>
                    <a:chOff x="10701146" y="451100"/>
                    <a:chExt cx="886415" cy="3020590"/>
                  </a:xfrm>
                  <a:grpFill/>
                </p:grpSpPr>
                <p:sp>
                  <p:nvSpPr>
                    <p:cNvPr id="41" name="Isosceles Triangle 40">
                      <a:extLst>
                        <a:ext uri="{FF2B5EF4-FFF2-40B4-BE49-F238E27FC236}">
                          <a16:creationId xmlns:a16="http://schemas.microsoft.com/office/drawing/2014/main" id="{371CCA41-06EA-D74C-4806-2413D6016A3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0356893" y="2709438"/>
                      <a:ext cx="1106505" cy="417999"/>
                    </a:xfrm>
                    <a:prstGeom prst="triangle">
                      <a:avLst>
                        <a:gd name="adj" fmla="val 48968"/>
                      </a:avLst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2" name="Arrow: Chevron 41">
                      <a:extLst>
                        <a:ext uri="{FF2B5EF4-FFF2-40B4-BE49-F238E27FC236}">
                          <a16:creationId xmlns:a16="http://schemas.microsoft.com/office/drawing/2014/main" id="{F50C2659-52CB-89BE-A051-CCA71A744E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09738" y="451100"/>
                      <a:ext cx="877823" cy="1156445"/>
                    </a:xfrm>
                    <a:prstGeom prst="chevron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sp>
              <p:nvSpPr>
                <p:cNvPr id="120" name="Freeform: Shape 119">
                  <a:extLst>
                    <a:ext uri="{FF2B5EF4-FFF2-40B4-BE49-F238E27FC236}">
                      <a16:creationId xmlns:a16="http://schemas.microsoft.com/office/drawing/2014/main" id="{4F985D8E-01FA-7983-4A41-D516DB4668C8}"/>
                    </a:ext>
                  </a:extLst>
                </p:cNvPr>
                <p:cNvSpPr/>
                <p:nvPr/>
              </p:nvSpPr>
              <p:spPr>
                <a:xfrm>
                  <a:off x="8735772" y="1764576"/>
                  <a:ext cx="261937" cy="558308"/>
                </a:xfrm>
                <a:custGeom>
                  <a:avLst/>
                  <a:gdLst>
                    <a:gd name="connsiteX0" fmla="*/ 4762 w 261937"/>
                    <a:gd name="connsiteY0" fmla="*/ 0 h 445294"/>
                    <a:gd name="connsiteX1" fmla="*/ 61912 w 261937"/>
                    <a:gd name="connsiteY1" fmla="*/ 4763 h 445294"/>
                    <a:gd name="connsiteX2" fmla="*/ 261937 w 261937"/>
                    <a:gd name="connsiteY2" fmla="*/ 211932 h 445294"/>
                    <a:gd name="connsiteX3" fmla="*/ 40481 w 261937"/>
                    <a:gd name="connsiteY3" fmla="*/ 445294 h 445294"/>
                    <a:gd name="connsiteX4" fmla="*/ 0 w 261937"/>
                    <a:gd name="connsiteY4" fmla="*/ 433388 h 445294"/>
                    <a:gd name="connsiteX5" fmla="*/ 221456 w 261937"/>
                    <a:gd name="connsiteY5" fmla="*/ 221457 h 445294"/>
                    <a:gd name="connsiteX6" fmla="*/ 4762 w 261937"/>
                    <a:gd name="connsiteY6" fmla="*/ 0 h 44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1937" h="445294">
                      <a:moveTo>
                        <a:pt x="4762" y="0"/>
                      </a:moveTo>
                      <a:lnTo>
                        <a:pt x="61912" y="4763"/>
                      </a:lnTo>
                      <a:lnTo>
                        <a:pt x="261937" y="211932"/>
                      </a:lnTo>
                      <a:lnTo>
                        <a:pt x="40481" y="445294"/>
                      </a:lnTo>
                      <a:lnTo>
                        <a:pt x="0" y="433388"/>
                      </a:lnTo>
                      <a:lnTo>
                        <a:pt x="221456" y="221457"/>
                      </a:lnTo>
                      <a:lnTo>
                        <a:pt x="4762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31899498-70EC-8478-10CB-DC49C931CC97}"/>
                  </a:ext>
                </a:extLst>
              </p:cNvPr>
              <p:cNvSpPr/>
              <p:nvPr/>
            </p:nvSpPr>
            <p:spPr>
              <a:xfrm>
                <a:off x="8731832" y="2574925"/>
                <a:ext cx="45719" cy="42862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3B2EF7D0-C880-A1DE-E824-9806DD37022E}"/>
                </a:ext>
              </a:extLst>
            </p:cNvPr>
            <p:cNvSpPr txBox="1"/>
            <p:nvPr/>
          </p:nvSpPr>
          <p:spPr>
            <a:xfrm>
              <a:off x="7240948" y="3251391"/>
              <a:ext cx="20803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CCS, </a:t>
              </a:r>
              <a:r>
                <a:rPr lang="en-US" sz="9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m/z</a:t>
              </a:r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, RT target match (Likely)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1B35290-3DC9-28DC-AA15-F5124C41C6D3}"/>
                </a:ext>
              </a:extLst>
            </p:cNvPr>
            <p:cNvSpPr txBox="1"/>
            <p:nvPr/>
          </p:nvSpPr>
          <p:spPr>
            <a:xfrm>
              <a:off x="7240948" y="3451626"/>
              <a:ext cx="178175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m/z </a:t>
              </a:r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target match (Tentative)</a:t>
              </a:r>
              <a:endParaRPr lang="en-US" sz="9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E90CDDF-7782-A746-4E83-57463DFC1FB6}"/>
                </a:ext>
              </a:extLst>
            </p:cNvPr>
            <p:cNvSpPr txBox="1"/>
            <p:nvPr/>
          </p:nvSpPr>
          <p:spPr>
            <a:xfrm>
              <a:off x="7240948" y="3651862"/>
              <a:ext cx="197769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Fluorinated suspects (no match)</a:t>
              </a: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B0D64608-C63A-4DCA-8A08-5BA044D9D04F}"/>
                </a:ext>
              </a:extLst>
            </p:cNvPr>
            <p:cNvGrpSpPr/>
            <p:nvPr/>
          </p:nvGrpSpPr>
          <p:grpSpPr>
            <a:xfrm>
              <a:off x="5882753" y="1742180"/>
              <a:ext cx="1424161" cy="477065"/>
              <a:chOff x="5882753" y="1742180"/>
              <a:chExt cx="1424161" cy="477065"/>
            </a:xfrm>
            <a:solidFill>
              <a:schemeClr val="tx1"/>
            </a:solidFill>
          </p:grpSpPr>
          <p:sp>
            <p:nvSpPr>
              <p:cNvPr id="93" name="Arrow: Chevron 92">
                <a:extLst>
                  <a:ext uri="{FF2B5EF4-FFF2-40B4-BE49-F238E27FC236}">
                    <a16:creationId xmlns:a16="http://schemas.microsoft.com/office/drawing/2014/main" id="{18DCF75E-1088-437B-3F70-CA79B6C36E7A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grpFill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34D55B1E-9CF0-6F2C-B684-05B3B8DF9EF6}"/>
                  </a:ext>
                </a:extLst>
              </p:cNvPr>
              <p:cNvSpPr txBox="1"/>
              <p:nvPr/>
            </p:nvSpPr>
            <p:spPr>
              <a:xfrm>
                <a:off x="6121893" y="1856869"/>
                <a:ext cx="945880" cy="2308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Smearing</a:t>
                </a:r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606FCC54-251C-E613-12BE-DBAC801B0298}"/>
                </a:ext>
              </a:extLst>
            </p:cNvPr>
            <p:cNvGrpSpPr/>
            <p:nvPr/>
          </p:nvGrpSpPr>
          <p:grpSpPr>
            <a:xfrm>
              <a:off x="7209478" y="1742180"/>
              <a:ext cx="1424161" cy="477065"/>
              <a:chOff x="5882753" y="1742180"/>
              <a:chExt cx="1424161" cy="477065"/>
            </a:xfrm>
          </p:grpSpPr>
          <p:sp>
            <p:nvSpPr>
              <p:cNvPr id="197" name="Arrow: Chevron 196">
                <a:extLst>
                  <a:ext uri="{FF2B5EF4-FFF2-40B4-BE49-F238E27FC236}">
                    <a16:creationId xmlns:a16="http://schemas.microsoft.com/office/drawing/2014/main" id="{3833B7A6-7274-652D-32DC-D5D9D6C8053B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7E39CC01-EC3C-4A47-729B-53B2FE648BC7}"/>
                  </a:ext>
                </a:extLst>
              </p:cNvPr>
              <p:cNvSpPr txBox="1"/>
              <p:nvPr/>
            </p:nvSpPr>
            <p:spPr>
              <a:xfrm>
                <a:off x="6131075" y="1787619"/>
                <a:ext cx="93992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Similarity grouping</a:t>
                </a: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156C5775-C450-415A-69EC-779DB65A5F39}"/>
                </a:ext>
              </a:extLst>
            </p:cNvPr>
            <p:cNvGrpSpPr/>
            <p:nvPr/>
          </p:nvGrpSpPr>
          <p:grpSpPr>
            <a:xfrm flipH="1">
              <a:off x="4571818" y="2551299"/>
              <a:ext cx="1424161" cy="477065"/>
              <a:chOff x="5882753" y="1742180"/>
              <a:chExt cx="1424161" cy="477065"/>
            </a:xfrm>
          </p:grpSpPr>
          <p:sp>
            <p:nvSpPr>
              <p:cNvPr id="215" name="Arrow: Chevron 214">
                <a:extLst>
                  <a:ext uri="{FF2B5EF4-FFF2-40B4-BE49-F238E27FC236}">
                    <a16:creationId xmlns:a16="http://schemas.microsoft.com/office/drawing/2014/main" id="{597F0EB6-41E1-7C5D-D30F-BAB8B4879C37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0EA2DA3F-AFC2-D3AA-3AEE-937093C88B26}"/>
                  </a:ext>
                </a:extLst>
              </p:cNvPr>
              <p:cNvSpPr txBox="1"/>
              <p:nvPr/>
            </p:nvSpPr>
            <p:spPr>
              <a:xfrm>
                <a:off x="6118200" y="1789790"/>
                <a:ext cx="94337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Detection frequency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A448AA90-4FCE-17C5-BB55-6AA03AAA3381}"/>
                </a:ext>
              </a:extLst>
            </p:cNvPr>
            <p:cNvGrpSpPr/>
            <p:nvPr/>
          </p:nvGrpSpPr>
          <p:grpSpPr>
            <a:xfrm>
              <a:off x="4571817" y="1742180"/>
              <a:ext cx="1424161" cy="477065"/>
              <a:chOff x="5882753" y="1742180"/>
              <a:chExt cx="1424161" cy="477065"/>
            </a:xfrm>
          </p:grpSpPr>
          <p:sp>
            <p:nvSpPr>
              <p:cNvPr id="230" name="Arrow: Chevron 229">
                <a:extLst>
                  <a:ext uri="{FF2B5EF4-FFF2-40B4-BE49-F238E27FC236}">
                    <a16:creationId xmlns:a16="http://schemas.microsoft.com/office/drawing/2014/main" id="{F55E3FA0-AB8B-A922-FF6F-7564E3426ACD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FDFB0641-1F4C-2644-9BFD-87081D491CCF}"/>
                  </a:ext>
                </a:extLst>
              </p:cNvPr>
              <p:cNvSpPr txBox="1"/>
              <p:nvPr/>
            </p:nvSpPr>
            <p:spPr>
              <a:xfrm>
                <a:off x="6128098" y="1787619"/>
                <a:ext cx="94641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RT, Intensity, </a:t>
                </a:r>
                <a:r>
                  <a:rPr lang="en-US" sz="9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m/z</a:t>
                </a:r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cutoffs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79FC2235-F233-5DF9-5021-1DE1AB881B09}"/>
                </a:ext>
              </a:extLst>
            </p:cNvPr>
            <p:cNvGrpSpPr/>
            <p:nvPr/>
          </p:nvGrpSpPr>
          <p:grpSpPr>
            <a:xfrm flipH="1">
              <a:off x="7208310" y="2550521"/>
              <a:ext cx="1424161" cy="477065"/>
              <a:chOff x="5882753" y="1742180"/>
              <a:chExt cx="1424161" cy="477065"/>
            </a:xfrm>
            <a:solidFill>
              <a:schemeClr val="tx1"/>
            </a:solidFill>
          </p:grpSpPr>
          <p:sp>
            <p:nvSpPr>
              <p:cNvPr id="233" name="Arrow: Chevron 232">
                <a:extLst>
                  <a:ext uri="{FF2B5EF4-FFF2-40B4-BE49-F238E27FC236}">
                    <a16:creationId xmlns:a16="http://schemas.microsoft.com/office/drawing/2014/main" id="{79D4C824-23CA-850C-6ED8-3722B31656CF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grpFill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204A75B-4B9A-154E-3129-2DD44A21EBE7}"/>
                  </a:ext>
                </a:extLst>
              </p:cNvPr>
              <p:cNvSpPr txBox="1"/>
              <p:nvPr/>
            </p:nvSpPr>
            <p:spPr>
              <a:xfrm>
                <a:off x="6114521" y="1799459"/>
                <a:ext cx="94588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Isotopic grouping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96F29423-BA5D-651A-4DF2-262DA4D7876F}"/>
                </a:ext>
              </a:extLst>
            </p:cNvPr>
            <p:cNvGrpSpPr/>
            <p:nvPr/>
          </p:nvGrpSpPr>
          <p:grpSpPr>
            <a:xfrm flipH="1">
              <a:off x="5882753" y="2550521"/>
              <a:ext cx="1424161" cy="477065"/>
              <a:chOff x="5882753" y="1742180"/>
              <a:chExt cx="1424161" cy="477065"/>
            </a:xfrm>
            <a:solidFill>
              <a:schemeClr val="tx1"/>
            </a:solidFill>
          </p:grpSpPr>
          <p:sp>
            <p:nvSpPr>
              <p:cNvPr id="236" name="Arrow: Chevron 235">
                <a:extLst>
                  <a:ext uri="{FF2B5EF4-FFF2-40B4-BE49-F238E27FC236}">
                    <a16:creationId xmlns:a16="http://schemas.microsoft.com/office/drawing/2014/main" id="{EA765962-E109-45C2-4097-A73229D6D797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grpFill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720682E8-4466-2514-AAA2-1C6FA91E2EFB}"/>
                  </a:ext>
                </a:extLst>
              </p:cNvPr>
              <p:cNvSpPr txBox="1"/>
              <p:nvPr/>
            </p:nvSpPr>
            <p:spPr>
              <a:xfrm>
                <a:off x="6114521" y="1799459"/>
                <a:ext cx="94588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CCS v </a:t>
                </a:r>
                <a:r>
                  <a:rPr lang="en-US" sz="9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m/z</a:t>
                </a:r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cutoff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A3D04581-23F8-C86F-572C-91316809B108}"/>
                </a:ext>
              </a:extLst>
            </p:cNvPr>
            <p:cNvGrpSpPr/>
            <p:nvPr/>
          </p:nvGrpSpPr>
          <p:grpSpPr>
            <a:xfrm flipH="1">
              <a:off x="3245093" y="2551299"/>
              <a:ext cx="1424161" cy="477065"/>
              <a:chOff x="5882753" y="1742180"/>
              <a:chExt cx="1424161" cy="477065"/>
            </a:xfrm>
          </p:grpSpPr>
          <p:sp>
            <p:nvSpPr>
              <p:cNvPr id="239" name="Arrow: Chevron 238">
                <a:extLst>
                  <a:ext uri="{FF2B5EF4-FFF2-40B4-BE49-F238E27FC236}">
                    <a16:creationId xmlns:a16="http://schemas.microsoft.com/office/drawing/2014/main" id="{7D363663-3EA8-82BE-8825-D1B5F09EAF67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EEDD7DD4-3275-B738-3778-6A5FEF690A81}"/>
                  </a:ext>
                </a:extLst>
              </p:cNvPr>
              <p:cNvSpPr txBox="1"/>
              <p:nvPr/>
            </p:nvSpPr>
            <p:spPr>
              <a:xfrm>
                <a:off x="6118200" y="1789790"/>
                <a:ext cx="94337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Standards list removal</a:t>
                </a:r>
              </a:p>
            </p:txBody>
          </p:sp>
        </p:grp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49758849-38C7-98C6-3341-DAAF7999D7F7}"/>
                </a:ext>
              </a:extLst>
            </p:cNvPr>
            <p:cNvGrpSpPr/>
            <p:nvPr/>
          </p:nvGrpSpPr>
          <p:grpSpPr>
            <a:xfrm>
              <a:off x="5882753" y="3343562"/>
              <a:ext cx="1424161" cy="477065"/>
              <a:chOff x="5882753" y="1742180"/>
              <a:chExt cx="1424161" cy="477065"/>
            </a:xfrm>
            <a:solidFill>
              <a:schemeClr val="tx1"/>
            </a:solidFill>
          </p:grpSpPr>
          <p:sp>
            <p:nvSpPr>
              <p:cNvPr id="242" name="Arrow: Chevron 241">
                <a:extLst>
                  <a:ext uri="{FF2B5EF4-FFF2-40B4-BE49-F238E27FC236}">
                    <a16:creationId xmlns:a16="http://schemas.microsoft.com/office/drawing/2014/main" id="{94EFC0EA-2BA6-7662-6F55-FF263BC8407D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grpFill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30D6F788-6B32-6695-7090-5A597A2CF61C}"/>
                  </a:ext>
                </a:extLst>
              </p:cNvPr>
              <p:cNvSpPr txBox="1"/>
              <p:nvPr/>
            </p:nvSpPr>
            <p:spPr>
              <a:xfrm>
                <a:off x="6121893" y="1796046"/>
                <a:ext cx="945880" cy="36933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Adduct removal</a:t>
                </a:r>
              </a:p>
            </p:txBody>
          </p:sp>
        </p:grpSp>
        <p:sp>
          <p:nvSpPr>
            <p:cNvPr id="244" name="Arrow: Chevron 243">
              <a:extLst>
                <a:ext uri="{FF2B5EF4-FFF2-40B4-BE49-F238E27FC236}">
                  <a16:creationId xmlns:a16="http://schemas.microsoft.com/office/drawing/2014/main" id="{3CCEFAD8-3F28-49AE-2796-A4FF5BBA5C11}"/>
                </a:ext>
              </a:extLst>
            </p:cNvPr>
            <p:cNvSpPr/>
            <p:nvPr/>
          </p:nvSpPr>
          <p:spPr>
            <a:xfrm>
              <a:off x="3245093" y="3343562"/>
              <a:ext cx="1424161" cy="477065"/>
            </a:xfrm>
            <a:prstGeom prst="chevron">
              <a:avLst/>
            </a:prstGeom>
            <a:solidFill>
              <a:schemeClr val="tx1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Post source decay</a:t>
              </a:r>
            </a:p>
          </p:txBody>
        </p: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6CA6ACF5-0EE7-B95A-3295-1C15EB1BDA61}"/>
                </a:ext>
              </a:extLst>
            </p:cNvPr>
            <p:cNvGrpSpPr/>
            <p:nvPr/>
          </p:nvGrpSpPr>
          <p:grpSpPr>
            <a:xfrm>
              <a:off x="4571817" y="3343562"/>
              <a:ext cx="1424161" cy="477065"/>
              <a:chOff x="5882753" y="1742180"/>
              <a:chExt cx="1424161" cy="477065"/>
            </a:xfrm>
          </p:grpSpPr>
          <p:sp>
            <p:nvSpPr>
              <p:cNvPr id="246" name="Arrow: Chevron 245">
                <a:extLst>
                  <a:ext uri="{FF2B5EF4-FFF2-40B4-BE49-F238E27FC236}">
                    <a16:creationId xmlns:a16="http://schemas.microsoft.com/office/drawing/2014/main" id="{4542B2EB-5B4D-E770-7372-BB175BB05BAD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F63B24E9-7CEA-C4CE-1BA0-A65D3C7129FD}"/>
                  </a:ext>
                </a:extLst>
              </p:cNvPr>
              <p:cNvSpPr txBox="1"/>
              <p:nvPr/>
            </p:nvSpPr>
            <p:spPr>
              <a:xfrm>
                <a:off x="6128098" y="1787619"/>
                <a:ext cx="97160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CCS, RT v </a:t>
                </a:r>
                <a:r>
                  <a:rPr lang="en-US" sz="9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m/z</a:t>
                </a:r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regression</a:t>
                </a: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8730DD25-CA96-1034-6C45-8846BD1C01A1}"/>
                </a:ext>
              </a:extLst>
            </p:cNvPr>
            <p:cNvGrpSpPr/>
            <p:nvPr/>
          </p:nvGrpSpPr>
          <p:grpSpPr>
            <a:xfrm>
              <a:off x="3262565" y="1742180"/>
              <a:ext cx="1424161" cy="477065"/>
              <a:chOff x="5882753" y="1742180"/>
              <a:chExt cx="1424161" cy="477065"/>
            </a:xfrm>
          </p:grpSpPr>
          <p:sp>
            <p:nvSpPr>
              <p:cNvPr id="249" name="Arrow: Chevron 248">
                <a:extLst>
                  <a:ext uri="{FF2B5EF4-FFF2-40B4-BE49-F238E27FC236}">
                    <a16:creationId xmlns:a16="http://schemas.microsoft.com/office/drawing/2014/main" id="{23A42231-6EC0-BA61-BDA6-BA34EC3671AD}"/>
                  </a:ext>
                </a:extLst>
              </p:cNvPr>
              <p:cNvSpPr/>
              <p:nvPr/>
            </p:nvSpPr>
            <p:spPr>
              <a:xfrm>
                <a:off x="5882753" y="1742180"/>
                <a:ext cx="1424161" cy="477065"/>
              </a:xfrm>
              <a:prstGeom prst="chevron">
                <a:avLst/>
              </a:prstGeom>
              <a:pattFill prst="dkUpDiag">
                <a:fgClr>
                  <a:srgbClr val="042433"/>
                </a:fgClr>
                <a:bgClr>
                  <a:schemeClr val="bg1"/>
                </a:bgClr>
              </a:patt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b="1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4886D440-E37B-1019-C3A9-4FE32656BC1A}"/>
                  </a:ext>
                </a:extLst>
              </p:cNvPr>
              <p:cNvSpPr txBox="1"/>
              <p:nvPr/>
            </p:nvSpPr>
            <p:spPr>
              <a:xfrm>
                <a:off x="6128098" y="1787619"/>
                <a:ext cx="94641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Blank subtraction</a:t>
                </a:r>
              </a:p>
            </p:txBody>
          </p:sp>
        </p:grp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E8D906CA-F2D6-9DF2-E6D1-E1332D756D35}"/>
                </a:ext>
              </a:extLst>
            </p:cNvPr>
            <p:cNvSpPr/>
            <p:nvPr/>
          </p:nvSpPr>
          <p:spPr>
            <a:xfrm>
              <a:off x="2949811" y="4053840"/>
              <a:ext cx="433469" cy="29718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FB9D48A2-BFA5-8159-E4E4-42FAECF3EA7E}"/>
                </a:ext>
              </a:extLst>
            </p:cNvPr>
            <p:cNvSpPr/>
            <p:nvPr/>
          </p:nvSpPr>
          <p:spPr>
            <a:xfrm>
              <a:off x="5584342" y="4053840"/>
              <a:ext cx="433469" cy="297180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BE076011-C8D4-6A08-592C-144CBB413A3B}"/>
                </a:ext>
              </a:extLst>
            </p:cNvPr>
            <p:cNvSpPr txBox="1"/>
            <p:nvPr/>
          </p:nvSpPr>
          <p:spPr>
            <a:xfrm>
              <a:off x="3374721" y="4087014"/>
              <a:ext cx="25977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Algorithms without user tunability</a:t>
              </a: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79441808-DFA1-1FDF-7EF1-09905F3F549E}"/>
                </a:ext>
              </a:extLst>
            </p:cNvPr>
            <p:cNvSpPr txBox="1"/>
            <p:nvPr/>
          </p:nvSpPr>
          <p:spPr>
            <a:xfrm>
              <a:off x="5995978" y="4087014"/>
              <a:ext cx="25977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Tunable algorithms based on user input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20DA9909-A2A0-918F-1F2A-346A6F41A932}"/>
                </a:ext>
              </a:extLst>
            </p:cNvPr>
            <p:cNvGrpSpPr/>
            <p:nvPr/>
          </p:nvGrpSpPr>
          <p:grpSpPr>
            <a:xfrm flipH="1">
              <a:off x="2682520" y="2548784"/>
              <a:ext cx="712378" cy="1280853"/>
              <a:chOff x="8495249" y="1746734"/>
              <a:chExt cx="712378" cy="1280853"/>
            </a:xfrm>
            <a:solidFill>
              <a:schemeClr val="tx1"/>
            </a:solidFill>
          </p:grpSpPr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E1266EA3-9C89-281F-CB96-65AC0B0BCDAB}"/>
                  </a:ext>
                </a:extLst>
              </p:cNvPr>
              <p:cNvGrpSpPr/>
              <p:nvPr/>
            </p:nvGrpSpPr>
            <p:grpSpPr>
              <a:xfrm>
                <a:off x="8495249" y="1746734"/>
                <a:ext cx="712378" cy="1280853"/>
                <a:chOff x="8495249" y="1748894"/>
                <a:chExt cx="712378" cy="1644030"/>
              </a:xfrm>
              <a:grpFill/>
            </p:grpSpPr>
            <p:grpSp>
              <p:nvGrpSpPr>
                <p:cNvPr id="261" name="Group 260">
                  <a:extLst>
                    <a:ext uri="{FF2B5EF4-FFF2-40B4-BE49-F238E27FC236}">
                      <a16:creationId xmlns:a16="http://schemas.microsoft.com/office/drawing/2014/main" id="{B941E311-39DE-17BE-414D-1AFF2F81521B}"/>
                    </a:ext>
                  </a:extLst>
                </p:cNvPr>
                <p:cNvGrpSpPr/>
                <p:nvPr/>
              </p:nvGrpSpPr>
              <p:grpSpPr>
                <a:xfrm>
                  <a:off x="8495249" y="1748894"/>
                  <a:ext cx="712378" cy="1644030"/>
                  <a:chOff x="8495249" y="1744132"/>
                  <a:chExt cx="712378" cy="1644030"/>
                </a:xfrm>
                <a:grpFill/>
              </p:grpSpPr>
              <p:sp>
                <p:nvSpPr>
                  <p:cNvPr id="263" name="Arrow: Curved Left 262">
                    <a:extLst>
                      <a:ext uri="{FF2B5EF4-FFF2-40B4-BE49-F238E27FC236}">
                        <a16:creationId xmlns:a16="http://schemas.microsoft.com/office/drawing/2014/main" id="{B01251EB-9FF0-39FF-2A33-6B763B148408}"/>
                      </a:ext>
                    </a:extLst>
                  </p:cNvPr>
                  <p:cNvSpPr/>
                  <p:nvPr/>
                </p:nvSpPr>
                <p:spPr>
                  <a:xfrm>
                    <a:off x="8735782" y="1744827"/>
                    <a:ext cx="471845" cy="1643335"/>
                  </a:xfrm>
                  <a:prstGeom prst="curvedLeftArrow">
                    <a:avLst>
                      <a:gd name="adj1" fmla="val 124297"/>
                      <a:gd name="adj2" fmla="val 102549"/>
                      <a:gd name="adj3" fmla="val 0"/>
                    </a:avLst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4" name="Straight Connector 263">
                    <a:extLst>
                      <a:ext uri="{FF2B5EF4-FFF2-40B4-BE49-F238E27FC236}">
                        <a16:creationId xmlns:a16="http://schemas.microsoft.com/office/drawing/2014/main" id="{0598F9BF-FB3C-8855-9516-A9142B7CE058}"/>
                      </a:ext>
                    </a:extLst>
                  </p:cNvPr>
                  <p:cNvCxnSpPr>
                    <a:cxnSpLocks/>
                    <a:endCxn id="267" idx="3"/>
                  </p:cNvCxnSpPr>
                  <p:nvPr/>
                </p:nvCxnSpPr>
                <p:spPr>
                  <a:xfrm>
                    <a:off x="8735772" y="1860811"/>
                    <a:ext cx="235933" cy="194725"/>
                  </a:xfrm>
                  <a:prstGeom prst="line">
                    <a:avLst/>
                  </a:prstGeom>
                  <a:grp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65" name="Group 264">
                    <a:extLst>
                      <a:ext uri="{FF2B5EF4-FFF2-40B4-BE49-F238E27FC236}">
                        <a16:creationId xmlns:a16="http://schemas.microsoft.com/office/drawing/2014/main" id="{FED8E359-B7A2-EC32-5E9C-A0D0F107396A}"/>
                      </a:ext>
                    </a:extLst>
                  </p:cNvPr>
                  <p:cNvGrpSpPr/>
                  <p:nvPr/>
                </p:nvGrpSpPr>
                <p:grpSpPr>
                  <a:xfrm>
                    <a:off x="8495249" y="1744132"/>
                    <a:ext cx="476464" cy="1626753"/>
                    <a:chOff x="10701146" y="451100"/>
                    <a:chExt cx="886415" cy="3020590"/>
                  </a:xfrm>
                  <a:grpFill/>
                </p:grpSpPr>
                <p:sp>
                  <p:nvSpPr>
                    <p:cNvPr id="266" name="Isosceles Triangle 265">
                      <a:extLst>
                        <a:ext uri="{FF2B5EF4-FFF2-40B4-BE49-F238E27FC236}">
                          <a16:creationId xmlns:a16="http://schemas.microsoft.com/office/drawing/2014/main" id="{AB0457BA-33B3-996E-AA25-02E19D5FEEF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10356893" y="2709438"/>
                      <a:ext cx="1106505" cy="417999"/>
                    </a:xfrm>
                    <a:prstGeom prst="triangle">
                      <a:avLst>
                        <a:gd name="adj" fmla="val 48968"/>
                      </a:avLst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67" name="Arrow: Chevron 266">
                      <a:extLst>
                        <a:ext uri="{FF2B5EF4-FFF2-40B4-BE49-F238E27FC236}">
                          <a16:creationId xmlns:a16="http://schemas.microsoft.com/office/drawing/2014/main" id="{C8BF30B3-5944-B72D-2B0D-753B8FDEEF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09738" y="451100"/>
                      <a:ext cx="877823" cy="1156445"/>
                    </a:xfrm>
                    <a:prstGeom prst="chevron">
                      <a:avLst/>
                    </a:prstGeom>
                    <a:grp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D1CE3E30-8E79-9483-6BA8-65EA381B13C4}"/>
                    </a:ext>
                  </a:extLst>
                </p:cNvPr>
                <p:cNvSpPr/>
                <p:nvPr/>
              </p:nvSpPr>
              <p:spPr>
                <a:xfrm>
                  <a:off x="8735772" y="1764576"/>
                  <a:ext cx="261937" cy="558308"/>
                </a:xfrm>
                <a:custGeom>
                  <a:avLst/>
                  <a:gdLst>
                    <a:gd name="connsiteX0" fmla="*/ 4762 w 261937"/>
                    <a:gd name="connsiteY0" fmla="*/ 0 h 445294"/>
                    <a:gd name="connsiteX1" fmla="*/ 61912 w 261937"/>
                    <a:gd name="connsiteY1" fmla="*/ 4763 h 445294"/>
                    <a:gd name="connsiteX2" fmla="*/ 261937 w 261937"/>
                    <a:gd name="connsiteY2" fmla="*/ 211932 h 445294"/>
                    <a:gd name="connsiteX3" fmla="*/ 40481 w 261937"/>
                    <a:gd name="connsiteY3" fmla="*/ 445294 h 445294"/>
                    <a:gd name="connsiteX4" fmla="*/ 0 w 261937"/>
                    <a:gd name="connsiteY4" fmla="*/ 433388 h 445294"/>
                    <a:gd name="connsiteX5" fmla="*/ 221456 w 261937"/>
                    <a:gd name="connsiteY5" fmla="*/ 221457 h 445294"/>
                    <a:gd name="connsiteX6" fmla="*/ 4762 w 261937"/>
                    <a:gd name="connsiteY6" fmla="*/ 0 h 445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1937" h="445294">
                      <a:moveTo>
                        <a:pt x="4762" y="0"/>
                      </a:moveTo>
                      <a:lnTo>
                        <a:pt x="61912" y="4763"/>
                      </a:lnTo>
                      <a:lnTo>
                        <a:pt x="261937" y="211932"/>
                      </a:lnTo>
                      <a:lnTo>
                        <a:pt x="40481" y="445294"/>
                      </a:lnTo>
                      <a:lnTo>
                        <a:pt x="0" y="433388"/>
                      </a:lnTo>
                      <a:lnTo>
                        <a:pt x="221456" y="221457"/>
                      </a:lnTo>
                      <a:lnTo>
                        <a:pt x="4762" y="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72569E00-AFCF-2DEF-5B3F-136CEDB4E420}"/>
                  </a:ext>
                </a:extLst>
              </p:cNvPr>
              <p:cNvSpPr/>
              <p:nvPr/>
            </p:nvSpPr>
            <p:spPr>
              <a:xfrm>
                <a:off x="8731832" y="2574925"/>
                <a:ext cx="45719" cy="428624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525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2F1B-5831-2F51-7590-0A6B8A92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98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75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Kudzin, Gregory Phillip</dc:creator>
  <cp:lastModifiedBy>Kudzin, Gregory Phillip</cp:lastModifiedBy>
  <cp:revision>2</cp:revision>
  <dcterms:created xsi:type="dcterms:W3CDTF">2025-04-29T13:34:52Z</dcterms:created>
  <dcterms:modified xsi:type="dcterms:W3CDTF">2025-04-29T16:36:52Z</dcterms:modified>
</cp:coreProperties>
</file>