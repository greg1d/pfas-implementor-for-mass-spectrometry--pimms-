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156082"/>
    <a:srgbClr val="114D69"/>
    <a:srgbClr val="1C440D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62" autoAdjust="0"/>
  </p:normalViewPr>
  <p:slideViewPr>
    <p:cSldViewPr snapToGrid="0">
      <p:cViewPr varScale="1">
        <p:scale>
          <a:sx n="103" d="100"/>
          <a:sy n="103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3219-7521-1F77-CF9B-301D85298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52C0A-968E-B333-F178-730C57EC5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1B9ED-43F0-2B9C-3207-622D3DA4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B40B-829D-2432-202D-39841F7A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1D929-E166-1AAB-2614-26A6A3CC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05856-6383-5B42-E4CB-71F3CBB2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E7689-DCB8-23F1-349F-B9E8B8DB2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A886E-A778-2877-AD84-64FE5A49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82A4-2D70-7AB7-32DF-4970ECA8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3C1C-BA02-E881-649A-9554729F1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5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3E7E-4489-217C-208D-76DD0C33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EF61D-D1EF-905E-CE20-5B4BE6649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7D1D5-9195-7FBF-1ED3-06DF254E8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D514-D018-4AC6-4512-003F6B03C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8F9F1-CC47-D0E9-0C0F-01C607C0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94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33E1-82FC-1AF5-EE5C-31A948335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BFBB1-1535-86A9-2266-23FD3FDC5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EC32E-B1E8-1158-CB77-7BEABCE8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EF37-3310-253B-4E13-0173F2B62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763AB-454D-86AD-26A2-89EB8E53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71D82-6C51-5611-1107-AE27AE5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6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8DB89-4660-6ABF-2D8D-EB12DFDC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D25F-160A-06E4-CDBE-42ABED650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665F0-AEC9-BB89-3A76-69791D518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A79BE-EC3F-4510-BF8D-E471DAE8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02FDF-EC78-1ADB-1191-6076709DF3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C2BC3-4431-9F51-79B1-7EDABE8D9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4CDD1C-7870-4E41-4F1B-AD50B636A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131B8-17D2-2AE1-CFCC-48E86C716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1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1FE2-7686-63D2-86C5-CBD69596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600556-2C19-F31D-BB43-05E45AB7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9420-A4E8-CE8E-BEF7-A395D3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E214-1130-DC7A-8142-CBA78228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342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5FE676-8AF8-BC18-C027-D9BF95C0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E1F5A-165E-B119-B2A1-FE76A5A6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B1211-33AA-C44A-1249-D1C35640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12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CDBD5-5A52-138D-4565-AB37BF18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40DA5-A02D-A380-72FA-E0CE802C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90190-3C6A-6D56-BE06-F93A8DDD9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80EDC-49C0-EDF2-9DA8-B470F54C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AED1-424A-76FF-B0D7-ABC6A392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07447-655F-8F5C-1664-ED823E3F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64B5-5604-F64B-4A75-049EE5F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C6FA07-D40E-FADC-41CD-FBA604D99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DB2C4-3CBF-1027-7DA4-FD43193A4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7C707-7FF9-5238-9C59-2FAD42D5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5C4B8-797B-D3E6-61A0-75816CE35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2B52B-5FEE-12F0-CE1A-8895F3F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33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7FBAC-CE74-06D1-B898-54583030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4294F-5628-FBAA-8144-5EF962382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103A1-3E77-8FA4-4B5E-6A7D2FA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4707F-4C34-6984-F34D-8DC0FB7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9A62C-5B13-1DCC-F3C8-CFD22F5B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9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52B09-123B-87B1-95FB-D37C91E2B6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0334A-F3F7-C0EC-33C5-3FDBEA5D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2A029-86DA-01A6-617D-80ECB649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C4745-3C6C-D00A-BFFE-753B1E69C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A0606-DDAF-CF32-940C-6E699432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43DD-17D9-6CCC-FA8C-5B4E5FB6D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4109-CE39-FBDD-F670-EAB4B14C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70BA3-E1FC-5959-276C-3E7566B1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E4CF6-E6D6-E048-C883-54DB6FD71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B1222-5A33-4909-2437-1C5118193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9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E77A-1DC0-7EB5-DEB5-9A5346F88F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C88BD-0684-1162-8414-FA239B3CF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89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D2FAB802-0FDA-7ADB-AB72-DA58897E6A34}"/>
              </a:ext>
            </a:extLst>
          </p:cNvPr>
          <p:cNvGrpSpPr/>
          <p:nvPr/>
        </p:nvGrpSpPr>
        <p:grpSpPr>
          <a:xfrm>
            <a:off x="2776619" y="2124580"/>
            <a:ext cx="6638762" cy="2608840"/>
            <a:chOff x="2682520" y="1742180"/>
            <a:chExt cx="6638762" cy="260884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014344-832B-F61E-D30B-AD4FFD569115}"/>
                </a:ext>
              </a:extLst>
            </p:cNvPr>
            <p:cNvSpPr/>
            <p:nvPr/>
          </p:nvSpPr>
          <p:spPr>
            <a:xfrm>
              <a:off x="4344261" y="3452387"/>
              <a:ext cx="231007" cy="113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EFDC6863-AAEC-C8FD-442B-638AE464F70D}"/>
                </a:ext>
              </a:extLst>
            </p:cNvPr>
            <p:cNvGrpSpPr/>
            <p:nvPr/>
          </p:nvGrpSpPr>
          <p:grpSpPr>
            <a:xfrm>
              <a:off x="8519122" y="1748457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74CC00E1-DDB7-6429-EE39-2175F593DF9E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CF52F80F-D353-F04F-5036-E9EA4267AEC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100" name="Arrow: Curved Left 99">
                    <a:extLst>
                      <a:ext uri="{FF2B5EF4-FFF2-40B4-BE49-F238E27FC236}">
                        <a16:creationId xmlns:a16="http://schemas.microsoft.com/office/drawing/2014/main" id="{0CD4EB43-EDFE-399B-35E1-BA064EFB50CD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E7E969EF-D21C-0415-6CAE-3EBEDBE79FF1}"/>
                      </a:ext>
                    </a:extLst>
                  </p:cNvPr>
                  <p:cNvCxnSpPr>
                    <a:cxnSpLocks/>
                    <a:endCxn id="42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C4ACCBEF-B74D-E2D2-90FC-DF29464042DC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41" name="Isosceles Triangle 40">
                      <a:extLst>
                        <a:ext uri="{FF2B5EF4-FFF2-40B4-BE49-F238E27FC236}">
                          <a16:creationId xmlns:a16="http://schemas.microsoft.com/office/drawing/2014/main" id="{371CCA41-06EA-D74C-4806-2413D6016A3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2" name="Arrow: Chevron 41">
                      <a:extLst>
                        <a:ext uri="{FF2B5EF4-FFF2-40B4-BE49-F238E27FC236}">
                          <a16:creationId xmlns:a16="http://schemas.microsoft.com/office/drawing/2014/main" id="{F50C2659-52CB-89BE-A051-CCA71A744E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F985D8E-01FA-7983-4A41-D516DB4668C8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1899498-70EC-8478-10CB-DC49C931CC97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B2EF7D0-C880-A1DE-E824-9806DD37022E}"/>
                </a:ext>
              </a:extLst>
            </p:cNvPr>
            <p:cNvSpPr txBox="1"/>
            <p:nvPr/>
          </p:nvSpPr>
          <p:spPr>
            <a:xfrm>
              <a:off x="7240948" y="3251391"/>
              <a:ext cx="20803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CCS, </a:t>
              </a:r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, RT target match (Likely)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1B35290-3DC9-28DC-AA15-F5124C41C6D3}"/>
                </a:ext>
              </a:extLst>
            </p:cNvPr>
            <p:cNvSpPr txBox="1"/>
            <p:nvPr/>
          </p:nvSpPr>
          <p:spPr>
            <a:xfrm>
              <a:off x="7240948" y="3451626"/>
              <a:ext cx="178175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 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target match (Tentative)</a:t>
              </a:r>
              <a:endParaRPr lang="en-US" sz="9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2E90CDDF-7782-A746-4E83-57463DFC1FB6}"/>
                </a:ext>
              </a:extLst>
            </p:cNvPr>
            <p:cNvSpPr txBox="1"/>
            <p:nvPr/>
          </p:nvSpPr>
          <p:spPr>
            <a:xfrm>
              <a:off x="7240948" y="3651862"/>
              <a:ext cx="19776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Fluorinated suspects (no match)</a:t>
              </a:r>
            </a:p>
          </p:txBody>
        </p: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0D64608-C63A-4DCA-8A08-5BA044D9D04F}"/>
                </a:ext>
              </a:extLst>
            </p:cNvPr>
            <p:cNvGrpSpPr/>
            <p:nvPr/>
          </p:nvGrpSpPr>
          <p:grpSpPr>
            <a:xfrm>
              <a:off x="5882753" y="1742180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93" name="Arrow: Chevron 92">
                <a:extLst>
                  <a:ext uri="{FF2B5EF4-FFF2-40B4-BE49-F238E27FC236}">
                    <a16:creationId xmlns:a16="http://schemas.microsoft.com/office/drawing/2014/main" id="{18DCF75E-1088-437B-3F70-CA79B6C36E7A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34D55B1E-9CF0-6F2C-B684-05B3B8DF9EF6}"/>
                  </a:ext>
                </a:extLst>
              </p:cNvPr>
              <p:cNvSpPr txBox="1"/>
              <p:nvPr/>
            </p:nvSpPr>
            <p:spPr>
              <a:xfrm>
                <a:off x="6121893" y="1856869"/>
                <a:ext cx="94588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Smearing</a:t>
                </a: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06FCC54-251C-E613-12BE-DBAC801B0298}"/>
                </a:ext>
              </a:extLst>
            </p:cNvPr>
            <p:cNvGrpSpPr/>
            <p:nvPr/>
          </p:nvGrpSpPr>
          <p:grpSpPr>
            <a:xfrm>
              <a:off x="7209478" y="1742180"/>
              <a:ext cx="1424161" cy="477065"/>
              <a:chOff x="5882753" y="1742180"/>
              <a:chExt cx="1424161" cy="477065"/>
            </a:xfrm>
          </p:grpSpPr>
          <p:sp>
            <p:nvSpPr>
              <p:cNvPr id="197" name="Arrow: Chevron 196">
                <a:extLst>
                  <a:ext uri="{FF2B5EF4-FFF2-40B4-BE49-F238E27FC236}">
                    <a16:creationId xmlns:a16="http://schemas.microsoft.com/office/drawing/2014/main" id="{3833B7A6-7274-652D-32DC-D5D9D6C8053B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7E39CC01-EC3C-4A47-729B-53B2FE648BC7}"/>
                  </a:ext>
                </a:extLst>
              </p:cNvPr>
              <p:cNvSpPr txBox="1"/>
              <p:nvPr/>
            </p:nvSpPr>
            <p:spPr>
              <a:xfrm>
                <a:off x="6131075" y="1787619"/>
                <a:ext cx="93992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Similarity grouping</a:t>
                </a:r>
              </a:p>
            </p:txBody>
          </p: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56C5775-C450-415A-69EC-779DB65A5F39}"/>
                </a:ext>
              </a:extLst>
            </p:cNvPr>
            <p:cNvGrpSpPr/>
            <p:nvPr/>
          </p:nvGrpSpPr>
          <p:grpSpPr>
            <a:xfrm flipH="1">
              <a:off x="4571818" y="2551299"/>
              <a:ext cx="1424161" cy="477065"/>
              <a:chOff x="5882753" y="1742180"/>
              <a:chExt cx="1424161" cy="477065"/>
            </a:xfrm>
          </p:grpSpPr>
          <p:sp>
            <p:nvSpPr>
              <p:cNvPr id="215" name="Arrow: Chevron 214">
                <a:extLst>
                  <a:ext uri="{FF2B5EF4-FFF2-40B4-BE49-F238E27FC236}">
                    <a16:creationId xmlns:a16="http://schemas.microsoft.com/office/drawing/2014/main" id="{597F0EB6-41E1-7C5D-D30F-BAB8B4879C3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0EA2DA3F-AFC2-D3AA-3AEE-937093C88B26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Detection frequency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A448AA90-4FCE-17C5-BB55-6AA03AAA3381}"/>
                </a:ext>
              </a:extLst>
            </p:cNvPr>
            <p:cNvGrpSpPr/>
            <p:nvPr/>
          </p:nvGrpSpPr>
          <p:grpSpPr>
            <a:xfrm>
              <a:off x="4571817" y="1742180"/>
              <a:ext cx="1424161" cy="477065"/>
              <a:chOff x="5882753" y="1742180"/>
              <a:chExt cx="1424161" cy="477065"/>
            </a:xfrm>
          </p:grpSpPr>
          <p:sp>
            <p:nvSpPr>
              <p:cNvPr id="230" name="Arrow: Chevron 229">
                <a:extLst>
                  <a:ext uri="{FF2B5EF4-FFF2-40B4-BE49-F238E27FC236}">
                    <a16:creationId xmlns:a16="http://schemas.microsoft.com/office/drawing/2014/main" id="{F55E3FA0-AB8B-A922-FF6F-7564E3426AC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FB0641-1F4C-2644-9BFD-87081D491CCF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RT, Intensity,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cutoffs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79FC2235-F233-5DF9-5021-1DE1AB881B09}"/>
                </a:ext>
              </a:extLst>
            </p:cNvPr>
            <p:cNvGrpSpPr/>
            <p:nvPr/>
          </p:nvGrpSpPr>
          <p:grpSpPr>
            <a:xfrm flipH="1">
              <a:off x="7208310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3" name="Arrow: Chevron 232">
                <a:extLst>
                  <a:ext uri="{FF2B5EF4-FFF2-40B4-BE49-F238E27FC236}">
                    <a16:creationId xmlns:a16="http://schemas.microsoft.com/office/drawing/2014/main" id="{79D4C824-23CA-850C-6ED8-3722B31656CF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204A75B-4B9A-154E-3129-2DD44A21EBE7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Isotopic grouping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6F29423-BA5D-651A-4DF2-262DA4D7876F}"/>
                </a:ext>
              </a:extLst>
            </p:cNvPr>
            <p:cNvGrpSpPr/>
            <p:nvPr/>
          </p:nvGrpSpPr>
          <p:grpSpPr>
            <a:xfrm flipH="1">
              <a:off x="5882753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6" name="Arrow: Chevron 235">
                <a:extLst>
                  <a:ext uri="{FF2B5EF4-FFF2-40B4-BE49-F238E27FC236}">
                    <a16:creationId xmlns:a16="http://schemas.microsoft.com/office/drawing/2014/main" id="{EA765962-E109-45C2-4097-A73229D6D79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20682E8-4466-2514-AAA2-1C6FA91E2EFB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CCS v </a:t>
                </a:r>
                <a:r>
                  <a:rPr lang="en-US" sz="900" b="1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cutoff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A3D04581-23F8-C86F-572C-91316809B108}"/>
                </a:ext>
              </a:extLst>
            </p:cNvPr>
            <p:cNvGrpSpPr/>
            <p:nvPr/>
          </p:nvGrpSpPr>
          <p:grpSpPr>
            <a:xfrm flipH="1">
              <a:off x="3245093" y="2551299"/>
              <a:ext cx="1424161" cy="477065"/>
              <a:chOff x="5882753" y="1742180"/>
              <a:chExt cx="1424161" cy="477065"/>
            </a:xfrm>
          </p:grpSpPr>
          <p:sp>
            <p:nvSpPr>
              <p:cNvPr id="239" name="Arrow: Chevron 238">
                <a:extLst>
                  <a:ext uri="{FF2B5EF4-FFF2-40B4-BE49-F238E27FC236}">
                    <a16:creationId xmlns:a16="http://schemas.microsoft.com/office/drawing/2014/main" id="{7D363663-3EA8-82BE-8825-D1B5F09EAF6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EEDD7DD4-3275-B738-3778-6A5FEF690A81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Standards list removal</a:t>
                </a:r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49758849-38C7-98C6-3341-DAAF7999D7F7}"/>
                </a:ext>
              </a:extLst>
            </p:cNvPr>
            <p:cNvGrpSpPr/>
            <p:nvPr/>
          </p:nvGrpSpPr>
          <p:grpSpPr>
            <a:xfrm>
              <a:off x="5882753" y="3343562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42" name="Arrow: Chevron 241">
                <a:extLst>
                  <a:ext uri="{FF2B5EF4-FFF2-40B4-BE49-F238E27FC236}">
                    <a16:creationId xmlns:a16="http://schemas.microsoft.com/office/drawing/2014/main" id="{94EFC0EA-2BA6-7662-6F55-FF263BC8407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30D6F788-6B32-6695-7090-5A597A2CF61C}"/>
                  </a:ext>
                </a:extLst>
              </p:cNvPr>
              <p:cNvSpPr txBox="1"/>
              <p:nvPr/>
            </p:nvSpPr>
            <p:spPr>
              <a:xfrm>
                <a:off x="6121893" y="1796046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Adduct removal</a:t>
                </a:r>
              </a:p>
            </p:txBody>
          </p:sp>
        </p:grpSp>
        <p:sp>
          <p:nvSpPr>
            <p:cNvPr id="244" name="Arrow: Chevron 243">
              <a:extLst>
                <a:ext uri="{FF2B5EF4-FFF2-40B4-BE49-F238E27FC236}">
                  <a16:creationId xmlns:a16="http://schemas.microsoft.com/office/drawing/2014/main" id="{3CCEFAD8-3F28-49AE-2796-A4FF5BBA5C11}"/>
                </a:ext>
              </a:extLst>
            </p:cNvPr>
            <p:cNvSpPr/>
            <p:nvPr/>
          </p:nvSpPr>
          <p:spPr>
            <a:xfrm>
              <a:off x="3245093" y="3343562"/>
              <a:ext cx="1424161" cy="477065"/>
            </a:xfrm>
            <a:prstGeom prst="chevron">
              <a:avLst/>
            </a:prstGeom>
            <a:solidFill>
              <a:schemeClr val="tx1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 source decay</a:t>
              </a:r>
            </a:p>
          </p:txBody>
        </p: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6CA6ACF5-0EE7-B95A-3295-1C15EB1BDA61}"/>
                </a:ext>
              </a:extLst>
            </p:cNvPr>
            <p:cNvGrpSpPr/>
            <p:nvPr/>
          </p:nvGrpSpPr>
          <p:grpSpPr>
            <a:xfrm>
              <a:off x="4571817" y="3343562"/>
              <a:ext cx="1424161" cy="477065"/>
              <a:chOff x="5882753" y="1742180"/>
              <a:chExt cx="1424161" cy="477065"/>
            </a:xfrm>
          </p:grpSpPr>
          <p:sp>
            <p:nvSpPr>
              <p:cNvPr id="246" name="Arrow: Chevron 245">
                <a:extLst>
                  <a:ext uri="{FF2B5EF4-FFF2-40B4-BE49-F238E27FC236}">
                    <a16:creationId xmlns:a16="http://schemas.microsoft.com/office/drawing/2014/main" id="{4542B2EB-5B4D-E770-7372-BB175BB05B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63B24E9-7CEA-C4CE-1BA0-A65D3C7129FD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7160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CCS, RT v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regression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8730DD25-CA96-1034-6C45-8846BD1C01A1}"/>
                </a:ext>
              </a:extLst>
            </p:cNvPr>
            <p:cNvGrpSpPr/>
            <p:nvPr/>
          </p:nvGrpSpPr>
          <p:grpSpPr>
            <a:xfrm>
              <a:off x="3262565" y="1742180"/>
              <a:ext cx="1424161" cy="477065"/>
              <a:chOff x="5882753" y="1742180"/>
              <a:chExt cx="1424161" cy="477065"/>
            </a:xfrm>
          </p:grpSpPr>
          <p:sp>
            <p:nvSpPr>
              <p:cNvPr id="249" name="Arrow: Chevron 248">
                <a:extLst>
                  <a:ext uri="{FF2B5EF4-FFF2-40B4-BE49-F238E27FC236}">
                    <a16:creationId xmlns:a16="http://schemas.microsoft.com/office/drawing/2014/main" id="{23A42231-6EC0-BA61-BDA6-BA34EC3671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886D440-E37B-1019-C3A9-4FE32656BC1A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Blank subtraction</a:t>
                </a:r>
              </a:p>
            </p:txBody>
          </p:sp>
        </p:grp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8D906CA-F2D6-9DF2-E6D1-E1332D756D35}"/>
                </a:ext>
              </a:extLst>
            </p:cNvPr>
            <p:cNvSpPr/>
            <p:nvPr/>
          </p:nvSpPr>
          <p:spPr>
            <a:xfrm>
              <a:off x="2949811" y="4053840"/>
              <a:ext cx="433469" cy="2971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B9D48A2-BFA5-8159-E4E4-42FAECF3EA7E}"/>
                </a:ext>
              </a:extLst>
            </p:cNvPr>
            <p:cNvSpPr/>
            <p:nvPr/>
          </p:nvSpPr>
          <p:spPr>
            <a:xfrm>
              <a:off x="5584342" y="4053840"/>
              <a:ext cx="433469" cy="297180"/>
            </a:xfrm>
            <a:prstGeom prst="rect">
              <a:avLst/>
            </a:prstGeom>
            <a:pattFill prst="dk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E076011-C8D4-6A08-592C-144CBB413A3B}"/>
                </a:ext>
              </a:extLst>
            </p:cNvPr>
            <p:cNvSpPr txBox="1"/>
            <p:nvPr/>
          </p:nvSpPr>
          <p:spPr>
            <a:xfrm>
              <a:off x="3374721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Algorithms without user tunability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9441808-DFA1-1FDF-7EF1-09905F3F549E}"/>
                </a:ext>
              </a:extLst>
            </p:cNvPr>
            <p:cNvSpPr txBox="1"/>
            <p:nvPr/>
          </p:nvSpPr>
          <p:spPr>
            <a:xfrm>
              <a:off x="5995978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Tunable algorithms based on user input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20DA9909-A2A0-918F-1F2A-346A6F41A932}"/>
                </a:ext>
              </a:extLst>
            </p:cNvPr>
            <p:cNvGrpSpPr/>
            <p:nvPr/>
          </p:nvGrpSpPr>
          <p:grpSpPr>
            <a:xfrm flipH="1">
              <a:off x="2682520" y="2548784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E1266EA3-9C89-281F-CB96-65AC0B0BCDAB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B941E311-39DE-17BE-414D-1AFF2F81521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263" name="Arrow: Curved Left 262">
                    <a:extLst>
                      <a:ext uri="{FF2B5EF4-FFF2-40B4-BE49-F238E27FC236}">
                        <a16:creationId xmlns:a16="http://schemas.microsoft.com/office/drawing/2014/main" id="{B01251EB-9FF0-39FF-2A33-6B763B148408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0598F9BF-FB3C-8855-9516-A9142B7CE058}"/>
                      </a:ext>
                    </a:extLst>
                  </p:cNvPr>
                  <p:cNvCxnSpPr>
                    <a:cxnSpLocks/>
                    <a:endCxn id="267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65" name="Group 264">
                    <a:extLst>
                      <a:ext uri="{FF2B5EF4-FFF2-40B4-BE49-F238E27FC236}">
                        <a16:creationId xmlns:a16="http://schemas.microsoft.com/office/drawing/2014/main" id="{FED8E359-B7A2-EC32-5E9C-A0D0F107396A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266" name="Isosceles Triangle 265">
                      <a:extLst>
                        <a:ext uri="{FF2B5EF4-FFF2-40B4-BE49-F238E27FC236}">
                          <a16:creationId xmlns:a16="http://schemas.microsoft.com/office/drawing/2014/main" id="{AB0457BA-33B3-996E-AA25-02E19D5FEE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67" name="Arrow: Chevron 266">
                      <a:extLst>
                        <a:ext uri="{FF2B5EF4-FFF2-40B4-BE49-F238E27FC236}">
                          <a16:creationId xmlns:a16="http://schemas.microsoft.com/office/drawing/2014/main" id="{C8BF30B3-5944-B72D-2B0D-753B8FDEE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D1CE3E30-8E79-9483-6BA8-65EA381B13C4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72569E00-AFCF-2DEF-5B3F-136CEDB4E420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2525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AFC49084-0ABB-74FA-9569-6233A0B03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294" y="1696651"/>
            <a:ext cx="6400813" cy="3950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A2F1B-5831-2F51-7590-0A6B8A92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6BE26-A1D0-866B-769F-640B2A8B8E8F}"/>
              </a:ext>
            </a:extLst>
          </p:cNvPr>
          <p:cNvSpPr txBox="1"/>
          <p:nvPr/>
        </p:nvSpPr>
        <p:spPr>
          <a:xfrm>
            <a:off x="7692845" y="3390237"/>
            <a:ext cx="92412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1680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CBEE1-92EB-25CC-1740-A66B84850DE2}"/>
              </a:ext>
            </a:extLst>
          </p:cNvPr>
          <p:cNvSpPr txBox="1"/>
          <p:nvPr/>
        </p:nvSpPr>
        <p:spPr>
          <a:xfrm>
            <a:off x="7692845" y="2428028"/>
            <a:ext cx="8864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3289 features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3C494-891C-E00B-1438-3FBDAAD6B216}"/>
              </a:ext>
            </a:extLst>
          </p:cNvPr>
          <p:cNvSpPr txBox="1"/>
          <p:nvPr/>
        </p:nvSpPr>
        <p:spPr>
          <a:xfrm>
            <a:off x="7547572" y="4660804"/>
            <a:ext cx="141825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PFAS suspect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D488-E57F-98DB-EB9F-1A6AC35BC4E2}"/>
              </a:ext>
            </a:extLst>
          </p:cNvPr>
          <p:cNvSpPr/>
          <p:nvPr/>
        </p:nvSpPr>
        <p:spPr>
          <a:xfrm>
            <a:off x="7481888" y="4737487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3B9BEA-63E8-D97D-66CA-9426FEDF1E88}"/>
              </a:ext>
            </a:extLst>
          </p:cNvPr>
          <p:cNvSpPr/>
          <p:nvPr/>
        </p:nvSpPr>
        <p:spPr>
          <a:xfrm>
            <a:off x="7481888" y="4868999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46D82F40-4B13-0EFF-526B-04567C36BDD9}"/>
              </a:ext>
            </a:extLst>
          </p:cNvPr>
          <p:cNvSpPr/>
          <p:nvPr/>
        </p:nvSpPr>
        <p:spPr>
          <a:xfrm>
            <a:off x="7447359" y="4960439"/>
            <a:ext cx="164307" cy="166801"/>
          </a:xfrm>
          <a:prstGeom prst="mathMultiply">
            <a:avLst>
              <a:gd name="adj1" fmla="val 1570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698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87</Words>
  <Application>Microsoft Office PowerPoint</Application>
  <PresentationFormat>Widescreen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Kudzin, Gregory Phillip</cp:lastModifiedBy>
  <cp:revision>3</cp:revision>
  <dcterms:created xsi:type="dcterms:W3CDTF">2025-04-29T13:34:52Z</dcterms:created>
  <dcterms:modified xsi:type="dcterms:W3CDTF">2025-04-29T17:40:17Z</dcterms:modified>
</cp:coreProperties>
</file>