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93B4-961F-967D-DDD6-09316CC83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C96C9-FFE7-5977-DE8E-55DAA102C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E9952-DEFD-0FDE-8AE8-F607948C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DCDE7-A8C9-180F-0A9D-CFE86CBC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6BB8E-F254-07BD-E959-7835ACF1D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4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D16F-79B2-E09D-1B5D-43EBA8BC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E5DC-FF36-C262-C49C-9C2F0056F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1C465-B1B2-D927-1916-A53482823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85E0A-3219-81DA-B464-C7EF7C7E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383B9-12BD-FA9E-B842-3E676E23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9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23F7-7700-6CEA-6119-D623A6E8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6E1F2-6AA4-57E2-0BCB-F5E909F54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4FE43-345A-EF03-2B61-5AEC804F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1C0CC-CFCD-EA1E-9784-9E4C4D01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69939-1E58-B533-C3FF-F6D14208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0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CA8F-FA9C-5DAE-B852-C4E0A86F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2D5FF-3924-2400-A280-1C02E8ED3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5E0AB-3597-50FC-D775-017D83808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B6720-4064-EDD0-F48B-9B6FD9EE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E4514-BAFB-4B03-E1B1-DBA42B0A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DB407-E4A2-6E3A-19ED-D82D1C2F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40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79B2-9B07-227B-4D2A-CA08AFD1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C9B06-146F-934F-C519-67E48B776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AFC4A-3D71-F626-98DC-F7DE7FFB4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1536E-4FA7-445E-5C18-29A390489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70524-A6D3-0904-1E87-BC0BDA9D5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A0E88C-F6F2-F99C-93F1-57D57236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F26D5-9FE8-83C0-791D-BCD2F080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98F2D-E4A5-A904-3AF1-04CD7679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F92B-2A55-F73F-A75F-6D5DA008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BCBA5F-792F-6B38-2674-AED90AA30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BE56A-553A-706C-D16B-729B51F7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C72E0-8ADA-7D04-CA50-62BC56EB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8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8B5DB-F45C-AD93-6097-1BB4F14F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A7B48-6C80-0CEF-A616-16BD9D970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0DBAC-BAED-29F1-618C-A32D9470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4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F189-934C-F611-5DA8-4774906B4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EA55-28A9-B29C-A033-A76C90CD3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57DB0-345B-AD09-74C6-B303C6B51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E1DB2-C4C7-AB8D-70E2-899F7CE2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BD62C-F426-8549-DA75-26BA6573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6FB15-2299-3FDD-4E96-DFA6424B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4F93-8068-6F64-FDF4-BBAB102D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C5736-476B-41D0-803A-A279A171CA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C38FE-D030-1625-4552-9220FDC2B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BBCCE-E1B9-9825-E288-F4B10A64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E7DBE-42C4-A503-8C48-E6E80812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DAE87-ECBF-A7A8-36B8-98277ECE9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6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4A96-4D25-8FEC-F749-F77FD63CB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F873D-D983-1563-6938-E37A0E604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E71A5-3F55-AEF5-DF64-E4CF5D36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CC622-6741-9030-823B-BCD1B758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CCC06-9A57-4422-D86E-223A3668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6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0B151-583A-702E-E6D1-40E57890F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D256C-ECC7-567E-7830-C95B31439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2C188-0C12-5DE3-95B5-8AA412E7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6E22-5302-6DBB-8C21-0F90D42B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B1745-CE56-918F-3738-7D23506E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2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DD34D-17BA-34C8-90D6-C052DD9A0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0787A-D36A-3F1D-EE7A-0AFADCDD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9004D-7E8B-E7FF-AEC2-CE9BC1D73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0C04C-CC9A-4B46-A596-5467DBB05021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6DC84-A005-25B6-7C2C-55836778C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06EC-CF8D-957C-3C12-75A8BD315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2433-AFFE-4F8E-87B3-5234DE0C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5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2D0A-C893-9147-12A3-C551EB5292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>
              <a:latin typeface="NormativePro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4B8A3-B0B6-B5DA-ED17-104A54ACF7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8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a line&#10;&#10;Description automatically generated">
            <a:extLst>
              <a:ext uri="{FF2B5EF4-FFF2-40B4-BE49-F238E27FC236}">
                <a16:creationId xmlns:a16="http://schemas.microsoft.com/office/drawing/2014/main" id="{FBE4DBAE-F2AF-327D-4749-91E78A00B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437" y="1088739"/>
            <a:ext cx="7313126" cy="4351338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B21698-70FE-59E6-2B2A-E94886607E3B}"/>
              </a:ext>
            </a:extLst>
          </p:cNvPr>
          <p:cNvCxnSpPr/>
          <p:nvPr/>
        </p:nvCxnSpPr>
        <p:spPr>
          <a:xfrm>
            <a:off x="7334250" y="3352514"/>
            <a:ext cx="72390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4DA44A1-A354-6201-8211-3DA500D2AC5C}"/>
              </a:ext>
            </a:extLst>
          </p:cNvPr>
          <p:cNvSpPr txBox="1"/>
          <p:nvPr/>
        </p:nvSpPr>
        <p:spPr>
          <a:xfrm>
            <a:off x="6334125" y="3090904"/>
            <a:ext cx="1000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B7B7A"/>
                </a:solidFill>
                <a:latin typeface="NormativePro"/>
              </a:rPr>
              <a:t>Patent meeting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2C6700-2F54-90D0-99C3-6FA90DBE62DF}"/>
              </a:ext>
            </a:extLst>
          </p:cNvPr>
          <p:cNvCxnSpPr/>
          <p:nvPr/>
        </p:nvCxnSpPr>
        <p:spPr>
          <a:xfrm>
            <a:off x="8401050" y="2030811"/>
            <a:ext cx="72390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C91E0F0-3F0A-8D4F-16A5-E7362FCF628B}"/>
              </a:ext>
            </a:extLst>
          </p:cNvPr>
          <p:cNvSpPr txBox="1"/>
          <p:nvPr/>
        </p:nvSpPr>
        <p:spPr>
          <a:xfrm>
            <a:off x="7407402" y="1697407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B7B7A"/>
                </a:solidFill>
                <a:latin typeface="NormativePro"/>
              </a:rPr>
              <a:t>All filtering steps done</a:t>
            </a:r>
          </a:p>
        </p:txBody>
      </p:sp>
    </p:spTree>
    <p:extLst>
      <p:ext uri="{BB962C8B-B14F-4D97-AF65-F5344CB8AC3E}">
        <p14:creationId xmlns:p14="http://schemas.microsoft.com/office/powerpoint/2010/main" val="357539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A blue pipe with a long pipe&#10;&#10;Description automatically generated with medium confidence">
            <a:extLst>
              <a:ext uri="{FF2B5EF4-FFF2-40B4-BE49-F238E27FC236}">
                <a16:creationId xmlns:a16="http://schemas.microsoft.com/office/drawing/2014/main" id="{28B9AAF9-F1DF-ACF1-BB55-4C0F9D057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9753"/>
            <a:ext cx="10515600" cy="31984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E643C69-3C39-FCD7-67F9-CA0EE8FD9D0D}"/>
              </a:ext>
            </a:extLst>
          </p:cNvPr>
          <p:cNvSpPr txBox="1"/>
          <p:nvPr/>
        </p:nvSpPr>
        <p:spPr>
          <a:xfrm rot="19597417">
            <a:off x="1321913" y="1190429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Blank Subtraction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C96E1-6047-EDF1-8D7C-E29D9B2415D9}"/>
              </a:ext>
            </a:extLst>
          </p:cNvPr>
          <p:cNvSpPr txBox="1"/>
          <p:nvPr/>
        </p:nvSpPr>
        <p:spPr>
          <a:xfrm rot="19597417">
            <a:off x="2414009" y="162446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RT, </a:t>
            </a:r>
            <a:r>
              <a:rPr lang="en-US" i="1" dirty="0"/>
              <a:t>m/z</a:t>
            </a:r>
            <a:r>
              <a:rPr lang="en-US" dirty="0"/>
              <a:t>, Intensity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E0F3A2-61A6-35AA-F51F-A67C40C49910}"/>
              </a:ext>
            </a:extLst>
          </p:cNvPr>
          <p:cNvSpPr txBox="1"/>
          <p:nvPr/>
        </p:nvSpPr>
        <p:spPr>
          <a:xfrm rot="19597417">
            <a:off x="4270324" y="1972644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Branching/similarity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31C535-F207-3803-2B82-244C8DE34CD6}"/>
              </a:ext>
            </a:extLst>
          </p:cNvPr>
          <p:cNvSpPr txBox="1"/>
          <p:nvPr/>
        </p:nvSpPr>
        <p:spPr>
          <a:xfrm rot="19597417">
            <a:off x="6413313" y="227547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46AB9D-BD49-3A77-2307-76B6AD0B96A5}"/>
              </a:ext>
            </a:extLst>
          </p:cNvPr>
          <p:cNvSpPr txBox="1"/>
          <p:nvPr/>
        </p:nvSpPr>
        <p:spPr>
          <a:xfrm>
            <a:off x="626468" y="4919904"/>
            <a:ext cx="1126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12572</a:t>
            </a:r>
          </a:p>
          <a:p>
            <a:pPr algn="ctr"/>
            <a:r>
              <a:rPr lang="en-US" dirty="0"/>
              <a:t>Features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2B4173-27FD-BBF8-EA54-27A1258B53D6}"/>
              </a:ext>
            </a:extLst>
          </p:cNvPr>
          <p:cNvSpPr txBox="1"/>
          <p:nvPr/>
        </p:nvSpPr>
        <p:spPr>
          <a:xfrm>
            <a:off x="1439266" y="4919904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10577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D5EC4F-3613-E4BC-E400-A7D2A139DCA2}"/>
              </a:ext>
            </a:extLst>
          </p:cNvPr>
          <p:cNvSpPr txBox="1"/>
          <p:nvPr/>
        </p:nvSpPr>
        <p:spPr>
          <a:xfrm>
            <a:off x="2504582" y="4030380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4628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56B0A3-99C8-53CA-5431-529CA0B11D31}"/>
              </a:ext>
            </a:extLst>
          </p:cNvPr>
          <p:cNvSpPr txBox="1"/>
          <p:nvPr/>
        </p:nvSpPr>
        <p:spPr>
          <a:xfrm>
            <a:off x="3507788" y="3988595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7AA416-D4D0-E5B9-3194-CDFF401BB4C9}"/>
              </a:ext>
            </a:extLst>
          </p:cNvPr>
          <p:cNvSpPr txBox="1"/>
          <p:nvPr/>
        </p:nvSpPr>
        <p:spPr>
          <a:xfrm>
            <a:off x="4529728" y="3828553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3099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90BEF3-4B43-2CD8-8F33-61C58066FB44}"/>
              </a:ext>
            </a:extLst>
          </p:cNvPr>
          <p:cNvSpPr txBox="1"/>
          <p:nvPr/>
        </p:nvSpPr>
        <p:spPr>
          <a:xfrm>
            <a:off x="5532934" y="3813020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2808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C1CCF7-0C46-34CC-953D-8285E633A893}"/>
              </a:ext>
            </a:extLst>
          </p:cNvPr>
          <p:cNvSpPr txBox="1"/>
          <p:nvPr/>
        </p:nvSpPr>
        <p:spPr>
          <a:xfrm>
            <a:off x="6519082" y="3559527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291939-DCD8-235E-F3B0-82D388109034}"/>
              </a:ext>
            </a:extLst>
          </p:cNvPr>
          <p:cNvSpPr txBox="1"/>
          <p:nvPr/>
        </p:nvSpPr>
        <p:spPr>
          <a:xfrm>
            <a:off x="7522288" y="3578409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271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63EA4-16CB-1627-17CE-D1004C690FC2}"/>
              </a:ext>
            </a:extLst>
          </p:cNvPr>
          <p:cNvSpPr txBox="1"/>
          <p:nvPr/>
        </p:nvSpPr>
        <p:spPr>
          <a:xfrm>
            <a:off x="8525494" y="3559527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6ADEBB-9B5B-AF20-8D17-F028122E1BF2}"/>
              </a:ext>
            </a:extLst>
          </p:cNvPr>
          <p:cNvSpPr txBox="1"/>
          <p:nvPr/>
        </p:nvSpPr>
        <p:spPr>
          <a:xfrm>
            <a:off x="9249204" y="3559527"/>
            <a:ext cx="112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5308CF-7174-53CB-464D-9C82E25A5C8D}"/>
              </a:ext>
            </a:extLst>
          </p:cNvPr>
          <p:cNvSpPr txBox="1"/>
          <p:nvPr/>
        </p:nvSpPr>
        <p:spPr>
          <a:xfrm rot="19597417">
            <a:off x="5164442" y="2162092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Monoisotopic filter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84B97E-68BC-1B23-CF0E-AB028A73288B}"/>
              </a:ext>
            </a:extLst>
          </p:cNvPr>
          <p:cNvSpPr txBox="1"/>
          <p:nvPr/>
        </p:nvSpPr>
        <p:spPr>
          <a:xfrm>
            <a:off x="10589580" y="2162092"/>
            <a:ext cx="1388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Likely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AA516B-596F-D051-7228-580D96A27A65}"/>
              </a:ext>
            </a:extLst>
          </p:cNvPr>
          <p:cNvSpPr txBox="1"/>
          <p:nvPr/>
        </p:nvSpPr>
        <p:spPr>
          <a:xfrm>
            <a:off x="10586432" y="3117666"/>
            <a:ext cx="138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Tentative (EPA match)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9A1574-DAEA-A186-257D-7705EF8B0123}"/>
              </a:ext>
            </a:extLst>
          </p:cNvPr>
          <p:cNvSpPr txBox="1"/>
          <p:nvPr/>
        </p:nvSpPr>
        <p:spPr>
          <a:xfrm>
            <a:off x="10586432" y="3928859"/>
            <a:ext cx="1630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Tentative (no EPA match)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60CEB4-4792-B779-5EAD-DA9A32A465FA}"/>
              </a:ext>
            </a:extLst>
          </p:cNvPr>
          <p:cNvSpPr txBox="1"/>
          <p:nvPr/>
        </p:nvSpPr>
        <p:spPr>
          <a:xfrm rot="19597417">
            <a:off x="7214798" y="249098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Mass defect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ED2129-3559-16C6-DE42-16606AE5E6B6}"/>
              </a:ext>
            </a:extLst>
          </p:cNvPr>
          <p:cNvSpPr txBox="1"/>
          <p:nvPr/>
        </p:nvSpPr>
        <p:spPr>
          <a:xfrm rot="19597417">
            <a:off x="8217088" y="2479941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Detection frequency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DA8FF6-EE20-5865-6DD3-A94994EDB804}"/>
              </a:ext>
            </a:extLst>
          </p:cNvPr>
          <p:cNvSpPr txBox="1"/>
          <p:nvPr/>
        </p:nvSpPr>
        <p:spPr>
          <a:xfrm rot="19597417">
            <a:off x="9338669" y="2490982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mix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387030-6629-7B70-5517-43D7B98457C5}"/>
              </a:ext>
            </a:extLst>
          </p:cNvPr>
          <p:cNvGrpSpPr/>
          <p:nvPr/>
        </p:nvGrpSpPr>
        <p:grpSpPr>
          <a:xfrm>
            <a:off x="3283285" y="4351174"/>
            <a:ext cx="776048" cy="739672"/>
            <a:chOff x="5091431" y="118841"/>
            <a:chExt cx="776048" cy="739672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D6C7E5C-D8AF-185D-BCBA-C6AF6447B625}"/>
                </a:ext>
              </a:extLst>
            </p:cNvPr>
            <p:cNvCxnSpPr/>
            <p:nvPr/>
          </p:nvCxnSpPr>
          <p:spPr>
            <a:xfrm>
              <a:off x="5091431" y="391741"/>
              <a:ext cx="0" cy="4667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883A29A-B603-5809-36DF-E2D562C5F9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431" y="848761"/>
              <a:ext cx="7760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3D6705E-9DEA-BBE3-9D93-6A0FE1B4A5E2}"/>
                </a:ext>
              </a:extLst>
            </p:cNvPr>
            <p:cNvSpPr/>
            <p:nvPr/>
          </p:nvSpPr>
          <p:spPr>
            <a:xfrm>
              <a:off x="5176743" y="118841"/>
              <a:ext cx="690736" cy="723711"/>
            </a:xfrm>
            <a:custGeom>
              <a:avLst/>
              <a:gdLst>
                <a:gd name="connsiteX0" fmla="*/ 0 w 182880"/>
                <a:gd name="connsiteY0" fmla="*/ 420632 h 429776"/>
                <a:gd name="connsiteX1" fmla="*/ 100584 w 182880"/>
                <a:gd name="connsiteY1" fmla="*/ 8 h 429776"/>
                <a:gd name="connsiteX2" fmla="*/ 182880 w 182880"/>
                <a:gd name="connsiteY2" fmla="*/ 429776 h 429776"/>
                <a:gd name="connsiteX0" fmla="*/ 0 w 431715"/>
                <a:gd name="connsiteY0" fmla="*/ 420632 h 420632"/>
                <a:gd name="connsiteX1" fmla="*/ 100584 w 431715"/>
                <a:gd name="connsiteY1" fmla="*/ 8 h 420632"/>
                <a:gd name="connsiteX2" fmla="*/ 431715 w 431715"/>
                <a:gd name="connsiteY2" fmla="*/ 418704 h 420632"/>
                <a:gd name="connsiteX0" fmla="*/ 0 w 431715"/>
                <a:gd name="connsiteY0" fmla="*/ 420632 h 420632"/>
                <a:gd name="connsiteX1" fmla="*/ 100584 w 431715"/>
                <a:gd name="connsiteY1" fmla="*/ 8 h 420632"/>
                <a:gd name="connsiteX2" fmla="*/ 431715 w 431715"/>
                <a:gd name="connsiteY2" fmla="*/ 418704 h 420632"/>
                <a:gd name="connsiteX0" fmla="*/ 0 w 563909"/>
                <a:gd name="connsiteY0" fmla="*/ 420632 h 420632"/>
                <a:gd name="connsiteX1" fmla="*/ 100584 w 563909"/>
                <a:gd name="connsiteY1" fmla="*/ 8 h 420632"/>
                <a:gd name="connsiteX2" fmla="*/ 563909 w 563909"/>
                <a:gd name="connsiteY2" fmla="*/ 418704 h 420632"/>
                <a:gd name="connsiteX0" fmla="*/ 0 w 563909"/>
                <a:gd name="connsiteY0" fmla="*/ 420632 h 420632"/>
                <a:gd name="connsiteX1" fmla="*/ 100584 w 563909"/>
                <a:gd name="connsiteY1" fmla="*/ 8 h 420632"/>
                <a:gd name="connsiteX2" fmla="*/ 563909 w 563909"/>
                <a:gd name="connsiteY2" fmla="*/ 418704 h 42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3909" h="420632">
                  <a:moveTo>
                    <a:pt x="0" y="420632"/>
                  </a:moveTo>
                  <a:cubicBezTo>
                    <a:pt x="35052" y="209558"/>
                    <a:pt x="70104" y="-1516"/>
                    <a:pt x="100584" y="8"/>
                  </a:cubicBezTo>
                  <a:cubicBezTo>
                    <a:pt x="131064" y="1532"/>
                    <a:pt x="226957" y="437098"/>
                    <a:pt x="563909" y="418704"/>
                  </a:cubicBezTo>
                </a:path>
              </a:pathLst>
            </a:cu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CA05D0-D238-1B56-6B03-43F18FB669D8}"/>
                </a:ext>
              </a:extLst>
            </p:cNvPr>
            <p:cNvSpPr/>
            <p:nvPr/>
          </p:nvSpPr>
          <p:spPr>
            <a:xfrm>
              <a:off x="5497660" y="663475"/>
              <a:ext cx="206371" cy="187994"/>
            </a:xfrm>
            <a:custGeom>
              <a:avLst/>
              <a:gdLst>
                <a:gd name="connsiteX0" fmla="*/ 0 w 182880"/>
                <a:gd name="connsiteY0" fmla="*/ 420632 h 429776"/>
                <a:gd name="connsiteX1" fmla="*/ 100584 w 182880"/>
                <a:gd name="connsiteY1" fmla="*/ 8 h 429776"/>
                <a:gd name="connsiteX2" fmla="*/ 182880 w 182880"/>
                <a:gd name="connsiteY2" fmla="*/ 429776 h 429776"/>
                <a:gd name="connsiteX0" fmla="*/ 0 w 182880"/>
                <a:gd name="connsiteY0" fmla="*/ 420632 h 429776"/>
                <a:gd name="connsiteX1" fmla="*/ 79482 w 182880"/>
                <a:gd name="connsiteY1" fmla="*/ 7 h 429776"/>
                <a:gd name="connsiteX2" fmla="*/ 182880 w 182880"/>
                <a:gd name="connsiteY2" fmla="*/ 429776 h 42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" h="429776">
                  <a:moveTo>
                    <a:pt x="0" y="420632"/>
                  </a:moveTo>
                  <a:cubicBezTo>
                    <a:pt x="35052" y="209558"/>
                    <a:pt x="49002" y="-1517"/>
                    <a:pt x="79482" y="7"/>
                  </a:cubicBezTo>
                  <a:cubicBezTo>
                    <a:pt x="109962" y="1531"/>
                    <a:pt x="156972" y="215654"/>
                    <a:pt x="182880" y="429776"/>
                  </a:cubicBezTo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D84753C-9BB3-7854-04A0-4D4905F70BC0}"/>
              </a:ext>
            </a:extLst>
          </p:cNvPr>
          <p:cNvGrpSpPr/>
          <p:nvPr/>
        </p:nvGrpSpPr>
        <p:grpSpPr>
          <a:xfrm>
            <a:off x="4378942" y="3964680"/>
            <a:ext cx="479110" cy="1496697"/>
            <a:chOff x="4434569" y="3974523"/>
            <a:chExt cx="479110" cy="149669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1250270-05D8-E449-5694-8D3698FABF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667955" y="4352276"/>
              <a:ext cx="0" cy="4667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0CE57D4-7D23-AB64-34B9-33B5974DFAB7}"/>
                </a:ext>
              </a:extLst>
            </p:cNvPr>
            <p:cNvSpPr/>
            <p:nvPr/>
          </p:nvSpPr>
          <p:spPr>
            <a:xfrm>
              <a:off x="4562799" y="3974523"/>
              <a:ext cx="210312" cy="610754"/>
            </a:xfrm>
            <a:custGeom>
              <a:avLst/>
              <a:gdLst>
                <a:gd name="connsiteX0" fmla="*/ 0 w 210312"/>
                <a:gd name="connsiteY0" fmla="*/ 389534 h 398678"/>
                <a:gd name="connsiteX1" fmla="*/ 64008 w 210312"/>
                <a:gd name="connsiteY1" fmla="*/ 32918 h 398678"/>
                <a:gd name="connsiteX2" fmla="*/ 100584 w 210312"/>
                <a:gd name="connsiteY2" fmla="*/ 170078 h 398678"/>
                <a:gd name="connsiteX3" fmla="*/ 128016 w 210312"/>
                <a:gd name="connsiteY3" fmla="*/ 32918 h 398678"/>
                <a:gd name="connsiteX4" fmla="*/ 164592 w 210312"/>
                <a:gd name="connsiteY4" fmla="*/ 32918 h 398678"/>
                <a:gd name="connsiteX5" fmla="*/ 210312 w 210312"/>
                <a:gd name="connsiteY5" fmla="*/ 398678 h 398678"/>
                <a:gd name="connsiteX6" fmla="*/ 210312 w 210312"/>
                <a:gd name="connsiteY6" fmla="*/ 398678 h 398678"/>
                <a:gd name="connsiteX0" fmla="*/ 0 w 210312"/>
                <a:gd name="connsiteY0" fmla="*/ 601610 h 610754"/>
                <a:gd name="connsiteX1" fmla="*/ 64008 w 210312"/>
                <a:gd name="connsiteY1" fmla="*/ 244994 h 610754"/>
                <a:gd name="connsiteX2" fmla="*/ 100584 w 210312"/>
                <a:gd name="connsiteY2" fmla="*/ 382154 h 610754"/>
                <a:gd name="connsiteX3" fmla="*/ 128016 w 210312"/>
                <a:gd name="connsiteY3" fmla="*/ 244994 h 610754"/>
                <a:gd name="connsiteX4" fmla="*/ 158242 w 210312"/>
                <a:gd name="connsiteY4" fmla="*/ 10044 h 610754"/>
                <a:gd name="connsiteX5" fmla="*/ 210312 w 210312"/>
                <a:gd name="connsiteY5" fmla="*/ 610754 h 610754"/>
                <a:gd name="connsiteX6" fmla="*/ 210312 w 210312"/>
                <a:gd name="connsiteY6" fmla="*/ 610754 h 610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0312" h="610754">
                  <a:moveTo>
                    <a:pt x="0" y="601610"/>
                  </a:moveTo>
                  <a:cubicBezTo>
                    <a:pt x="23622" y="441590"/>
                    <a:pt x="47244" y="281570"/>
                    <a:pt x="64008" y="244994"/>
                  </a:cubicBezTo>
                  <a:cubicBezTo>
                    <a:pt x="80772" y="208418"/>
                    <a:pt x="89916" y="382154"/>
                    <a:pt x="100584" y="382154"/>
                  </a:cubicBezTo>
                  <a:cubicBezTo>
                    <a:pt x="111252" y="382154"/>
                    <a:pt x="118406" y="307012"/>
                    <a:pt x="128016" y="244994"/>
                  </a:cubicBezTo>
                  <a:cubicBezTo>
                    <a:pt x="137626" y="182976"/>
                    <a:pt x="144526" y="-50916"/>
                    <a:pt x="158242" y="10044"/>
                  </a:cubicBezTo>
                  <a:cubicBezTo>
                    <a:pt x="171958" y="71004"/>
                    <a:pt x="210312" y="610754"/>
                    <a:pt x="210312" y="610754"/>
                  </a:cubicBezTo>
                  <a:lnTo>
                    <a:pt x="210312" y="610754"/>
                  </a:lnTo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15C1967-9989-0E1A-6F3B-72EA14B27B33}"/>
                </a:ext>
              </a:extLst>
            </p:cNvPr>
            <p:cNvGrpSpPr/>
            <p:nvPr/>
          </p:nvGrpSpPr>
          <p:grpSpPr>
            <a:xfrm>
              <a:off x="4446907" y="4885626"/>
              <a:ext cx="466772" cy="585594"/>
              <a:chOff x="5026796" y="4095083"/>
              <a:chExt cx="466772" cy="585594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CCB3E6B-8DED-E784-CDDB-11EB3755B1D6}"/>
                  </a:ext>
                </a:extLst>
              </p:cNvPr>
              <p:cNvSpPr/>
              <p:nvPr/>
            </p:nvSpPr>
            <p:spPr>
              <a:xfrm>
                <a:off x="5196982" y="4095083"/>
                <a:ext cx="224011" cy="580656"/>
              </a:xfrm>
              <a:custGeom>
                <a:avLst/>
                <a:gdLst>
                  <a:gd name="connsiteX0" fmla="*/ 0 w 182880"/>
                  <a:gd name="connsiteY0" fmla="*/ 420632 h 429776"/>
                  <a:gd name="connsiteX1" fmla="*/ 100584 w 182880"/>
                  <a:gd name="connsiteY1" fmla="*/ 8 h 429776"/>
                  <a:gd name="connsiteX2" fmla="*/ 182880 w 182880"/>
                  <a:gd name="connsiteY2" fmla="*/ 429776 h 429776"/>
                  <a:gd name="connsiteX0" fmla="*/ 0 w 182880"/>
                  <a:gd name="connsiteY0" fmla="*/ 663302 h 672446"/>
                  <a:gd name="connsiteX1" fmla="*/ 100584 w 182880"/>
                  <a:gd name="connsiteY1" fmla="*/ 3 h 672446"/>
                  <a:gd name="connsiteX2" fmla="*/ 182880 w 182880"/>
                  <a:gd name="connsiteY2" fmla="*/ 672446 h 672446"/>
                  <a:gd name="connsiteX0" fmla="*/ 0 w 182880"/>
                  <a:gd name="connsiteY0" fmla="*/ 663302 h 672446"/>
                  <a:gd name="connsiteX1" fmla="*/ 79848 w 182880"/>
                  <a:gd name="connsiteY1" fmla="*/ 3 h 672446"/>
                  <a:gd name="connsiteX2" fmla="*/ 182880 w 182880"/>
                  <a:gd name="connsiteY2" fmla="*/ 672446 h 672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2880" h="672446">
                    <a:moveTo>
                      <a:pt x="0" y="663302"/>
                    </a:moveTo>
                    <a:cubicBezTo>
                      <a:pt x="35052" y="452228"/>
                      <a:pt x="49368" y="-1521"/>
                      <a:pt x="79848" y="3"/>
                    </a:cubicBezTo>
                    <a:cubicBezTo>
                      <a:pt x="110328" y="1527"/>
                      <a:pt x="156972" y="458324"/>
                      <a:pt x="182880" y="672446"/>
                    </a:cubicBezTo>
                  </a:path>
                </a:pathLst>
              </a:cu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9249D503-4D9C-96D0-4CE7-E245CF20AE3A}"/>
                  </a:ext>
                </a:extLst>
              </p:cNvPr>
              <p:cNvCxnSpPr/>
              <p:nvPr/>
            </p:nvCxnSpPr>
            <p:spPr>
              <a:xfrm>
                <a:off x="5026796" y="4213905"/>
                <a:ext cx="0" cy="46677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9EB1BB8B-0CC2-9276-4CED-A325B509DDF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60182" y="4447291"/>
                <a:ext cx="0" cy="46677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485562E-39A6-D363-AB09-0F002F114170}"/>
                </a:ext>
              </a:extLst>
            </p:cNvPr>
            <p:cNvCxnSpPr>
              <a:cxnSpLocks/>
            </p:cNvCxnSpPr>
            <p:nvPr/>
          </p:nvCxnSpPr>
          <p:spPr>
            <a:xfrm>
              <a:off x="4663292" y="4616612"/>
              <a:ext cx="4663" cy="2777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9FE298C-7BA6-D32A-9EA0-EB84A03C4801}"/>
                </a:ext>
              </a:extLst>
            </p:cNvPr>
            <p:cNvCxnSpPr/>
            <p:nvPr/>
          </p:nvCxnSpPr>
          <p:spPr>
            <a:xfrm>
              <a:off x="4434569" y="4132416"/>
              <a:ext cx="0" cy="4667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FD7A1B-FF04-E5F9-A56F-83D743C0F2D7}"/>
              </a:ext>
            </a:extLst>
          </p:cNvPr>
          <p:cNvGrpSpPr/>
          <p:nvPr/>
        </p:nvGrpSpPr>
        <p:grpSpPr>
          <a:xfrm>
            <a:off x="5353214" y="4229156"/>
            <a:ext cx="658170" cy="471536"/>
            <a:chOff x="3511953" y="2912812"/>
            <a:chExt cx="1203647" cy="471536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5F90110-12BC-1776-2C8B-A14278B11ECB}"/>
                </a:ext>
              </a:extLst>
            </p:cNvPr>
            <p:cNvCxnSpPr/>
            <p:nvPr/>
          </p:nvCxnSpPr>
          <p:spPr>
            <a:xfrm>
              <a:off x="3511953" y="2915988"/>
              <a:ext cx="0" cy="4667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9CFEE02-FBF8-161E-650F-C20758C0A655}"/>
                </a:ext>
              </a:extLst>
            </p:cNvPr>
            <p:cNvCxnSpPr>
              <a:cxnSpLocks/>
            </p:cNvCxnSpPr>
            <p:nvPr/>
          </p:nvCxnSpPr>
          <p:spPr>
            <a:xfrm>
              <a:off x="3511953" y="3384348"/>
              <a:ext cx="12036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0C1565D-4400-AAD4-FE97-D6A350293E75}"/>
                </a:ext>
              </a:extLst>
            </p:cNvPr>
            <p:cNvSpPr/>
            <p:nvPr/>
          </p:nvSpPr>
          <p:spPr>
            <a:xfrm>
              <a:off x="3614841" y="2912812"/>
              <a:ext cx="206371" cy="466772"/>
            </a:xfrm>
            <a:custGeom>
              <a:avLst/>
              <a:gdLst>
                <a:gd name="connsiteX0" fmla="*/ 0 w 182880"/>
                <a:gd name="connsiteY0" fmla="*/ 420632 h 429776"/>
                <a:gd name="connsiteX1" fmla="*/ 100584 w 182880"/>
                <a:gd name="connsiteY1" fmla="*/ 8 h 429776"/>
                <a:gd name="connsiteX2" fmla="*/ 182880 w 182880"/>
                <a:gd name="connsiteY2" fmla="*/ 429776 h 429776"/>
                <a:gd name="connsiteX0" fmla="*/ 0 w 182880"/>
                <a:gd name="connsiteY0" fmla="*/ 420632 h 429776"/>
                <a:gd name="connsiteX1" fmla="*/ 79482 w 182880"/>
                <a:gd name="connsiteY1" fmla="*/ 7 h 429776"/>
                <a:gd name="connsiteX2" fmla="*/ 182880 w 182880"/>
                <a:gd name="connsiteY2" fmla="*/ 429776 h 42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" h="429776">
                  <a:moveTo>
                    <a:pt x="0" y="420632"/>
                  </a:moveTo>
                  <a:cubicBezTo>
                    <a:pt x="35052" y="209558"/>
                    <a:pt x="49002" y="-1517"/>
                    <a:pt x="79482" y="7"/>
                  </a:cubicBezTo>
                  <a:cubicBezTo>
                    <a:pt x="109962" y="1531"/>
                    <a:pt x="156972" y="215654"/>
                    <a:pt x="182880" y="429776"/>
                  </a:cubicBezTo>
                </a:path>
              </a:pathLst>
            </a:cu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D37EF69-6C1D-37B3-5FA1-77C63ED054BA}"/>
                </a:ext>
              </a:extLst>
            </p:cNvPr>
            <p:cNvSpPr/>
            <p:nvPr/>
          </p:nvSpPr>
          <p:spPr>
            <a:xfrm>
              <a:off x="4034295" y="3259164"/>
              <a:ext cx="206371" cy="120420"/>
            </a:xfrm>
            <a:custGeom>
              <a:avLst/>
              <a:gdLst>
                <a:gd name="connsiteX0" fmla="*/ 0 w 182880"/>
                <a:gd name="connsiteY0" fmla="*/ 420632 h 429776"/>
                <a:gd name="connsiteX1" fmla="*/ 100584 w 182880"/>
                <a:gd name="connsiteY1" fmla="*/ 8 h 429776"/>
                <a:gd name="connsiteX2" fmla="*/ 182880 w 182880"/>
                <a:gd name="connsiteY2" fmla="*/ 429776 h 429776"/>
                <a:gd name="connsiteX0" fmla="*/ 0 w 182880"/>
                <a:gd name="connsiteY0" fmla="*/ 420632 h 429776"/>
                <a:gd name="connsiteX1" fmla="*/ 79482 w 182880"/>
                <a:gd name="connsiteY1" fmla="*/ 7 h 429776"/>
                <a:gd name="connsiteX2" fmla="*/ 182880 w 182880"/>
                <a:gd name="connsiteY2" fmla="*/ 429776 h 42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" h="429776">
                  <a:moveTo>
                    <a:pt x="0" y="420632"/>
                  </a:moveTo>
                  <a:cubicBezTo>
                    <a:pt x="35052" y="209558"/>
                    <a:pt x="49002" y="-1517"/>
                    <a:pt x="79482" y="7"/>
                  </a:cubicBezTo>
                  <a:cubicBezTo>
                    <a:pt x="109962" y="1531"/>
                    <a:pt x="156972" y="215654"/>
                    <a:pt x="182880" y="429776"/>
                  </a:cubicBezTo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E0ED028-5971-519F-63A2-44E4B91474EB}"/>
                </a:ext>
              </a:extLst>
            </p:cNvPr>
            <p:cNvSpPr/>
            <p:nvPr/>
          </p:nvSpPr>
          <p:spPr>
            <a:xfrm>
              <a:off x="4463970" y="3333864"/>
              <a:ext cx="206371" cy="45719"/>
            </a:xfrm>
            <a:custGeom>
              <a:avLst/>
              <a:gdLst>
                <a:gd name="connsiteX0" fmla="*/ 0 w 182880"/>
                <a:gd name="connsiteY0" fmla="*/ 420632 h 429776"/>
                <a:gd name="connsiteX1" fmla="*/ 100584 w 182880"/>
                <a:gd name="connsiteY1" fmla="*/ 8 h 429776"/>
                <a:gd name="connsiteX2" fmla="*/ 182880 w 182880"/>
                <a:gd name="connsiteY2" fmla="*/ 429776 h 429776"/>
                <a:gd name="connsiteX0" fmla="*/ 0 w 182880"/>
                <a:gd name="connsiteY0" fmla="*/ 420632 h 429776"/>
                <a:gd name="connsiteX1" fmla="*/ 79482 w 182880"/>
                <a:gd name="connsiteY1" fmla="*/ 7 h 429776"/>
                <a:gd name="connsiteX2" fmla="*/ 182880 w 182880"/>
                <a:gd name="connsiteY2" fmla="*/ 429776 h 42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" h="429776">
                  <a:moveTo>
                    <a:pt x="0" y="420632"/>
                  </a:moveTo>
                  <a:cubicBezTo>
                    <a:pt x="35052" y="209558"/>
                    <a:pt x="49002" y="-1517"/>
                    <a:pt x="79482" y="7"/>
                  </a:cubicBezTo>
                  <a:cubicBezTo>
                    <a:pt x="109962" y="1531"/>
                    <a:pt x="156972" y="215654"/>
                    <a:pt x="182880" y="429776"/>
                  </a:cubicBezTo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68BF450-4751-FFD9-EC20-6C36A108C116}"/>
              </a:ext>
            </a:extLst>
          </p:cNvPr>
          <p:cNvGrpSpPr/>
          <p:nvPr/>
        </p:nvGrpSpPr>
        <p:grpSpPr>
          <a:xfrm>
            <a:off x="6121754" y="3932724"/>
            <a:ext cx="1150379" cy="1295907"/>
            <a:chOff x="9073705" y="1703725"/>
            <a:chExt cx="1582991" cy="129590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D8B7989-06A7-7562-52E0-0AE65307AD82}"/>
                </a:ext>
              </a:extLst>
            </p:cNvPr>
            <p:cNvSpPr txBox="1"/>
            <p:nvPr/>
          </p:nvSpPr>
          <p:spPr>
            <a:xfrm rot="16200000">
              <a:off x="8684633" y="2092797"/>
              <a:ext cx="1159312" cy="381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5093702-47E0-6E67-CA7E-837CDAA03203}"/>
                </a:ext>
              </a:extLst>
            </p:cNvPr>
            <p:cNvCxnSpPr>
              <a:cxnSpLocks/>
            </p:cNvCxnSpPr>
            <p:nvPr/>
          </p:nvCxnSpPr>
          <p:spPr>
            <a:xfrm>
              <a:off x="9435436" y="1897086"/>
              <a:ext cx="0" cy="8045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E46B6C8-E8B5-6EBB-5581-6A9FBCC83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4756" y="2701633"/>
              <a:ext cx="9555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A94C20A-DD09-4FA7-713E-B2147D28FE54}"/>
                </a:ext>
              </a:extLst>
            </p:cNvPr>
            <p:cNvSpPr/>
            <p:nvPr/>
          </p:nvSpPr>
          <p:spPr>
            <a:xfrm>
              <a:off x="9568603" y="2137411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01AA569-B17E-FF35-327C-541E1CB954B3}"/>
                </a:ext>
              </a:extLst>
            </p:cNvPr>
            <p:cNvSpPr/>
            <p:nvPr/>
          </p:nvSpPr>
          <p:spPr>
            <a:xfrm>
              <a:off x="9664254" y="2221527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8C57DE8-F957-7F5D-B2EC-3A1359318CE8}"/>
                </a:ext>
              </a:extLst>
            </p:cNvPr>
            <p:cNvSpPr/>
            <p:nvPr/>
          </p:nvSpPr>
          <p:spPr>
            <a:xfrm>
              <a:off x="9650863" y="2066690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66AC6F9-5422-7CFC-1D1B-CBCDB12C4EDF}"/>
                </a:ext>
              </a:extLst>
            </p:cNvPr>
            <p:cNvSpPr/>
            <p:nvPr/>
          </p:nvSpPr>
          <p:spPr>
            <a:xfrm>
              <a:off x="9698688" y="2108381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9D2DAC6-8443-3303-C986-20D6DFA37CCA}"/>
                </a:ext>
              </a:extLst>
            </p:cNvPr>
            <p:cNvSpPr/>
            <p:nvPr/>
          </p:nvSpPr>
          <p:spPr>
            <a:xfrm>
              <a:off x="9761497" y="1952477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69B1F2F-E85D-28D5-9623-8A0CCFE931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97585" y="2063570"/>
              <a:ext cx="811877" cy="39340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3E92407-AF15-C1A1-32BD-FEE50A095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8708" y="2043811"/>
              <a:ext cx="811877" cy="39340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DAE9926-A629-BECB-513F-787774B25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6056" y="2086677"/>
              <a:ext cx="811877" cy="39340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5231B0A-D2E1-ADE5-831E-A2C7EEB12FEE}"/>
                </a:ext>
              </a:extLst>
            </p:cNvPr>
            <p:cNvSpPr/>
            <p:nvPr/>
          </p:nvSpPr>
          <p:spPr>
            <a:xfrm>
              <a:off x="9809322" y="1994168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0470E40-D830-82CF-1743-46A57832EA7C}"/>
                </a:ext>
              </a:extLst>
            </p:cNvPr>
            <p:cNvSpPr/>
            <p:nvPr/>
          </p:nvSpPr>
          <p:spPr>
            <a:xfrm>
              <a:off x="9771781" y="2079260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BE47924-555B-570F-3BD3-43CF738DF1B8}"/>
                </a:ext>
              </a:extLst>
            </p:cNvPr>
            <p:cNvSpPr/>
            <p:nvPr/>
          </p:nvSpPr>
          <p:spPr>
            <a:xfrm>
              <a:off x="9572057" y="2004891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1F06227-5B3C-DBA2-EE76-86FBE6206DF0}"/>
                </a:ext>
              </a:extLst>
            </p:cNvPr>
            <p:cNvSpPr/>
            <p:nvPr/>
          </p:nvSpPr>
          <p:spPr>
            <a:xfrm>
              <a:off x="9516056" y="2286801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2F59224-594D-4342-D238-278E4FEDCFED}"/>
                </a:ext>
              </a:extLst>
            </p:cNvPr>
            <p:cNvSpPr/>
            <p:nvPr/>
          </p:nvSpPr>
          <p:spPr>
            <a:xfrm>
              <a:off x="9953602" y="2156216"/>
              <a:ext cx="34434" cy="30968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B44017D-9970-AD8E-0E7A-3DFA4D443F9E}"/>
                </a:ext>
              </a:extLst>
            </p:cNvPr>
            <p:cNvSpPr/>
            <p:nvPr/>
          </p:nvSpPr>
          <p:spPr>
            <a:xfrm>
              <a:off x="9728811" y="2521378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ECAF722-DC9D-8F94-3717-F303A891F1B2}"/>
                </a:ext>
              </a:extLst>
            </p:cNvPr>
            <p:cNvSpPr/>
            <p:nvPr/>
          </p:nvSpPr>
          <p:spPr>
            <a:xfrm>
              <a:off x="9784762" y="2386130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245BD49-D3D1-325D-B1B2-ACADCAA0686C}"/>
                </a:ext>
              </a:extLst>
            </p:cNvPr>
            <p:cNvSpPr/>
            <p:nvPr/>
          </p:nvSpPr>
          <p:spPr>
            <a:xfrm>
              <a:off x="10032408" y="2361370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66654ED-AB63-2DCB-1CAD-D69307338100}"/>
                </a:ext>
              </a:extLst>
            </p:cNvPr>
            <p:cNvSpPr/>
            <p:nvPr/>
          </p:nvSpPr>
          <p:spPr>
            <a:xfrm>
              <a:off x="9888161" y="2485118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34C98F8-4333-C538-5639-848AE8A9A9F3}"/>
                </a:ext>
              </a:extLst>
            </p:cNvPr>
            <p:cNvSpPr/>
            <p:nvPr/>
          </p:nvSpPr>
          <p:spPr>
            <a:xfrm>
              <a:off x="10214887" y="2137411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7E99D257-3D8A-8DCC-91EC-A729B987D579}"/>
                </a:ext>
              </a:extLst>
            </p:cNvPr>
            <p:cNvSpPr/>
            <p:nvPr/>
          </p:nvSpPr>
          <p:spPr>
            <a:xfrm>
              <a:off x="10190868" y="2288849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9D093D2-DE51-5B31-DE78-773FC6754B28}"/>
                </a:ext>
              </a:extLst>
            </p:cNvPr>
            <p:cNvSpPr/>
            <p:nvPr/>
          </p:nvSpPr>
          <p:spPr>
            <a:xfrm>
              <a:off x="10153326" y="2373940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6E72E59-3FA2-ACCF-22D4-8175B0936D57}"/>
                </a:ext>
              </a:extLst>
            </p:cNvPr>
            <p:cNvSpPr/>
            <p:nvPr/>
          </p:nvSpPr>
          <p:spPr>
            <a:xfrm>
              <a:off x="9953602" y="2299571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6511E32-317E-2F9D-D818-3C50463DB5BC}"/>
                </a:ext>
              </a:extLst>
            </p:cNvPr>
            <p:cNvSpPr/>
            <p:nvPr/>
          </p:nvSpPr>
          <p:spPr>
            <a:xfrm>
              <a:off x="9897601" y="2581482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CB015D9-8CEE-734F-79EC-21611A532D6B}"/>
                </a:ext>
              </a:extLst>
            </p:cNvPr>
            <p:cNvSpPr/>
            <p:nvPr/>
          </p:nvSpPr>
          <p:spPr>
            <a:xfrm>
              <a:off x="9616196" y="2560961"/>
              <a:ext cx="34434" cy="3096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59644FB-0A66-4976-131A-B35B9576AD26}"/>
                </a:ext>
              </a:extLst>
            </p:cNvPr>
            <p:cNvSpPr txBox="1"/>
            <p:nvPr/>
          </p:nvSpPr>
          <p:spPr>
            <a:xfrm>
              <a:off x="9227796" y="2722633"/>
              <a:ext cx="1428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2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2C55062-8AF6-9F75-8003-A95D74373290}"/>
              </a:ext>
            </a:extLst>
          </p:cNvPr>
          <p:cNvGrpSpPr/>
          <p:nvPr/>
        </p:nvGrpSpPr>
        <p:grpSpPr>
          <a:xfrm>
            <a:off x="9441270" y="4087140"/>
            <a:ext cx="345299" cy="612586"/>
            <a:chOff x="4690794" y="3051190"/>
            <a:chExt cx="361950" cy="676275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0219C198-5CF5-3C2D-1C95-E3945E83EE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0794" y="3051190"/>
              <a:ext cx="361950" cy="67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97256CA-AD82-3596-6AE8-52804967A4BA}"/>
                </a:ext>
              </a:extLst>
            </p:cNvPr>
            <p:cNvSpPr/>
            <p:nvPr/>
          </p:nvSpPr>
          <p:spPr>
            <a:xfrm>
              <a:off x="4709843" y="3389328"/>
              <a:ext cx="323850" cy="317500"/>
            </a:xfrm>
            <a:custGeom>
              <a:avLst/>
              <a:gdLst>
                <a:gd name="connsiteX0" fmla="*/ 0 w 323850"/>
                <a:gd name="connsiteY0" fmla="*/ 6350 h 317500"/>
                <a:gd name="connsiteX1" fmla="*/ 0 w 323850"/>
                <a:gd name="connsiteY1" fmla="*/ 260350 h 317500"/>
                <a:gd name="connsiteX2" fmla="*/ 31750 w 323850"/>
                <a:gd name="connsiteY2" fmla="*/ 317500 h 317500"/>
                <a:gd name="connsiteX3" fmla="*/ 285750 w 323850"/>
                <a:gd name="connsiteY3" fmla="*/ 317500 h 317500"/>
                <a:gd name="connsiteX4" fmla="*/ 323850 w 323850"/>
                <a:gd name="connsiteY4" fmla="*/ 279400 h 317500"/>
                <a:gd name="connsiteX5" fmla="*/ 323850 w 323850"/>
                <a:gd name="connsiteY5" fmla="*/ 6350 h 317500"/>
                <a:gd name="connsiteX6" fmla="*/ 247650 w 323850"/>
                <a:gd name="connsiteY6" fmla="*/ 12700 h 317500"/>
                <a:gd name="connsiteX7" fmla="*/ 165100 w 323850"/>
                <a:gd name="connsiteY7" fmla="*/ 0 h 317500"/>
                <a:gd name="connsiteX8" fmla="*/ 88900 w 323850"/>
                <a:gd name="connsiteY8" fmla="*/ 19050 h 317500"/>
                <a:gd name="connsiteX9" fmla="*/ 0 w 323850"/>
                <a:gd name="connsiteY9" fmla="*/ 635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850" h="317500">
                  <a:moveTo>
                    <a:pt x="0" y="6350"/>
                  </a:moveTo>
                  <a:lnTo>
                    <a:pt x="0" y="260350"/>
                  </a:lnTo>
                  <a:lnTo>
                    <a:pt x="31750" y="317500"/>
                  </a:lnTo>
                  <a:lnTo>
                    <a:pt x="285750" y="317500"/>
                  </a:lnTo>
                  <a:lnTo>
                    <a:pt x="323850" y="279400"/>
                  </a:lnTo>
                  <a:lnTo>
                    <a:pt x="323850" y="6350"/>
                  </a:lnTo>
                  <a:lnTo>
                    <a:pt x="247650" y="12700"/>
                  </a:lnTo>
                  <a:lnTo>
                    <a:pt x="165100" y="0"/>
                  </a:lnTo>
                  <a:lnTo>
                    <a:pt x="88900" y="1905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3DA3C4AE-AF15-BA72-8A4E-D8DD0982E8E0}"/>
              </a:ext>
            </a:extLst>
          </p:cNvPr>
          <p:cNvSpPr txBox="1"/>
          <p:nvPr/>
        </p:nvSpPr>
        <p:spPr>
          <a:xfrm rot="19597417">
            <a:off x="3240613" y="195962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Smearing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A9CE452-0F00-FCE3-3ACC-12EAC15E2135}"/>
              </a:ext>
            </a:extLst>
          </p:cNvPr>
          <p:cNvSpPr txBox="1"/>
          <p:nvPr/>
        </p:nvSpPr>
        <p:spPr>
          <a:xfrm>
            <a:off x="621172" y="429407"/>
            <a:ext cx="840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PIMMS v1.2 – a fully self-contained software </a:t>
            </a:r>
          </a:p>
        </p:txBody>
      </p:sp>
    </p:spTree>
    <p:extLst>
      <p:ext uri="{BB962C8B-B14F-4D97-AF65-F5344CB8AC3E}">
        <p14:creationId xmlns:p14="http://schemas.microsoft.com/office/powerpoint/2010/main" val="45604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58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NormativePro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Kudzin, Gregory Phillip</dc:creator>
  <cp:lastModifiedBy>Kudzin, Gregory Phillip</cp:lastModifiedBy>
  <cp:revision>2</cp:revision>
  <dcterms:created xsi:type="dcterms:W3CDTF">2025-01-29T19:33:16Z</dcterms:created>
  <dcterms:modified xsi:type="dcterms:W3CDTF">2025-01-29T20:44:05Z</dcterms:modified>
</cp:coreProperties>
</file>