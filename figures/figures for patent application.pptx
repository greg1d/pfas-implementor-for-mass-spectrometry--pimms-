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>
        <p:scale>
          <a:sx n="100" d="100"/>
          <a:sy n="100" d="100"/>
        </p:scale>
        <p:origin x="999" y="1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3F89AA-405C-87B6-6F36-02F63A783F15}"/>
              </a:ext>
            </a:extLst>
          </p:cNvPr>
          <p:cNvCxnSpPr/>
          <p:nvPr/>
        </p:nvCxnSpPr>
        <p:spPr>
          <a:xfrm>
            <a:off x="5097888" y="1829295"/>
            <a:ext cx="0" cy="2140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 descr="A graph with a curve&#10;&#10;AI-generated content may be incorrect.">
            <a:extLst>
              <a:ext uri="{FF2B5EF4-FFF2-40B4-BE49-F238E27FC236}">
                <a16:creationId xmlns:a16="http://schemas.microsoft.com/office/drawing/2014/main" id="{7CEB56D0-AD77-8D3B-B6BE-F32A658CE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31" t="13484" r="11870" b="7215"/>
          <a:stretch/>
        </p:blipFill>
        <p:spPr>
          <a:xfrm>
            <a:off x="3191069" y="1091682"/>
            <a:ext cx="6391470" cy="507585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49497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C00DC-D94B-9676-8D8A-D1FE5106CE0C}"/>
              </a:ext>
            </a:extLst>
          </p:cNvPr>
          <p:cNvCxnSpPr>
            <a:cxnSpLocks/>
          </p:cNvCxnSpPr>
          <p:nvPr/>
        </p:nvCxnSpPr>
        <p:spPr>
          <a:xfrm flipH="1" flipV="1">
            <a:off x="6643110" y="4621237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C475CBB-CE22-7EFD-2E4B-8463BC45D1B7}"/>
              </a:ext>
            </a:extLst>
          </p:cNvPr>
          <p:cNvCxnSpPr>
            <a:cxnSpLocks/>
          </p:cNvCxnSpPr>
          <p:nvPr/>
        </p:nvCxnSpPr>
        <p:spPr>
          <a:xfrm flipV="1">
            <a:off x="5959466" y="4665733"/>
            <a:ext cx="909276" cy="6254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5A444B0-5771-AC69-FE61-51603614D6AF}"/>
              </a:ext>
            </a:extLst>
          </p:cNvPr>
          <p:cNvCxnSpPr>
            <a:cxnSpLocks/>
          </p:cNvCxnSpPr>
          <p:nvPr/>
        </p:nvCxnSpPr>
        <p:spPr>
          <a:xfrm flipH="1" flipV="1">
            <a:off x="5733835" y="5254598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1169B4-0704-655E-C489-E5D2AC10E9F4}"/>
              </a:ext>
            </a:extLst>
          </p:cNvPr>
          <p:cNvCxnSpPr>
            <a:cxnSpLocks/>
          </p:cNvCxnSpPr>
          <p:nvPr/>
        </p:nvCxnSpPr>
        <p:spPr>
          <a:xfrm>
            <a:off x="4123808" y="4741460"/>
            <a:ext cx="1200302" cy="275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781EF69-5475-3D79-F3BE-2F880152AEE7}"/>
              </a:ext>
            </a:extLst>
          </p:cNvPr>
          <p:cNvCxnSpPr>
            <a:cxnSpLocks/>
          </p:cNvCxnSpPr>
          <p:nvPr/>
        </p:nvCxnSpPr>
        <p:spPr>
          <a:xfrm flipH="1">
            <a:off x="3977402" y="4639318"/>
            <a:ext cx="298831" cy="188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9AD6533-7F0F-F95C-1572-74B91B9A2796}"/>
              </a:ext>
            </a:extLst>
          </p:cNvPr>
          <p:cNvCxnSpPr>
            <a:cxnSpLocks/>
          </p:cNvCxnSpPr>
          <p:nvPr/>
        </p:nvCxnSpPr>
        <p:spPr>
          <a:xfrm flipH="1">
            <a:off x="5173336" y="4888748"/>
            <a:ext cx="298831" cy="2490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01EA3A0-6DAC-DFB1-F661-77EA76B540C4}"/>
              </a:ext>
            </a:extLst>
          </p:cNvPr>
          <p:cNvGrpSpPr/>
          <p:nvPr/>
        </p:nvGrpSpPr>
        <p:grpSpPr>
          <a:xfrm>
            <a:off x="3295878" y="1658609"/>
            <a:ext cx="3017526" cy="3950216"/>
            <a:chOff x="3295878" y="1453892"/>
            <a:chExt cx="3017526" cy="3950216"/>
          </a:xfrm>
        </p:grpSpPr>
        <p:pic>
          <p:nvPicPr>
            <p:cNvPr id="5" name="Picture 4" descr="A graph showing a number of dots&#10;&#10;AI-generated content may be incorrect.">
              <a:extLst>
                <a:ext uri="{FF2B5EF4-FFF2-40B4-BE49-F238E27FC236}">
                  <a16:creationId xmlns:a16="http://schemas.microsoft.com/office/drawing/2014/main" id="{0FF1AC1F-8E09-A4A1-1B06-86C786A2A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5878" y="1453892"/>
              <a:ext cx="3017526" cy="39502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057A34-A99D-48F4-A087-77D40043C767}"/>
                </a:ext>
              </a:extLst>
            </p:cNvPr>
            <p:cNvSpPr txBox="1"/>
            <p:nvPr/>
          </p:nvSpPr>
          <p:spPr>
            <a:xfrm>
              <a:off x="5107260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539 features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A250BE-0B65-BE91-4449-C546ED0FCCDD}"/>
                </a:ext>
              </a:extLst>
            </p:cNvPr>
            <p:cNvSpPr txBox="1"/>
            <p:nvPr/>
          </p:nvSpPr>
          <p:spPr>
            <a:xfrm>
              <a:off x="5205733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224 features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651AAF6-31EF-6F9C-1FAB-8926C6D18BAC}"/>
              </a:ext>
            </a:extLst>
          </p:cNvPr>
          <p:cNvGrpSpPr/>
          <p:nvPr/>
        </p:nvGrpSpPr>
        <p:grpSpPr>
          <a:xfrm>
            <a:off x="278352" y="1658609"/>
            <a:ext cx="3017526" cy="3950216"/>
            <a:chOff x="278352" y="1453892"/>
            <a:chExt cx="3017526" cy="3950216"/>
          </a:xfrm>
        </p:grpSpPr>
        <p:pic>
          <p:nvPicPr>
            <p:cNvPr id="8" name="Picture 7" descr="A graph of a line with dots&#10;&#10;AI-generated content may be incorrect.">
              <a:extLst>
                <a:ext uri="{FF2B5EF4-FFF2-40B4-BE49-F238E27FC236}">
                  <a16:creationId xmlns:a16="http://schemas.microsoft.com/office/drawing/2014/main" id="{A1C3FF27-8326-8C82-91A7-DCC96C3B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2" y="1453892"/>
              <a:ext cx="3017526" cy="395021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A9CEBE-242E-C60C-039A-20798F2E2266}"/>
                </a:ext>
              </a:extLst>
            </p:cNvPr>
            <p:cNvSpPr txBox="1"/>
            <p:nvPr/>
          </p:nvSpPr>
          <p:spPr>
            <a:xfrm>
              <a:off x="2236681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 features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4FBED3-2A27-86E9-8300-C36B9CF1641F}"/>
                </a:ext>
              </a:extLst>
            </p:cNvPr>
            <p:cNvSpPr txBox="1"/>
            <p:nvPr/>
          </p:nvSpPr>
          <p:spPr>
            <a:xfrm>
              <a:off x="2335154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78 features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4D9C5C1-44A6-830E-648B-191FA38E3539}"/>
              </a:ext>
            </a:extLst>
          </p:cNvPr>
          <p:cNvGrpSpPr/>
          <p:nvPr/>
        </p:nvGrpSpPr>
        <p:grpSpPr>
          <a:xfrm>
            <a:off x="6160615" y="1658609"/>
            <a:ext cx="3017526" cy="3950216"/>
            <a:chOff x="6160615" y="1549426"/>
            <a:chExt cx="3017526" cy="3950216"/>
          </a:xfrm>
        </p:grpSpPr>
        <p:pic>
          <p:nvPicPr>
            <p:cNvPr id="14" name="Picture 13" descr="A graph of a curve&#10;&#10;AI-generated content may be incorrect.">
              <a:extLst>
                <a:ext uri="{FF2B5EF4-FFF2-40B4-BE49-F238E27FC236}">
                  <a16:creationId xmlns:a16="http://schemas.microsoft.com/office/drawing/2014/main" id="{FF9B38C0-FC0E-9F1F-6312-E5F18F149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0615" y="1549426"/>
              <a:ext cx="3017526" cy="395021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C2704A7-7455-36CA-2E16-572888FC406E}"/>
                </a:ext>
              </a:extLst>
            </p:cNvPr>
            <p:cNvSpPr txBox="1"/>
            <p:nvPr/>
          </p:nvSpPr>
          <p:spPr>
            <a:xfrm>
              <a:off x="821891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12 features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34CE0D-CF04-1D76-7468-831C44631760}"/>
                </a:ext>
              </a:extLst>
            </p:cNvPr>
            <p:cNvSpPr txBox="1"/>
            <p:nvPr/>
          </p:nvSpPr>
          <p:spPr>
            <a:xfrm>
              <a:off x="825227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88 features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8D1055-64DA-ACF6-06C6-0A10EB03241D}"/>
              </a:ext>
            </a:extLst>
          </p:cNvPr>
          <p:cNvGrpSpPr/>
          <p:nvPr/>
        </p:nvGrpSpPr>
        <p:grpSpPr>
          <a:xfrm>
            <a:off x="8990251" y="1658609"/>
            <a:ext cx="3141649" cy="3950216"/>
            <a:chOff x="8990251" y="1658609"/>
            <a:chExt cx="3141649" cy="3950216"/>
          </a:xfrm>
        </p:grpSpPr>
        <p:pic>
          <p:nvPicPr>
            <p:cNvPr id="20" name="Picture 19" descr="A graph of a graph showing a curve&#10;&#10;AI-generated content may be incorrect.">
              <a:extLst>
                <a:ext uri="{FF2B5EF4-FFF2-40B4-BE49-F238E27FC236}">
                  <a16:creationId xmlns:a16="http://schemas.microsoft.com/office/drawing/2014/main" id="{AE854FB4-476A-EFE2-694B-04794E45B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251" y="1658609"/>
              <a:ext cx="3017526" cy="395021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046B19-BE24-080F-E7F1-EF899661774F}"/>
                </a:ext>
              </a:extLst>
            </p:cNvPr>
            <p:cNvSpPr txBox="1"/>
            <p:nvPr/>
          </p:nvSpPr>
          <p:spPr>
            <a:xfrm>
              <a:off x="1120777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323 features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6BEF216-0AAB-0358-A27A-0F49C368F540}"/>
                </a:ext>
              </a:extLst>
            </p:cNvPr>
            <p:cNvSpPr txBox="1"/>
            <p:nvPr/>
          </p:nvSpPr>
          <p:spPr>
            <a:xfrm>
              <a:off x="1124113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440 features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F0E0FF69-00B6-ECAC-7F0D-592A309A7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823" y="1818968"/>
            <a:ext cx="457200" cy="457200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2B1C9F-9420-AB0C-F8C1-2A13F28F59AF}"/>
              </a:ext>
            </a:extLst>
          </p:cNvPr>
          <p:cNvGrpSpPr/>
          <p:nvPr/>
        </p:nvGrpSpPr>
        <p:grpSpPr>
          <a:xfrm>
            <a:off x="3864092" y="1795082"/>
            <a:ext cx="596711" cy="568657"/>
            <a:chOff x="3864092" y="1763239"/>
            <a:chExt cx="596711" cy="568657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6F5415-04F0-675E-007B-E2F2FEC83846}"/>
                </a:ext>
              </a:extLst>
            </p:cNvPr>
            <p:cNvSpPr/>
            <p:nvPr/>
          </p:nvSpPr>
          <p:spPr>
            <a:xfrm>
              <a:off x="3864092" y="1763239"/>
              <a:ext cx="596711" cy="5686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8C01312-3D3D-4C08-0990-34124515C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33847" y="1818968"/>
              <a:ext cx="457200" cy="457200"/>
            </a:xfrm>
            <a:prstGeom prst="rect">
              <a:avLst/>
            </a:prstGeom>
          </p:spPr>
        </p:pic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D5BB4EE8-C0DE-05CC-00B4-FB29A9005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7573" y="1818968"/>
            <a:ext cx="457200" cy="457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64727C8-033C-C9A5-327D-0F1821F69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20879" y="1818968"/>
            <a:ext cx="457200" cy="4572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34603E0-C242-247C-289D-44241A3BFF96}"/>
              </a:ext>
            </a:extLst>
          </p:cNvPr>
          <p:cNvSpPr txBox="1"/>
          <p:nvPr/>
        </p:nvSpPr>
        <p:spPr>
          <a:xfrm>
            <a:off x="1982583" y="4697198"/>
            <a:ext cx="141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7BDB107-4E21-1368-C04F-54F46D86E8AF}"/>
              </a:ext>
            </a:extLst>
          </p:cNvPr>
          <p:cNvSpPr/>
          <p:nvPr/>
        </p:nvSpPr>
        <p:spPr>
          <a:xfrm>
            <a:off x="1916899" y="4773881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0ED73C7-B6EF-F67F-2360-01A04A3F3445}"/>
              </a:ext>
            </a:extLst>
          </p:cNvPr>
          <p:cNvSpPr/>
          <p:nvPr/>
        </p:nvSpPr>
        <p:spPr>
          <a:xfrm>
            <a:off x="1916899" y="4905393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22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E252AF72-D401-0CBB-1724-6C83A06D3DA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92CD6EE-EE8F-E3E4-6D2E-1886FE020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5408" y="0"/>
            <a:ext cx="4901184" cy="6858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D8AE5D-B1DB-F18D-8CAF-5F7E8294DA86}"/>
              </a:ext>
            </a:extLst>
          </p:cNvPr>
          <p:cNvSpPr/>
          <p:nvPr/>
        </p:nvSpPr>
        <p:spPr>
          <a:xfrm>
            <a:off x="8039100" y="3662363"/>
            <a:ext cx="614363" cy="2381250"/>
          </a:xfrm>
          <a:custGeom>
            <a:avLst/>
            <a:gdLst>
              <a:gd name="connsiteX0" fmla="*/ 47625 w 614363"/>
              <a:gd name="connsiteY0" fmla="*/ 219075 h 2381250"/>
              <a:gd name="connsiteX1" fmla="*/ 0 w 614363"/>
              <a:gd name="connsiteY1" fmla="*/ 2266950 h 2381250"/>
              <a:gd name="connsiteX2" fmla="*/ 138113 w 614363"/>
              <a:gd name="connsiteY2" fmla="*/ 2381250 h 2381250"/>
              <a:gd name="connsiteX3" fmla="*/ 376238 w 614363"/>
              <a:gd name="connsiteY3" fmla="*/ 2362200 h 2381250"/>
              <a:gd name="connsiteX4" fmla="*/ 614363 w 614363"/>
              <a:gd name="connsiteY4" fmla="*/ 285750 h 2381250"/>
              <a:gd name="connsiteX5" fmla="*/ 523875 w 614363"/>
              <a:gd name="connsiteY5" fmla="*/ 0 h 2381250"/>
              <a:gd name="connsiteX6" fmla="*/ 47625 w 614363"/>
              <a:gd name="connsiteY6" fmla="*/ 219075 h 2381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4363" h="2381250">
                <a:moveTo>
                  <a:pt x="47625" y="219075"/>
                </a:moveTo>
                <a:lnTo>
                  <a:pt x="0" y="2266950"/>
                </a:lnTo>
                <a:lnTo>
                  <a:pt x="138113" y="2381250"/>
                </a:lnTo>
                <a:lnTo>
                  <a:pt x="376238" y="2362200"/>
                </a:lnTo>
                <a:lnTo>
                  <a:pt x="614363" y="285750"/>
                </a:lnTo>
                <a:lnTo>
                  <a:pt x="523875" y="0"/>
                </a:lnTo>
                <a:lnTo>
                  <a:pt x="47625" y="2190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70246893-127F-367E-54D1-F51CEA5119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479" b="62916"/>
          <a:stretch/>
        </p:blipFill>
        <p:spPr>
          <a:xfrm>
            <a:off x="7987756" y="3652840"/>
            <a:ext cx="564642" cy="254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33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1840</TotalTime>
  <Words>115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Gregory Kudzin</cp:lastModifiedBy>
  <cp:revision>7</cp:revision>
  <dcterms:created xsi:type="dcterms:W3CDTF">2025-04-29T13:34:52Z</dcterms:created>
  <dcterms:modified xsi:type="dcterms:W3CDTF">2025-05-01T20:08:09Z</dcterms:modified>
</cp:coreProperties>
</file>