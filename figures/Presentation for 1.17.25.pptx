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64" r:id="rId4"/>
    <p:sldId id="263" r:id="rId5"/>
    <p:sldId id="261" r:id="rId6"/>
    <p:sldId id="257" r:id="rId7"/>
    <p:sldId id="258" r:id="rId8"/>
    <p:sldId id="259" r:id="rId9"/>
    <p:sldId id="260" r:id="rId10"/>
    <p:sldId id="262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4EA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F:\Twins%20Project%20(2.24-)\Data%20Export%207.17.24\9Cl-PF3ONS%20Evidence\Isotopic%20Distribution%20Modelling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F:\Twins%20Project%20(2.24-)\Data%20Export%207.17.24\9Cl-PF3ONS%20Evidence\Isotopic%20Distribution%20Modelling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F:\Twins%20Project%20(2.24-)\Data%20Export%207.17.24\9Cl-PF3ONS%20Evidence\Isotopic%20Distribution%20Modelling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1"/>
          <c:order val="1"/>
          <c:tx>
            <c:v>My Data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'Isotopic Distribution Modelling'!$F$180:$F$359</c:f>
              <c:numCache>
                <c:formatCode>General</c:formatCode>
                <c:ptCount val="180"/>
                <c:pt idx="0">
                  <c:v>530.25829331771502</c:v>
                </c:pt>
                <c:pt idx="1">
                  <c:v>530.266286040669</c:v>
                </c:pt>
                <c:pt idx="2">
                  <c:v>530.27427882428503</c:v>
                </c:pt>
                <c:pt idx="3">
                  <c:v>530.28227166771399</c:v>
                </c:pt>
                <c:pt idx="4">
                  <c:v>530.29026457180601</c:v>
                </c:pt>
                <c:pt idx="5">
                  <c:v>530.29825753571197</c:v>
                </c:pt>
                <c:pt idx="6">
                  <c:v>530.30625056027895</c:v>
                </c:pt>
                <c:pt idx="7">
                  <c:v>530.31424364466102</c:v>
                </c:pt>
                <c:pt idx="8">
                  <c:v>530.32223678970399</c:v>
                </c:pt>
                <c:pt idx="9">
                  <c:v>530.33022999456102</c:v>
                </c:pt>
                <c:pt idx="10">
                  <c:v>530.33822326007896</c:v>
                </c:pt>
                <c:pt idx="11">
                  <c:v>530.346216585413</c:v>
                </c:pt>
                <c:pt idx="12">
                  <c:v>530.35420997140704</c:v>
                </c:pt>
                <c:pt idx="13">
                  <c:v>530.36220341721605</c:v>
                </c:pt>
                <c:pt idx="14">
                  <c:v>530.37019692368494</c:v>
                </c:pt>
                <c:pt idx="15">
                  <c:v>530.37819048997096</c:v>
                </c:pt>
                <c:pt idx="16">
                  <c:v>530.38618411691596</c:v>
                </c:pt>
                <c:pt idx="17">
                  <c:v>530.40217155109701</c:v>
                </c:pt>
                <c:pt idx="18">
                  <c:v>530.41016535833501</c:v>
                </c:pt>
                <c:pt idx="19">
                  <c:v>530.41815922623096</c:v>
                </c:pt>
                <c:pt idx="20">
                  <c:v>530.42615315394403</c:v>
                </c:pt>
                <c:pt idx="21">
                  <c:v>530.43414714231596</c:v>
                </c:pt>
                <c:pt idx="22">
                  <c:v>530.44214119050503</c:v>
                </c:pt>
                <c:pt idx="23">
                  <c:v>530.45013529935204</c:v>
                </c:pt>
                <c:pt idx="24">
                  <c:v>530.45812946801698</c:v>
                </c:pt>
                <c:pt idx="25">
                  <c:v>530.809932534018</c:v>
                </c:pt>
                <c:pt idx="26">
                  <c:v>530.81792941380104</c:v>
                </c:pt>
                <c:pt idx="27">
                  <c:v>530.82592635341496</c:v>
                </c:pt>
                <c:pt idx="28">
                  <c:v>530.83392335367296</c:v>
                </c:pt>
                <c:pt idx="29">
                  <c:v>530.84192041376298</c:v>
                </c:pt>
                <c:pt idx="30">
                  <c:v>530.84991753449697</c:v>
                </c:pt>
                <c:pt idx="31">
                  <c:v>530.85791471506298</c:v>
                </c:pt>
                <c:pt idx="32">
                  <c:v>530.86591195627204</c:v>
                </c:pt>
                <c:pt idx="33">
                  <c:v>530.87390925731404</c:v>
                </c:pt>
                <c:pt idx="34">
                  <c:v>530.88190661899898</c:v>
                </c:pt>
                <c:pt idx="35">
                  <c:v>530.88990404051697</c:v>
                </c:pt>
                <c:pt idx="36">
                  <c:v>530.89790152267801</c:v>
                </c:pt>
                <c:pt idx="37">
                  <c:v>530.90589906467096</c:v>
                </c:pt>
                <c:pt idx="38">
                  <c:v>530.91389666730799</c:v>
                </c:pt>
                <c:pt idx="39">
                  <c:v>530.92189432977705</c:v>
                </c:pt>
                <c:pt idx="40">
                  <c:v>530.92989205288904</c:v>
                </c:pt>
                <c:pt idx="41">
                  <c:v>530.93788983583397</c:v>
                </c:pt>
                <c:pt idx="42">
                  <c:v>530.94588767942196</c:v>
                </c:pt>
                <c:pt idx="43">
                  <c:v>530.95388558284299</c:v>
                </c:pt>
                <c:pt idx="44">
                  <c:v>530.96188354690605</c:v>
                </c:pt>
                <c:pt idx="45">
                  <c:v>530.96988157080398</c:v>
                </c:pt>
                <c:pt idx="46">
                  <c:v>530.97787965534201</c:v>
                </c:pt>
                <c:pt idx="47">
                  <c:v>530.98587779971501</c:v>
                </c:pt>
                <c:pt idx="48">
                  <c:v>530.99387600472903</c:v>
                </c:pt>
                <c:pt idx="49">
                  <c:v>531.00187426957802</c:v>
                </c:pt>
                <c:pt idx="50">
                  <c:v>531.00987259506803</c:v>
                </c:pt>
                <c:pt idx="51">
                  <c:v>531.01787098039301</c:v>
                </c:pt>
                <c:pt idx="52">
                  <c:v>531.02586942635799</c:v>
                </c:pt>
                <c:pt idx="53">
                  <c:v>531.03386793215998</c:v>
                </c:pt>
                <c:pt idx="54">
                  <c:v>531.04186649860003</c:v>
                </c:pt>
                <c:pt idx="55">
                  <c:v>531.04986512487801</c:v>
                </c:pt>
                <c:pt idx="56">
                  <c:v>531.24985036432997</c:v>
                </c:pt>
                <c:pt idx="57">
                  <c:v>531.25785055679501</c:v>
                </c:pt>
                <c:pt idx="58">
                  <c:v>531.26585080989196</c:v>
                </c:pt>
                <c:pt idx="59">
                  <c:v>531.273851122834</c:v>
                </c:pt>
                <c:pt idx="60">
                  <c:v>531.28185149640603</c:v>
                </c:pt>
                <c:pt idx="61">
                  <c:v>531.28985192982395</c:v>
                </c:pt>
                <c:pt idx="62">
                  <c:v>531.29785242387197</c:v>
                </c:pt>
                <c:pt idx="63">
                  <c:v>531.30585297776599</c:v>
                </c:pt>
                <c:pt idx="64">
                  <c:v>531.31385359229</c:v>
                </c:pt>
                <c:pt idx="65">
                  <c:v>531.32185426665899</c:v>
                </c:pt>
                <c:pt idx="66">
                  <c:v>531.32985500165898</c:v>
                </c:pt>
                <c:pt idx="67">
                  <c:v>531.33785579650396</c:v>
                </c:pt>
                <c:pt idx="68">
                  <c:v>531.34585665197903</c:v>
                </c:pt>
                <c:pt idx="69">
                  <c:v>531.3538575673</c:v>
                </c:pt>
                <c:pt idx="70">
                  <c:v>531.36185854325004</c:v>
                </c:pt>
                <c:pt idx="71">
                  <c:v>531.36985957904801</c:v>
                </c:pt>
                <c:pt idx="72">
                  <c:v>531.37786067547404</c:v>
                </c:pt>
                <c:pt idx="73">
                  <c:v>531.385861831748</c:v>
                </c:pt>
                <c:pt idx="74">
                  <c:v>531.39386304864797</c:v>
                </c:pt>
                <c:pt idx="75">
                  <c:v>531.40186432539804</c:v>
                </c:pt>
                <c:pt idx="76">
                  <c:v>531.40986566277502</c:v>
                </c:pt>
                <c:pt idx="77">
                  <c:v>531.41786706000096</c:v>
                </c:pt>
                <c:pt idx="78">
                  <c:v>531.425868517852</c:v>
                </c:pt>
                <c:pt idx="79">
                  <c:v>531.43387003555404</c:v>
                </c:pt>
                <c:pt idx="80">
                  <c:v>531.44187161388197</c:v>
                </c:pt>
                <c:pt idx="81">
                  <c:v>531.44987325206</c:v>
                </c:pt>
                <c:pt idx="82">
                  <c:v>531.45787495086199</c:v>
                </c:pt>
                <c:pt idx="83">
                  <c:v>531.46587670951601</c:v>
                </c:pt>
                <c:pt idx="84">
                  <c:v>531.47387852879501</c:v>
                </c:pt>
                <c:pt idx="85">
                  <c:v>531.87404628633794</c:v>
                </c:pt>
                <c:pt idx="86">
                  <c:v>531.882051177368</c:v>
                </c:pt>
                <c:pt idx="87">
                  <c:v>531.89005612900905</c:v>
                </c:pt>
                <c:pt idx="88">
                  <c:v>531.89806114051498</c:v>
                </c:pt>
                <c:pt idx="89">
                  <c:v>531.90606621263203</c:v>
                </c:pt>
                <c:pt idx="90">
                  <c:v>531.91407134461394</c:v>
                </c:pt>
                <c:pt idx="91">
                  <c:v>531.92207653720595</c:v>
                </c:pt>
                <c:pt idx="92">
                  <c:v>531.93008178966397</c:v>
                </c:pt>
                <c:pt idx="93">
                  <c:v>531.93808710273197</c:v>
                </c:pt>
                <c:pt idx="94">
                  <c:v>531.94609247566598</c:v>
                </c:pt>
                <c:pt idx="95">
                  <c:v>531.95409790920905</c:v>
                </c:pt>
                <c:pt idx="96">
                  <c:v>531.96210340261905</c:v>
                </c:pt>
                <c:pt idx="97">
                  <c:v>531.970108956638</c:v>
                </c:pt>
                <c:pt idx="98">
                  <c:v>531.97811457052399</c:v>
                </c:pt>
                <c:pt idx="99">
                  <c:v>531.98612024501801</c:v>
                </c:pt>
                <c:pt idx="100">
                  <c:v>531.99412591951204</c:v>
                </c:pt>
                <c:pt idx="101">
                  <c:v>531.99412597937999</c:v>
                </c:pt>
                <c:pt idx="102">
                  <c:v>532.25034129048299</c:v>
                </c:pt>
                <c:pt idx="103">
                  <c:v>532.25834901305996</c:v>
                </c:pt>
                <c:pt idx="104">
                  <c:v>532.26635679551498</c:v>
                </c:pt>
                <c:pt idx="105">
                  <c:v>532.27436463856702</c:v>
                </c:pt>
                <c:pt idx="106">
                  <c:v>532.28237254149803</c:v>
                </c:pt>
                <c:pt idx="107">
                  <c:v>532.29038050502595</c:v>
                </c:pt>
                <c:pt idx="108">
                  <c:v>532.29838852843204</c:v>
                </c:pt>
                <c:pt idx="109">
                  <c:v>532.30639661243595</c:v>
                </c:pt>
                <c:pt idx="110">
                  <c:v>532.31440475631803</c:v>
                </c:pt>
                <c:pt idx="111">
                  <c:v>532.32241296079803</c:v>
                </c:pt>
                <c:pt idx="112">
                  <c:v>532.33042122515599</c:v>
                </c:pt>
                <c:pt idx="113">
                  <c:v>532.33842955011096</c:v>
                </c:pt>
                <c:pt idx="114">
                  <c:v>532.34643793494502</c:v>
                </c:pt>
                <c:pt idx="115">
                  <c:v>532.35444638037598</c:v>
                </c:pt>
                <c:pt idx="116">
                  <c:v>532.36245488568602</c:v>
                </c:pt>
                <c:pt idx="117">
                  <c:v>532.37046345159195</c:v>
                </c:pt>
                <c:pt idx="118">
                  <c:v>532.37847207737798</c:v>
                </c:pt>
                <c:pt idx="119">
                  <c:v>532.38648076375898</c:v>
                </c:pt>
                <c:pt idx="120">
                  <c:v>532.394489510021</c:v>
                </c:pt>
                <c:pt idx="121">
                  <c:v>532.402498316878</c:v>
                </c:pt>
                <c:pt idx="122">
                  <c:v>532.41050718361703</c:v>
                </c:pt>
                <c:pt idx="123">
                  <c:v>532.41851611094899</c:v>
                </c:pt>
                <c:pt idx="124">
                  <c:v>532.81102733273099</c:v>
                </c:pt>
                <c:pt idx="125">
                  <c:v>532.81903927195106</c:v>
                </c:pt>
                <c:pt idx="126">
                  <c:v>532.82705127106499</c:v>
                </c:pt>
                <c:pt idx="127">
                  <c:v>532.83506333076002</c:v>
                </c:pt>
                <c:pt idx="128">
                  <c:v>532.84307545035097</c:v>
                </c:pt>
                <c:pt idx="129">
                  <c:v>532.85108763052199</c:v>
                </c:pt>
                <c:pt idx="130">
                  <c:v>532.85909987058801</c:v>
                </c:pt>
                <c:pt idx="131">
                  <c:v>532.867112171234</c:v>
                </c:pt>
                <c:pt idx="132">
                  <c:v>532.87512453177601</c:v>
                </c:pt>
                <c:pt idx="133">
                  <c:v>532.88313695289798</c:v>
                </c:pt>
                <c:pt idx="134">
                  <c:v>532.89114943391598</c:v>
                </c:pt>
                <c:pt idx="135">
                  <c:v>532.89916197551395</c:v>
                </c:pt>
                <c:pt idx="136">
                  <c:v>532.90717457700805</c:v>
                </c:pt>
                <c:pt idx="137">
                  <c:v>532.91518723908098</c:v>
                </c:pt>
                <c:pt idx="138">
                  <c:v>532.92319996105095</c:v>
                </c:pt>
                <c:pt idx="139">
                  <c:v>532.93121274359896</c:v>
                </c:pt>
                <c:pt idx="140">
                  <c:v>532.93922558604504</c:v>
                </c:pt>
                <c:pt idx="141">
                  <c:v>532.94723848906904</c:v>
                </c:pt>
                <c:pt idx="142">
                  <c:v>532.95525145199099</c:v>
                </c:pt>
                <c:pt idx="143">
                  <c:v>532.96326447549097</c:v>
                </c:pt>
                <c:pt idx="144">
                  <c:v>532.97127755888903</c:v>
                </c:pt>
                <c:pt idx="145">
                  <c:v>532.97929070286398</c:v>
                </c:pt>
                <c:pt idx="146">
                  <c:v>533.14758063756005</c:v>
                </c:pt>
                <c:pt idx="147">
                  <c:v>533.15559510676496</c:v>
                </c:pt>
                <c:pt idx="148">
                  <c:v>533.16360963587601</c:v>
                </c:pt>
                <c:pt idx="149">
                  <c:v>533.171624225556</c:v>
                </c:pt>
                <c:pt idx="150">
                  <c:v>533.25177343378402</c:v>
                </c:pt>
                <c:pt idx="151">
                  <c:v>533.25978868574998</c:v>
                </c:pt>
                <c:pt idx="152">
                  <c:v>533.26780399828294</c:v>
                </c:pt>
                <c:pt idx="153">
                  <c:v>533.27581937072603</c:v>
                </c:pt>
                <c:pt idx="154">
                  <c:v>533.28383480373498</c:v>
                </c:pt>
                <c:pt idx="155">
                  <c:v>533.29185029665302</c:v>
                </c:pt>
                <c:pt idx="156">
                  <c:v>533.29986585013796</c:v>
                </c:pt>
                <c:pt idx="157">
                  <c:v>533.307881463532</c:v>
                </c:pt>
                <c:pt idx="158">
                  <c:v>533.31589713749202</c:v>
                </c:pt>
                <c:pt idx="159">
                  <c:v>533.32391287136204</c:v>
                </c:pt>
                <c:pt idx="160">
                  <c:v>533.33192866579805</c:v>
                </c:pt>
                <c:pt idx="161">
                  <c:v>533.33994452014497</c:v>
                </c:pt>
                <c:pt idx="162">
                  <c:v>533.34796043505503</c:v>
                </c:pt>
                <c:pt idx="163">
                  <c:v>533.35597640987805</c:v>
                </c:pt>
                <c:pt idx="164">
                  <c:v>533.36399244526399</c:v>
                </c:pt>
                <c:pt idx="165">
                  <c:v>533.372008540563</c:v>
                </c:pt>
                <c:pt idx="166">
                  <c:v>533.38002469642504</c:v>
                </c:pt>
                <c:pt idx="167">
                  <c:v>533.38804091219902</c:v>
                </c:pt>
                <c:pt idx="168">
                  <c:v>533.39605718853704</c:v>
                </c:pt>
                <c:pt idx="169">
                  <c:v>533.40407352478701</c:v>
                </c:pt>
                <c:pt idx="170">
                  <c:v>533.4120899216</c:v>
                </c:pt>
                <c:pt idx="171">
                  <c:v>533.42010637832595</c:v>
                </c:pt>
                <c:pt idx="172">
                  <c:v>533.42812289561505</c:v>
                </c:pt>
                <c:pt idx="173">
                  <c:v>533.43613947281699</c:v>
                </c:pt>
                <c:pt idx="174">
                  <c:v>533.44415611058105</c:v>
                </c:pt>
                <c:pt idx="175">
                  <c:v>533.45217280826</c:v>
                </c:pt>
                <c:pt idx="176">
                  <c:v>533.46018956649903</c:v>
                </c:pt>
                <c:pt idx="177">
                  <c:v>533.46820638465397</c:v>
                </c:pt>
                <c:pt idx="178">
                  <c:v>533.47622326336898</c:v>
                </c:pt>
                <c:pt idx="179">
                  <c:v>533.484240201999</c:v>
                </c:pt>
              </c:numCache>
            </c:numRef>
          </c:xVal>
          <c:yVal>
            <c:numRef>
              <c:f>'Isotopic Distribution Modelling'!$H$180:$H$359</c:f>
              <c:numCache>
                <c:formatCode>General</c:formatCode>
                <c:ptCount val="18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4.5143638850889192E-3</c:v>
                </c:pt>
                <c:pt idx="31">
                  <c:v>6.7422317764315029E-3</c:v>
                </c:pt>
                <c:pt idx="32">
                  <c:v>1.5223763924174322E-2</c:v>
                </c:pt>
                <c:pt idx="33">
                  <c:v>0.10437756497948017</c:v>
                </c:pt>
                <c:pt idx="34">
                  <c:v>0.51274184092241548</c:v>
                </c:pt>
                <c:pt idx="35">
                  <c:v>1</c:v>
                </c:pt>
                <c:pt idx="36">
                  <c:v>0.93644713699433257</c:v>
                </c:pt>
                <c:pt idx="37">
                  <c:v>0.60224741059214382</c:v>
                </c:pt>
                <c:pt idx="38">
                  <c:v>0.37516122728161033</c:v>
                </c:pt>
                <c:pt idx="39">
                  <c:v>0.22091068985733828</c:v>
                </c:pt>
                <c:pt idx="40">
                  <c:v>0.12335352745749463</c:v>
                </c:pt>
                <c:pt idx="41">
                  <c:v>7.2405706468633965E-2</c:v>
                </c:pt>
                <c:pt idx="42">
                  <c:v>4.0668360367402775E-2</c:v>
                </c:pt>
                <c:pt idx="43">
                  <c:v>3.4805550127027553E-2</c:v>
                </c:pt>
                <c:pt idx="44">
                  <c:v>2.5249169435215948E-2</c:v>
                </c:pt>
                <c:pt idx="45">
                  <c:v>2.214188000781708E-2</c:v>
                </c:pt>
                <c:pt idx="46">
                  <c:v>1.5126050420168067E-2</c:v>
                </c:pt>
                <c:pt idx="47">
                  <c:v>1.1276138362321672E-2</c:v>
                </c:pt>
                <c:pt idx="48">
                  <c:v>5.4719562243502051E-3</c:v>
                </c:pt>
                <c:pt idx="49">
                  <c:v>5.5305843267539571E-3</c:v>
                </c:pt>
                <c:pt idx="50">
                  <c:v>5.9409810435802225E-3</c:v>
                </c:pt>
                <c:pt idx="51">
                  <c:v>6.0386945475864769E-3</c:v>
                </c:pt>
                <c:pt idx="52">
                  <c:v>1.7393003713113153E-3</c:v>
                </c:pt>
                <c:pt idx="53">
                  <c:v>1.5829587649013094E-3</c:v>
                </c:pt>
                <c:pt idx="54">
                  <c:v>1.7588430721125659E-3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1.2898182528825483E-3</c:v>
                </c:pt>
                <c:pt idx="84">
                  <c:v>0</c:v>
                </c:pt>
                <c:pt idx="85">
                  <c:v>0</c:v>
                </c:pt>
                <c:pt idx="86">
                  <c:v>1.8995505178815712E-2</c:v>
                </c:pt>
                <c:pt idx="87">
                  <c:v>7.8620285323431696E-2</c:v>
                </c:pt>
                <c:pt idx="88">
                  <c:v>8.0613640805159273E-2</c:v>
                </c:pt>
                <c:pt idx="89">
                  <c:v>5.6009380496384598E-2</c:v>
                </c:pt>
                <c:pt idx="90">
                  <c:v>3.421926910299003E-2</c:v>
                </c:pt>
                <c:pt idx="91">
                  <c:v>1.8076998241156928E-2</c:v>
                </c:pt>
                <c:pt idx="92">
                  <c:v>8.1297635333203045E-3</c:v>
                </c:pt>
                <c:pt idx="93">
                  <c:v>3.9867109634551491E-3</c:v>
                </c:pt>
                <c:pt idx="94">
                  <c:v>1.1334766464725426E-3</c:v>
                </c:pt>
                <c:pt idx="95">
                  <c:v>0</c:v>
                </c:pt>
                <c:pt idx="96">
                  <c:v>1.172562048075044E-3</c:v>
                </c:pt>
                <c:pt idx="97">
                  <c:v>2.7750635137776042E-3</c:v>
                </c:pt>
                <c:pt idx="98">
                  <c:v>1.543873363298808E-3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1.5536447136994333E-2</c:v>
                </c:pt>
                <c:pt idx="132">
                  <c:v>9.921829196794997E-2</c:v>
                </c:pt>
                <c:pt idx="133">
                  <c:v>0.29632597224936486</c:v>
                </c:pt>
                <c:pt idx="134">
                  <c:v>0.3645886261481337</c:v>
                </c:pt>
                <c:pt idx="135">
                  <c:v>0.26929841704123508</c:v>
                </c:pt>
                <c:pt idx="136">
                  <c:v>0.15876490130936097</c:v>
                </c:pt>
                <c:pt idx="137">
                  <c:v>9.2163376978698461E-2</c:v>
                </c:pt>
                <c:pt idx="138">
                  <c:v>4.8739495798319328E-2</c:v>
                </c:pt>
                <c:pt idx="139">
                  <c:v>2.6519444987297244E-2</c:v>
                </c:pt>
                <c:pt idx="140">
                  <c:v>1.1491108071135431E-2</c:v>
                </c:pt>
                <c:pt idx="141">
                  <c:v>6.488176666015243E-3</c:v>
                </c:pt>
                <c:pt idx="142">
                  <c:v>2.990033222591362E-3</c:v>
                </c:pt>
                <c:pt idx="143">
                  <c:v>1.9542700801250734E-3</c:v>
                </c:pt>
                <c:pt idx="144">
                  <c:v>2.9509478209888609E-3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A85-4E74-8877-4504469124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39214880"/>
        <c:axId val="1139212000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spPr>
                  <a:ln w="19050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'Isotopic Distribution Modelling'!$A$2:$A$2368</c15:sqref>
                        </c15:formulaRef>
                      </c:ext>
                    </c:extLst>
                    <c:numCache>
                      <c:formatCode>General</c:formatCode>
                      <c:ptCount val="2367"/>
                      <c:pt idx="0">
                        <c:v>530.76900000000001</c:v>
                      </c:pt>
                      <c:pt idx="1">
                        <c:v>530.77</c:v>
                      </c:pt>
                      <c:pt idx="2">
                        <c:v>530.77099999999996</c:v>
                      </c:pt>
                      <c:pt idx="3">
                        <c:v>530.77200000000005</c:v>
                      </c:pt>
                      <c:pt idx="4">
                        <c:v>530.77300000000002</c:v>
                      </c:pt>
                      <c:pt idx="5">
                        <c:v>530.774</c:v>
                      </c:pt>
                      <c:pt idx="6">
                        <c:v>530.77499999999998</c:v>
                      </c:pt>
                      <c:pt idx="7">
                        <c:v>530.77599999999995</c:v>
                      </c:pt>
                      <c:pt idx="8">
                        <c:v>530.77700000000004</c:v>
                      </c:pt>
                      <c:pt idx="9">
                        <c:v>530.77800000000002</c:v>
                      </c:pt>
                      <c:pt idx="10">
                        <c:v>530.779</c:v>
                      </c:pt>
                      <c:pt idx="11">
                        <c:v>530.78</c:v>
                      </c:pt>
                      <c:pt idx="12">
                        <c:v>530.78099999999995</c:v>
                      </c:pt>
                      <c:pt idx="13">
                        <c:v>530.78200000000004</c:v>
                      </c:pt>
                      <c:pt idx="14">
                        <c:v>530.78300000000002</c:v>
                      </c:pt>
                      <c:pt idx="15">
                        <c:v>530.78399999999999</c:v>
                      </c:pt>
                      <c:pt idx="16">
                        <c:v>530.78499999999997</c:v>
                      </c:pt>
                      <c:pt idx="17">
                        <c:v>530.78599999999994</c:v>
                      </c:pt>
                      <c:pt idx="18">
                        <c:v>530.78700000000003</c:v>
                      </c:pt>
                      <c:pt idx="19">
                        <c:v>530.78800000000001</c:v>
                      </c:pt>
                      <c:pt idx="20">
                        <c:v>530.78899999999999</c:v>
                      </c:pt>
                      <c:pt idx="21">
                        <c:v>530.79</c:v>
                      </c:pt>
                      <c:pt idx="22">
                        <c:v>530.79100000000005</c:v>
                      </c:pt>
                      <c:pt idx="23">
                        <c:v>530.79200000000003</c:v>
                      </c:pt>
                      <c:pt idx="24">
                        <c:v>530.79300000000001</c:v>
                      </c:pt>
                      <c:pt idx="25">
                        <c:v>530.79399999999998</c:v>
                      </c:pt>
                      <c:pt idx="26">
                        <c:v>530.79499999999996</c:v>
                      </c:pt>
                      <c:pt idx="27">
                        <c:v>530.79600000000005</c:v>
                      </c:pt>
                      <c:pt idx="28">
                        <c:v>530.79700000000003</c:v>
                      </c:pt>
                      <c:pt idx="29">
                        <c:v>530.798</c:v>
                      </c:pt>
                      <c:pt idx="30">
                        <c:v>530.79899999999998</c:v>
                      </c:pt>
                      <c:pt idx="31">
                        <c:v>530.79999999999995</c:v>
                      </c:pt>
                      <c:pt idx="32">
                        <c:v>530.80100000000004</c:v>
                      </c:pt>
                      <c:pt idx="33">
                        <c:v>530.80200000000002</c:v>
                      </c:pt>
                      <c:pt idx="34">
                        <c:v>530.803</c:v>
                      </c:pt>
                      <c:pt idx="35">
                        <c:v>530.80399999999997</c:v>
                      </c:pt>
                      <c:pt idx="36">
                        <c:v>530.80499999999995</c:v>
                      </c:pt>
                      <c:pt idx="37">
                        <c:v>530.80600000000004</c:v>
                      </c:pt>
                      <c:pt idx="38">
                        <c:v>530.80700000000002</c:v>
                      </c:pt>
                      <c:pt idx="39">
                        <c:v>530.80799999999999</c:v>
                      </c:pt>
                      <c:pt idx="40">
                        <c:v>530.80899999999997</c:v>
                      </c:pt>
                      <c:pt idx="41">
                        <c:v>530.80999999999995</c:v>
                      </c:pt>
                      <c:pt idx="42">
                        <c:v>530.81100000000004</c:v>
                      </c:pt>
                      <c:pt idx="43">
                        <c:v>530.81200000000001</c:v>
                      </c:pt>
                      <c:pt idx="44">
                        <c:v>530.81299999999999</c:v>
                      </c:pt>
                      <c:pt idx="45">
                        <c:v>530.81399999999996</c:v>
                      </c:pt>
                      <c:pt idx="46">
                        <c:v>530.81500000000005</c:v>
                      </c:pt>
                      <c:pt idx="47">
                        <c:v>530.81600000000003</c:v>
                      </c:pt>
                      <c:pt idx="48">
                        <c:v>530.81700000000001</c:v>
                      </c:pt>
                      <c:pt idx="49">
                        <c:v>530.81799999999998</c:v>
                      </c:pt>
                      <c:pt idx="50">
                        <c:v>530.81899999999996</c:v>
                      </c:pt>
                      <c:pt idx="51">
                        <c:v>530.82000000000005</c:v>
                      </c:pt>
                      <c:pt idx="52">
                        <c:v>530.82100000000003</c:v>
                      </c:pt>
                      <c:pt idx="53">
                        <c:v>530.822</c:v>
                      </c:pt>
                      <c:pt idx="54">
                        <c:v>530.82299999999998</c:v>
                      </c:pt>
                      <c:pt idx="55">
                        <c:v>530.82399999999996</c:v>
                      </c:pt>
                      <c:pt idx="56">
                        <c:v>530.82500000000005</c:v>
                      </c:pt>
                      <c:pt idx="57">
                        <c:v>530.82600000000002</c:v>
                      </c:pt>
                      <c:pt idx="58">
                        <c:v>530.827</c:v>
                      </c:pt>
                      <c:pt idx="59">
                        <c:v>530.82799999999997</c:v>
                      </c:pt>
                      <c:pt idx="60">
                        <c:v>530.82899999999995</c:v>
                      </c:pt>
                      <c:pt idx="61">
                        <c:v>530.83000000000004</c:v>
                      </c:pt>
                      <c:pt idx="62">
                        <c:v>530.83100000000002</c:v>
                      </c:pt>
                      <c:pt idx="63">
                        <c:v>530.83199999999999</c:v>
                      </c:pt>
                      <c:pt idx="64">
                        <c:v>530.83299999999997</c:v>
                      </c:pt>
                      <c:pt idx="65">
                        <c:v>530.83399999999995</c:v>
                      </c:pt>
                      <c:pt idx="66">
                        <c:v>530.83500000000004</c:v>
                      </c:pt>
                      <c:pt idx="67">
                        <c:v>530.83600000000001</c:v>
                      </c:pt>
                      <c:pt idx="68">
                        <c:v>530.83699999999999</c:v>
                      </c:pt>
                      <c:pt idx="69">
                        <c:v>530.83799999999997</c:v>
                      </c:pt>
                      <c:pt idx="70">
                        <c:v>530.83900000000006</c:v>
                      </c:pt>
                      <c:pt idx="71">
                        <c:v>530.84</c:v>
                      </c:pt>
                      <c:pt idx="72">
                        <c:v>530.84100000000001</c:v>
                      </c:pt>
                      <c:pt idx="73">
                        <c:v>530.84199999999998</c:v>
                      </c:pt>
                      <c:pt idx="74">
                        <c:v>530.84299999999996</c:v>
                      </c:pt>
                      <c:pt idx="75">
                        <c:v>530.84400000000005</c:v>
                      </c:pt>
                      <c:pt idx="76">
                        <c:v>530.84500000000003</c:v>
                      </c:pt>
                      <c:pt idx="77">
                        <c:v>530.846</c:v>
                      </c:pt>
                      <c:pt idx="78">
                        <c:v>530.84699999999998</c:v>
                      </c:pt>
                      <c:pt idx="79">
                        <c:v>530.84799999999996</c:v>
                      </c:pt>
                      <c:pt idx="80">
                        <c:v>530.84900000000005</c:v>
                      </c:pt>
                      <c:pt idx="81">
                        <c:v>530.85</c:v>
                      </c:pt>
                      <c:pt idx="82">
                        <c:v>530.851</c:v>
                      </c:pt>
                      <c:pt idx="83">
                        <c:v>530.85199999999998</c:v>
                      </c:pt>
                      <c:pt idx="84">
                        <c:v>530.85299999999995</c:v>
                      </c:pt>
                      <c:pt idx="85">
                        <c:v>530.85400000000004</c:v>
                      </c:pt>
                      <c:pt idx="86">
                        <c:v>530.85500000000002</c:v>
                      </c:pt>
                      <c:pt idx="87">
                        <c:v>530.85599999999999</c:v>
                      </c:pt>
                      <c:pt idx="88">
                        <c:v>530.85699999999997</c:v>
                      </c:pt>
                      <c:pt idx="89">
                        <c:v>530.85799999999995</c:v>
                      </c:pt>
                      <c:pt idx="90">
                        <c:v>530.85900000000004</c:v>
                      </c:pt>
                      <c:pt idx="91">
                        <c:v>530.86</c:v>
                      </c:pt>
                      <c:pt idx="92">
                        <c:v>530.86099999999999</c:v>
                      </c:pt>
                      <c:pt idx="93">
                        <c:v>530.86199999999997</c:v>
                      </c:pt>
                      <c:pt idx="94">
                        <c:v>530.86300000000006</c:v>
                      </c:pt>
                      <c:pt idx="95">
                        <c:v>530.86400000000003</c:v>
                      </c:pt>
                      <c:pt idx="96">
                        <c:v>530.86500000000001</c:v>
                      </c:pt>
                      <c:pt idx="97">
                        <c:v>530.86599999999999</c:v>
                      </c:pt>
                      <c:pt idx="98">
                        <c:v>530.86699999999996</c:v>
                      </c:pt>
                      <c:pt idx="99">
                        <c:v>530.86800000000005</c:v>
                      </c:pt>
                      <c:pt idx="100">
                        <c:v>530.86900000000003</c:v>
                      </c:pt>
                      <c:pt idx="101">
                        <c:v>530.87</c:v>
                      </c:pt>
                      <c:pt idx="102">
                        <c:v>530.87099999999998</c:v>
                      </c:pt>
                      <c:pt idx="103">
                        <c:v>530.87199999999996</c:v>
                      </c:pt>
                      <c:pt idx="104">
                        <c:v>530.87300000000005</c:v>
                      </c:pt>
                      <c:pt idx="105">
                        <c:v>530.87400000000002</c:v>
                      </c:pt>
                      <c:pt idx="106">
                        <c:v>530.875</c:v>
                      </c:pt>
                      <c:pt idx="107">
                        <c:v>530.87599999999998</c:v>
                      </c:pt>
                      <c:pt idx="108">
                        <c:v>530.87699999999995</c:v>
                      </c:pt>
                      <c:pt idx="109">
                        <c:v>530.87800000000004</c:v>
                      </c:pt>
                      <c:pt idx="110">
                        <c:v>530.87900000000002</c:v>
                      </c:pt>
                      <c:pt idx="111">
                        <c:v>530.88</c:v>
                      </c:pt>
                      <c:pt idx="112">
                        <c:v>530.88099999999997</c:v>
                      </c:pt>
                      <c:pt idx="113">
                        <c:v>530.88199999999995</c:v>
                      </c:pt>
                      <c:pt idx="114">
                        <c:v>530.88300000000004</c:v>
                      </c:pt>
                      <c:pt idx="115">
                        <c:v>530.88400000000001</c:v>
                      </c:pt>
                      <c:pt idx="116">
                        <c:v>530.88499999999999</c:v>
                      </c:pt>
                      <c:pt idx="117">
                        <c:v>530.88599999999997</c:v>
                      </c:pt>
                      <c:pt idx="118">
                        <c:v>530.88699999999994</c:v>
                      </c:pt>
                      <c:pt idx="119">
                        <c:v>530.88800000000003</c:v>
                      </c:pt>
                      <c:pt idx="120">
                        <c:v>530.88900000000001</c:v>
                      </c:pt>
                      <c:pt idx="121">
                        <c:v>530.89</c:v>
                      </c:pt>
                      <c:pt idx="122">
                        <c:v>530.89099999999996</c:v>
                      </c:pt>
                      <c:pt idx="123">
                        <c:v>530.89200000000005</c:v>
                      </c:pt>
                      <c:pt idx="124">
                        <c:v>530.89300000000003</c:v>
                      </c:pt>
                      <c:pt idx="125">
                        <c:v>530.89400000000001</c:v>
                      </c:pt>
                      <c:pt idx="126">
                        <c:v>530.89499999999998</c:v>
                      </c:pt>
                      <c:pt idx="127">
                        <c:v>530.89599999999996</c:v>
                      </c:pt>
                      <c:pt idx="128">
                        <c:v>530.89700000000005</c:v>
                      </c:pt>
                      <c:pt idx="129">
                        <c:v>530.89800000000002</c:v>
                      </c:pt>
                      <c:pt idx="130">
                        <c:v>530.899</c:v>
                      </c:pt>
                      <c:pt idx="131">
                        <c:v>530.9</c:v>
                      </c:pt>
                      <c:pt idx="132">
                        <c:v>530.90099999999995</c:v>
                      </c:pt>
                      <c:pt idx="133">
                        <c:v>530.90200000000004</c:v>
                      </c:pt>
                      <c:pt idx="134">
                        <c:v>530.90300000000002</c:v>
                      </c:pt>
                      <c:pt idx="135">
                        <c:v>530.904</c:v>
                      </c:pt>
                      <c:pt idx="136">
                        <c:v>530.90499999999997</c:v>
                      </c:pt>
                      <c:pt idx="137">
                        <c:v>530.90599999999995</c:v>
                      </c:pt>
                      <c:pt idx="138">
                        <c:v>530.90700000000004</c:v>
                      </c:pt>
                      <c:pt idx="139">
                        <c:v>530.90800000000002</c:v>
                      </c:pt>
                      <c:pt idx="140">
                        <c:v>530.90899999999999</c:v>
                      </c:pt>
                      <c:pt idx="141">
                        <c:v>530.91</c:v>
                      </c:pt>
                      <c:pt idx="142">
                        <c:v>530.91099999999994</c:v>
                      </c:pt>
                      <c:pt idx="143">
                        <c:v>530.91200000000003</c:v>
                      </c:pt>
                      <c:pt idx="144">
                        <c:v>530.91300000000001</c:v>
                      </c:pt>
                      <c:pt idx="145">
                        <c:v>530.91399999999999</c:v>
                      </c:pt>
                      <c:pt idx="146">
                        <c:v>530.91499999999996</c:v>
                      </c:pt>
                      <c:pt idx="147">
                        <c:v>530.91600000000005</c:v>
                      </c:pt>
                      <c:pt idx="148">
                        <c:v>530.91700000000003</c:v>
                      </c:pt>
                      <c:pt idx="149">
                        <c:v>530.91800000000001</c:v>
                      </c:pt>
                      <c:pt idx="150">
                        <c:v>530.91899999999998</c:v>
                      </c:pt>
                      <c:pt idx="151">
                        <c:v>530.91999999999996</c:v>
                      </c:pt>
                      <c:pt idx="152">
                        <c:v>530.92100000000005</c:v>
                      </c:pt>
                      <c:pt idx="153">
                        <c:v>530.92200000000003</c:v>
                      </c:pt>
                      <c:pt idx="154">
                        <c:v>530.923</c:v>
                      </c:pt>
                      <c:pt idx="155">
                        <c:v>530.92399999999998</c:v>
                      </c:pt>
                      <c:pt idx="156">
                        <c:v>530.92499999999995</c:v>
                      </c:pt>
                      <c:pt idx="157">
                        <c:v>530.92600000000004</c:v>
                      </c:pt>
                      <c:pt idx="158">
                        <c:v>530.92700000000002</c:v>
                      </c:pt>
                      <c:pt idx="159">
                        <c:v>530.928</c:v>
                      </c:pt>
                      <c:pt idx="160">
                        <c:v>530.92899999999997</c:v>
                      </c:pt>
                      <c:pt idx="161">
                        <c:v>530.92999999999995</c:v>
                      </c:pt>
                      <c:pt idx="162">
                        <c:v>530.93100000000004</c:v>
                      </c:pt>
                      <c:pt idx="163">
                        <c:v>530.93200000000002</c:v>
                      </c:pt>
                      <c:pt idx="164">
                        <c:v>530.93299999999999</c:v>
                      </c:pt>
                      <c:pt idx="165">
                        <c:v>530.93399999999997</c:v>
                      </c:pt>
                      <c:pt idx="166">
                        <c:v>530.93499999999995</c:v>
                      </c:pt>
                      <c:pt idx="167">
                        <c:v>530.93600000000004</c:v>
                      </c:pt>
                      <c:pt idx="168">
                        <c:v>530.93700000000001</c:v>
                      </c:pt>
                      <c:pt idx="169">
                        <c:v>530.93799999999999</c:v>
                      </c:pt>
                      <c:pt idx="170">
                        <c:v>530.93899999999996</c:v>
                      </c:pt>
                      <c:pt idx="171">
                        <c:v>530.94000000000005</c:v>
                      </c:pt>
                      <c:pt idx="172">
                        <c:v>530.94100000000003</c:v>
                      </c:pt>
                      <c:pt idx="173">
                        <c:v>530.94200000000001</c:v>
                      </c:pt>
                      <c:pt idx="174">
                        <c:v>530.94299999999998</c:v>
                      </c:pt>
                      <c:pt idx="175">
                        <c:v>530.94399999999996</c:v>
                      </c:pt>
                      <c:pt idx="176">
                        <c:v>530.94500000000005</c:v>
                      </c:pt>
                      <c:pt idx="177">
                        <c:v>530.94600000000003</c:v>
                      </c:pt>
                      <c:pt idx="178">
                        <c:v>530.947</c:v>
                      </c:pt>
                      <c:pt idx="179">
                        <c:v>530.94799999999998</c:v>
                      </c:pt>
                      <c:pt idx="180">
                        <c:v>530.94899999999996</c:v>
                      </c:pt>
                      <c:pt idx="181">
                        <c:v>530.95000000000005</c:v>
                      </c:pt>
                      <c:pt idx="182">
                        <c:v>530.95100000000002</c:v>
                      </c:pt>
                      <c:pt idx="183">
                        <c:v>530.952</c:v>
                      </c:pt>
                      <c:pt idx="184">
                        <c:v>530.95299999999997</c:v>
                      </c:pt>
                      <c:pt idx="185">
                        <c:v>530.95399999999995</c:v>
                      </c:pt>
                      <c:pt idx="186">
                        <c:v>530.95500000000004</c:v>
                      </c:pt>
                      <c:pt idx="187">
                        <c:v>530.95600000000002</c:v>
                      </c:pt>
                      <c:pt idx="188">
                        <c:v>530.95699999999999</c:v>
                      </c:pt>
                      <c:pt idx="189">
                        <c:v>530.95799999999997</c:v>
                      </c:pt>
                      <c:pt idx="190">
                        <c:v>530.95899999999995</c:v>
                      </c:pt>
                      <c:pt idx="191">
                        <c:v>530.96</c:v>
                      </c:pt>
                      <c:pt idx="192">
                        <c:v>530.96100000000001</c:v>
                      </c:pt>
                      <c:pt idx="193">
                        <c:v>530.96199999999999</c:v>
                      </c:pt>
                      <c:pt idx="194">
                        <c:v>530.96299999999997</c:v>
                      </c:pt>
                      <c:pt idx="195">
                        <c:v>530.96400000000006</c:v>
                      </c:pt>
                      <c:pt idx="196">
                        <c:v>530.96500000000003</c:v>
                      </c:pt>
                      <c:pt idx="197">
                        <c:v>530.96600000000001</c:v>
                      </c:pt>
                      <c:pt idx="198">
                        <c:v>530.96699999999998</c:v>
                      </c:pt>
                      <c:pt idx="199">
                        <c:v>530.96799999999996</c:v>
                      </c:pt>
                      <c:pt idx="200">
                        <c:v>530.96900000000005</c:v>
                      </c:pt>
                      <c:pt idx="201">
                        <c:v>530.97</c:v>
                      </c:pt>
                      <c:pt idx="202">
                        <c:v>530.971</c:v>
                      </c:pt>
                      <c:pt idx="203">
                        <c:v>530.97199999999998</c:v>
                      </c:pt>
                      <c:pt idx="204">
                        <c:v>530.97299999999996</c:v>
                      </c:pt>
                      <c:pt idx="205">
                        <c:v>530.97400000000005</c:v>
                      </c:pt>
                      <c:pt idx="206">
                        <c:v>530.97500000000002</c:v>
                      </c:pt>
                      <c:pt idx="207">
                        <c:v>530.976</c:v>
                      </c:pt>
                      <c:pt idx="208">
                        <c:v>530.97699999999998</c:v>
                      </c:pt>
                      <c:pt idx="209">
                        <c:v>530.97799999999995</c:v>
                      </c:pt>
                      <c:pt idx="210">
                        <c:v>530.97900000000004</c:v>
                      </c:pt>
                      <c:pt idx="211">
                        <c:v>530.98</c:v>
                      </c:pt>
                      <c:pt idx="212">
                        <c:v>530.98099999999999</c:v>
                      </c:pt>
                      <c:pt idx="213">
                        <c:v>530.98199999999997</c:v>
                      </c:pt>
                      <c:pt idx="214">
                        <c:v>530.98299999999995</c:v>
                      </c:pt>
                      <c:pt idx="215">
                        <c:v>530.98400000000004</c:v>
                      </c:pt>
                      <c:pt idx="216">
                        <c:v>530.98500000000001</c:v>
                      </c:pt>
                      <c:pt idx="217">
                        <c:v>530.98599999999999</c:v>
                      </c:pt>
                      <c:pt idx="218">
                        <c:v>530.98699999999997</c:v>
                      </c:pt>
                      <c:pt idx="219">
                        <c:v>530.98800000000006</c:v>
                      </c:pt>
                      <c:pt idx="220">
                        <c:v>530.98900000000003</c:v>
                      </c:pt>
                      <c:pt idx="221">
                        <c:v>530.99</c:v>
                      </c:pt>
                      <c:pt idx="222">
                        <c:v>530.99099999999999</c:v>
                      </c:pt>
                      <c:pt idx="223">
                        <c:v>530.99199999999996</c:v>
                      </c:pt>
                      <c:pt idx="224">
                        <c:v>530.99300000000005</c:v>
                      </c:pt>
                      <c:pt idx="225">
                        <c:v>530.99400000000003</c:v>
                      </c:pt>
                      <c:pt idx="226">
                        <c:v>530.995</c:v>
                      </c:pt>
                      <c:pt idx="227">
                        <c:v>530.99599999999998</c:v>
                      </c:pt>
                      <c:pt idx="228">
                        <c:v>530.99699999999996</c:v>
                      </c:pt>
                      <c:pt idx="229">
                        <c:v>530.99800000000005</c:v>
                      </c:pt>
                      <c:pt idx="230">
                        <c:v>530.99900000000002</c:v>
                      </c:pt>
                      <c:pt idx="231">
                        <c:v>531</c:v>
                      </c:pt>
                      <c:pt idx="232">
                        <c:v>531.00099999999998</c:v>
                      </c:pt>
                      <c:pt idx="233">
                        <c:v>531.00199999999995</c:v>
                      </c:pt>
                      <c:pt idx="234">
                        <c:v>531.00300000000004</c:v>
                      </c:pt>
                      <c:pt idx="235">
                        <c:v>531.00400000000002</c:v>
                      </c:pt>
                      <c:pt idx="236">
                        <c:v>531.005</c:v>
                      </c:pt>
                      <c:pt idx="237">
                        <c:v>531.00599999999997</c:v>
                      </c:pt>
                      <c:pt idx="238">
                        <c:v>531.00699999999995</c:v>
                      </c:pt>
                      <c:pt idx="239">
                        <c:v>531.00800000000004</c:v>
                      </c:pt>
                      <c:pt idx="240">
                        <c:v>531.00900000000001</c:v>
                      </c:pt>
                      <c:pt idx="241">
                        <c:v>531.01</c:v>
                      </c:pt>
                      <c:pt idx="242">
                        <c:v>531.01099999999997</c:v>
                      </c:pt>
                      <c:pt idx="243">
                        <c:v>531.01199999999994</c:v>
                      </c:pt>
                      <c:pt idx="244">
                        <c:v>531.01300000000003</c:v>
                      </c:pt>
                      <c:pt idx="245">
                        <c:v>531.01400000000001</c:v>
                      </c:pt>
                      <c:pt idx="246">
                        <c:v>531.01499999999999</c:v>
                      </c:pt>
                      <c:pt idx="247">
                        <c:v>531.01599999999996</c:v>
                      </c:pt>
                      <c:pt idx="248">
                        <c:v>531.01700000000005</c:v>
                      </c:pt>
                      <c:pt idx="249">
                        <c:v>531.01800000000003</c:v>
                      </c:pt>
                      <c:pt idx="250">
                        <c:v>531.01900000000001</c:v>
                      </c:pt>
                      <c:pt idx="251">
                        <c:v>531.02</c:v>
                      </c:pt>
                      <c:pt idx="252">
                        <c:v>531.02099999999996</c:v>
                      </c:pt>
                      <c:pt idx="253">
                        <c:v>531.02200000000005</c:v>
                      </c:pt>
                      <c:pt idx="254">
                        <c:v>531.02300000000002</c:v>
                      </c:pt>
                      <c:pt idx="255">
                        <c:v>531.10299999999995</c:v>
                      </c:pt>
                      <c:pt idx="256">
                        <c:v>531.18299999999999</c:v>
                      </c:pt>
                      <c:pt idx="257">
                        <c:v>531.26300000000003</c:v>
                      </c:pt>
                      <c:pt idx="258">
                        <c:v>531.34299999999996</c:v>
                      </c:pt>
                      <c:pt idx="259">
                        <c:v>531.423</c:v>
                      </c:pt>
                      <c:pt idx="260">
                        <c:v>531.50300000000004</c:v>
                      </c:pt>
                      <c:pt idx="261">
                        <c:v>531.58299999999997</c:v>
                      </c:pt>
                      <c:pt idx="262">
                        <c:v>531.66300000000001</c:v>
                      </c:pt>
                      <c:pt idx="263">
                        <c:v>531.71600000000001</c:v>
                      </c:pt>
                      <c:pt idx="264">
                        <c:v>531.76900000000001</c:v>
                      </c:pt>
                      <c:pt idx="265">
                        <c:v>531.77</c:v>
                      </c:pt>
                      <c:pt idx="266">
                        <c:v>531.77099999999996</c:v>
                      </c:pt>
                      <c:pt idx="267">
                        <c:v>531.77200000000005</c:v>
                      </c:pt>
                      <c:pt idx="268">
                        <c:v>531.77300000000002</c:v>
                      </c:pt>
                      <c:pt idx="269">
                        <c:v>531.774</c:v>
                      </c:pt>
                      <c:pt idx="270">
                        <c:v>531.77499999999998</c:v>
                      </c:pt>
                      <c:pt idx="271">
                        <c:v>531.77599999999995</c:v>
                      </c:pt>
                      <c:pt idx="272">
                        <c:v>531.77700000000004</c:v>
                      </c:pt>
                      <c:pt idx="273">
                        <c:v>531.77800000000002</c:v>
                      </c:pt>
                      <c:pt idx="274">
                        <c:v>531.779</c:v>
                      </c:pt>
                      <c:pt idx="275">
                        <c:v>531.78</c:v>
                      </c:pt>
                      <c:pt idx="276">
                        <c:v>531.78099999999995</c:v>
                      </c:pt>
                      <c:pt idx="277">
                        <c:v>531.78200000000004</c:v>
                      </c:pt>
                      <c:pt idx="278">
                        <c:v>531.78300000000002</c:v>
                      </c:pt>
                      <c:pt idx="279">
                        <c:v>531.78399999999999</c:v>
                      </c:pt>
                      <c:pt idx="280">
                        <c:v>531.78499999999997</c:v>
                      </c:pt>
                      <c:pt idx="281">
                        <c:v>531.78599999999994</c:v>
                      </c:pt>
                      <c:pt idx="282">
                        <c:v>531.78700000000003</c:v>
                      </c:pt>
                      <c:pt idx="283">
                        <c:v>531.78800000000001</c:v>
                      </c:pt>
                      <c:pt idx="284">
                        <c:v>531.78899999999999</c:v>
                      </c:pt>
                      <c:pt idx="285">
                        <c:v>531.79</c:v>
                      </c:pt>
                      <c:pt idx="286">
                        <c:v>531.79100000000005</c:v>
                      </c:pt>
                      <c:pt idx="287">
                        <c:v>531.79200000000003</c:v>
                      </c:pt>
                      <c:pt idx="288">
                        <c:v>531.79300000000001</c:v>
                      </c:pt>
                      <c:pt idx="289">
                        <c:v>531.79399999999998</c:v>
                      </c:pt>
                      <c:pt idx="290">
                        <c:v>531.79499999999996</c:v>
                      </c:pt>
                      <c:pt idx="291">
                        <c:v>531.79600000000005</c:v>
                      </c:pt>
                      <c:pt idx="292">
                        <c:v>531.79700000000003</c:v>
                      </c:pt>
                      <c:pt idx="293">
                        <c:v>531.798</c:v>
                      </c:pt>
                      <c:pt idx="294">
                        <c:v>531.79899999999998</c:v>
                      </c:pt>
                      <c:pt idx="295">
                        <c:v>531.79999999999995</c:v>
                      </c:pt>
                      <c:pt idx="296">
                        <c:v>531.80100000000004</c:v>
                      </c:pt>
                      <c:pt idx="297">
                        <c:v>531.80200000000002</c:v>
                      </c:pt>
                      <c:pt idx="298">
                        <c:v>531.803</c:v>
                      </c:pt>
                      <c:pt idx="299">
                        <c:v>531.80399999999997</c:v>
                      </c:pt>
                      <c:pt idx="300">
                        <c:v>531.80499999999995</c:v>
                      </c:pt>
                      <c:pt idx="301">
                        <c:v>531.80600000000004</c:v>
                      </c:pt>
                      <c:pt idx="302">
                        <c:v>531.80700000000002</c:v>
                      </c:pt>
                      <c:pt idx="303">
                        <c:v>531.80799999999999</c:v>
                      </c:pt>
                      <c:pt idx="304">
                        <c:v>531.80899999999997</c:v>
                      </c:pt>
                      <c:pt idx="305">
                        <c:v>531.80999999999995</c:v>
                      </c:pt>
                      <c:pt idx="306">
                        <c:v>531.81100000000004</c:v>
                      </c:pt>
                      <c:pt idx="307">
                        <c:v>531.81200000000001</c:v>
                      </c:pt>
                      <c:pt idx="308">
                        <c:v>531.81299999999999</c:v>
                      </c:pt>
                      <c:pt idx="309">
                        <c:v>531.81399999999996</c:v>
                      </c:pt>
                      <c:pt idx="310">
                        <c:v>531.81500000000005</c:v>
                      </c:pt>
                      <c:pt idx="311">
                        <c:v>531.81600000000003</c:v>
                      </c:pt>
                      <c:pt idx="312">
                        <c:v>531.81700000000001</c:v>
                      </c:pt>
                      <c:pt idx="313">
                        <c:v>531.81799999999998</c:v>
                      </c:pt>
                      <c:pt idx="314">
                        <c:v>531.81899999999996</c:v>
                      </c:pt>
                      <c:pt idx="315">
                        <c:v>531.82000000000005</c:v>
                      </c:pt>
                      <c:pt idx="316">
                        <c:v>531.82100000000003</c:v>
                      </c:pt>
                      <c:pt idx="317">
                        <c:v>531.822</c:v>
                      </c:pt>
                      <c:pt idx="318">
                        <c:v>531.82299999999998</c:v>
                      </c:pt>
                      <c:pt idx="319">
                        <c:v>531.82399999999996</c:v>
                      </c:pt>
                      <c:pt idx="320">
                        <c:v>531.82500000000005</c:v>
                      </c:pt>
                      <c:pt idx="321">
                        <c:v>531.82600000000002</c:v>
                      </c:pt>
                      <c:pt idx="322">
                        <c:v>531.827</c:v>
                      </c:pt>
                      <c:pt idx="323">
                        <c:v>531.82799999999997</c:v>
                      </c:pt>
                      <c:pt idx="324">
                        <c:v>531.82899999999995</c:v>
                      </c:pt>
                      <c:pt idx="325">
                        <c:v>531.83000000000004</c:v>
                      </c:pt>
                      <c:pt idx="326">
                        <c:v>531.83100000000002</c:v>
                      </c:pt>
                      <c:pt idx="327">
                        <c:v>531.83199999999999</c:v>
                      </c:pt>
                      <c:pt idx="328">
                        <c:v>531.83299999999997</c:v>
                      </c:pt>
                      <c:pt idx="329">
                        <c:v>531.83399999999995</c:v>
                      </c:pt>
                      <c:pt idx="330">
                        <c:v>531.83500000000004</c:v>
                      </c:pt>
                      <c:pt idx="331">
                        <c:v>531.83600000000001</c:v>
                      </c:pt>
                      <c:pt idx="332">
                        <c:v>531.83699999999999</c:v>
                      </c:pt>
                      <c:pt idx="333">
                        <c:v>531.83799999999997</c:v>
                      </c:pt>
                      <c:pt idx="334">
                        <c:v>531.83900000000006</c:v>
                      </c:pt>
                      <c:pt idx="335">
                        <c:v>531.84</c:v>
                      </c:pt>
                      <c:pt idx="336">
                        <c:v>531.84100000000001</c:v>
                      </c:pt>
                      <c:pt idx="337">
                        <c:v>531.84199999999998</c:v>
                      </c:pt>
                      <c:pt idx="338">
                        <c:v>531.84299999999996</c:v>
                      </c:pt>
                      <c:pt idx="339">
                        <c:v>531.84400000000005</c:v>
                      </c:pt>
                      <c:pt idx="340">
                        <c:v>531.84500000000003</c:v>
                      </c:pt>
                      <c:pt idx="341">
                        <c:v>531.846</c:v>
                      </c:pt>
                      <c:pt idx="342">
                        <c:v>531.84699999999998</c:v>
                      </c:pt>
                      <c:pt idx="343">
                        <c:v>531.84799999999996</c:v>
                      </c:pt>
                      <c:pt idx="344">
                        <c:v>531.84900000000005</c:v>
                      </c:pt>
                      <c:pt idx="345">
                        <c:v>531.85</c:v>
                      </c:pt>
                      <c:pt idx="346">
                        <c:v>531.851</c:v>
                      </c:pt>
                      <c:pt idx="347">
                        <c:v>531.85199999999998</c:v>
                      </c:pt>
                      <c:pt idx="348">
                        <c:v>531.85299999999995</c:v>
                      </c:pt>
                      <c:pt idx="349">
                        <c:v>531.85400000000004</c:v>
                      </c:pt>
                      <c:pt idx="350">
                        <c:v>531.85500000000002</c:v>
                      </c:pt>
                      <c:pt idx="351">
                        <c:v>531.85599999999999</c:v>
                      </c:pt>
                      <c:pt idx="352">
                        <c:v>531.85699999999997</c:v>
                      </c:pt>
                      <c:pt idx="353">
                        <c:v>531.85799999999995</c:v>
                      </c:pt>
                      <c:pt idx="354">
                        <c:v>531.85900000000004</c:v>
                      </c:pt>
                      <c:pt idx="355">
                        <c:v>531.86</c:v>
                      </c:pt>
                      <c:pt idx="356">
                        <c:v>531.86099999999999</c:v>
                      </c:pt>
                      <c:pt idx="357">
                        <c:v>531.86199999999997</c:v>
                      </c:pt>
                      <c:pt idx="358">
                        <c:v>531.86300000000006</c:v>
                      </c:pt>
                      <c:pt idx="359">
                        <c:v>531.86400000000003</c:v>
                      </c:pt>
                      <c:pt idx="360">
                        <c:v>531.86500000000001</c:v>
                      </c:pt>
                      <c:pt idx="361">
                        <c:v>531.86599999999999</c:v>
                      </c:pt>
                      <c:pt idx="362">
                        <c:v>531.86699999999996</c:v>
                      </c:pt>
                      <c:pt idx="363">
                        <c:v>531.86800000000005</c:v>
                      </c:pt>
                      <c:pt idx="364">
                        <c:v>531.86900000000003</c:v>
                      </c:pt>
                      <c:pt idx="365">
                        <c:v>531.87</c:v>
                      </c:pt>
                      <c:pt idx="366">
                        <c:v>531.87099999999998</c:v>
                      </c:pt>
                      <c:pt idx="367">
                        <c:v>531.87199999999996</c:v>
                      </c:pt>
                      <c:pt idx="368">
                        <c:v>531.87300000000005</c:v>
                      </c:pt>
                      <c:pt idx="369">
                        <c:v>531.87400000000002</c:v>
                      </c:pt>
                      <c:pt idx="370">
                        <c:v>531.875</c:v>
                      </c:pt>
                      <c:pt idx="371">
                        <c:v>531.87599999999998</c:v>
                      </c:pt>
                      <c:pt idx="372">
                        <c:v>531.87699999999995</c:v>
                      </c:pt>
                      <c:pt idx="373">
                        <c:v>531.87800000000004</c:v>
                      </c:pt>
                      <c:pt idx="374">
                        <c:v>531.87900000000002</c:v>
                      </c:pt>
                      <c:pt idx="375">
                        <c:v>531.88</c:v>
                      </c:pt>
                      <c:pt idx="376">
                        <c:v>531.88099999999997</c:v>
                      </c:pt>
                      <c:pt idx="377">
                        <c:v>531.88199999999995</c:v>
                      </c:pt>
                      <c:pt idx="378">
                        <c:v>531.88300000000004</c:v>
                      </c:pt>
                      <c:pt idx="379">
                        <c:v>531.88400000000001</c:v>
                      </c:pt>
                      <c:pt idx="380">
                        <c:v>531.88499999999999</c:v>
                      </c:pt>
                      <c:pt idx="381">
                        <c:v>531.88599999999997</c:v>
                      </c:pt>
                      <c:pt idx="382">
                        <c:v>531.88699999999994</c:v>
                      </c:pt>
                      <c:pt idx="383">
                        <c:v>531.88800000000003</c:v>
                      </c:pt>
                      <c:pt idx="384">
                        <c:v>531.88900000000001</c:v>
                      </c:pt>
                      <c:pt idx="385">
                        <c:v>531.89</c:v>
                      </c:pt>
                      <c:pt idx="386">
                        <c:v>531.89099999999996</c:v>
                      </c:pt>
                      <c:pt idx="387">
                        <c:v>531.89200000000005</c:v>
                      </c:pt>
                      <c:pt idx="388">
                        <c:v>531.89300000000003</c:v>
                      </c:pt>
                      <c:pt idx="389">
                        <c:v>531.89400000000001</c:v>
                      </c:pt>
                      <c:pt idx="390">
                        <c:v>531.89499999999998</c:v>
                      </c:pt>
                      <c:pt idx="391">
                        <c:v>531.89599999999996</c:v>
                      </c:pt>
                      <c:pt idx="392">
                        <c:v>531.89700000000005</c:v>
                      </c:pt>
                      <c:pt idx="393">
                        <c:v>531.89800000000002</c:v>
                      </c:pt>
                      <c:pt idx="394">
                        <c:v>531.899</c:v>
                      </c:pt>
                      <c:pt idx="395">
                        <c:v>531.9</c:v>
                      </c:pt>
                      <c:pt idx="396">
                        <c:v>531.90099999999995</c:v>
                      </c:pt>
                      <c:pt idx="397">
                        <c:v>531.90200000000004</c:v>
                      </c:pt>
                      <c:pt idx="398">
                        <c:v>531.90300000000002</c:v>
                      </c:pt>
                      <c:pt idx="399">
                        <c:v>531.904</c:v>
                      </c:pt>
                      <c:pt idx="400">
                        <c:v>531.90499999999997</c:v>
                      </c:pt>
                      <c:pt idx="401">
                        <c:v>531.90599999999995</c:v>
                      </c:pt>
                      <c:pt idx="402">
                        <c:v>531.90700000000004</c:v>
                      </c:pt>
                      <c:pt idx="403">
                        <c:v>531.90800000000002</c:v>
                      </c:pt>
                      <c:pt idx="404">
                        <c:v>531.90899999999999</c:v>
                      </c:pt>
                      <c:pt idx="405">
                        <c:v>531.91</c:v>
                      </c:pt>
                      <c:pt idx="406">
                        <c:v>531.91099999999994</c:v>
                      </c:pt>
                      <c:pt idx="407">
                        <c:v>531.91200000000003</c:v>
                      </c:pt>
                      <c:pt idx="408">
                        <c:v>531.91300000000001</c:v>
                      </c:pt>
                      <c:pt idx="409">
                        <c:v>531.91399999999999</c:v>
                      </c:pt>
                      <c:pt idx="410">
                        <c:v>531.91499999999996</c:v>
                      </c:pt>
                      <c:pt idx="411">
                        <c:v>531.91600000000005</c:v>
                      </c:pt>
                      <c:pt idx="412">
                        <c:v>531.91700000000003</c:v>
                      </c:pt>
                      <c:pt idx="413">
                        <c:v>531.91800000000001</c:v>
                      </c:pt>
                      <c:pt idx="414">
                        <c:v>531.91899999999998</c:v>
                      </c:pt>
                      <c:pt idx="415">
                        <c:v>531.91999999999996</c:v>
                      </c:pt>
                      <c:pt idx="416">
                        <c:v>531.92100000000005</c:v>
                      </c:pt>
                      <c:pt idx="417">
                        <c:v>531.92200000000003</c:v>
                      </c:pt>
                      <c:pt idx="418">
                        <c:v>531.923</c:v>
                      </c:pt>
                      <c:pt idx="419">
                        <c:v>531.92399999999998</c:v>
                      </c:pt>
                      <c:pt idx="420">
                        <c:v>531.92499999999995</c:v>
                      </c:pt>
                      <c:pt idx="421">
                        <c:v>531.92600000000004</c:v>
                      </c:pt>
                      <c:pt idx="422">
                        <c:v>531.92700000000002</c:v>
                      </c:pt>
                      <c:pt idx="423">
                        <c:v>531.928</c:v>
                      </c:pt>
                      <c:pt idx="424">
                        <c:v>531.92899999999997</c:v>
                      </c:pt>
                      <c:pt idx="425">
                        <c:v>531.92999999999995</c:v>
                      </c:pt>
                      <c:pt idx="426">
                        <c:v>531.93100000000004</c:v>
                      </c:pt>
                      <c:pt idx="427">
                        <c:v>531.93200000000002</c:v>
                      </c:pt>
                      <c:pt idx="428">
                        <c:v>531.93299999999999</c:v>
                      </c:pt>
                      <c:pt idx="429">
                        <c:v>531.93399999999997</c:v>
                      </c:pt>
                      <c:pt idx="430">
                        <c:v>531.93499999999995</c:v>
                      </c:pt>
                      <c:pt idx="431">
                        <c:v>531.93600000000004</c:v>
                      </c:pt>
                      <c:pt idx="432">
                        <c:v>531.93700000000001</c:v>
                      </c:pt>
                      <c:pt idx="433">
                        <c:v>531.93799999999999</c:v>
                      </c:pt>
                      <c:pt idx="434">
                        <c:v>531.93899999999996</c:v>
                      </c:pt>
                      <c:pt idx="435">
                        <c:v>531.94000000000005</c:v>
                      </c:pt>
                      <c:pt idx="436">
                        <c:v>531.94100000000003</c:v>
                      </c:pt>
                      <c:pt idx="437">
                        <c:v>531.94200000000001</c:v>
                      </c:pt>
                      <c:pt idx="438">
                        <c:v>531.94299999999998</c:v>
                      </c:pt>
                      <c:pt idx="439">
                        <c:v>531.94399999999996</c:v>
                      </c:pt>
                      <c:pt idx="440">
                        <c:v>531.94500000000005</c:v>
                      </c:pt>
                      <c:pt idx="441">
                        <c:v>531.94600000000003</c:v>
                      </c:pt>
                      <c:pt idx="442">
                        <c:v>531.947</c:v>
                      </c:pt>
                      <c:pt idx="443">
                        <c:v>531.94799999999998</c:v>
                      </c:pt>
                      <c:pt idx="444">
                        <c:v>531.94899999999996</c:v>
                      </c:pt>
                      <c:pt idx="445">
                        <c:v>531.95000000000005</c:v>
                      </c:pt>
                      <c:pt idx="446">
                        <c:v>531.95100000000002</c:v>
                      </c:pt>
                      <c:pt idx="447">
                        <c:v>531.952</c:v>
                      </c:pt>
                      <c:pt idx="448">
                        <c:v>531.95299999999997</c:v>
                      </c:pt>
                      <c:pt idx="449">
                        <c:v>531.95399999999995</c:v>
                      </c:pt>
                      <c:pt idx="450">
                        <c:v>531.95500000000004</c:v>
                      </c:pt>
                      <c:pt idx="451">
                        <c:v>531.95600000000002</c:v>
                      </c:pt>
                      <c:pt idx="452">
                        <c:v>531.95699999999999</c:v>
                      </c:pt>
                      <c:pt idx="453">
                        <c:v>531.95799999999997</c:v>
                      </c:pt>
                      <c:pt idx="454">
                        <c:v>531.95899999999995</c:v>
                      </c:pt>
                      <c:pt idx="455">
                        <c:v>531.96</c:v>
                      </c:pt>
                      <c:pt idx="456">
                        <c:v>531.96100000000001</c:v>
                      </c:pt>
                      <c:pt idx="457">
                        <c:v>531.96199999999999</c:v>
                      </c:pt>
                      <c:pt idx="458">
                        <c:v>531.96299999999997</c:v>
                      </c:pt>
                      <c:pt idx="459">
                        <c:v>531.96400000000006</c:v>
                      </c:pt>
                      <c:pt idx="460">
                        <c:v>531.96500000000003</c:v>
                      </c:pt>
                      <c:pt idx="461">
                        <c:v>531.96600000000001</c:v>
                      </c:pt>
                      <c:pt idx="462">
                        <c:v>531.96699999999998</c:v>
                      </c:pt>
                      <c:pt idx="463">
                        <c:v>531.96799999999996</c:v>
                      </c:pt>
                      <c:pt idx="464">
                        <c:v>531.96900000000005</c:v>
                      </c:pt>
                      <c:pt idx="465">
                        <c:v>531.97</c:v>
                      </c:pt>
                      <c:pt idx="466">
                        <c:v>531.971</c:v>
                      </c:pt>
                      <c:pt idx="467">
                        <c:v>531.97199999999998</c:v>
                      </c:pt>
                      <c:pt idx="468">
                        <c:v>531.97299999999996</c:v>
                      </c:pt>
                      <c:pt idx="469">
                        <c:v>531.97400000000005</c:v>
                      </c:pt>
                      <c:pt idx="470">
                        <c:v>531.97500000000002</c:v>
                      </c:pt>
                      <c:pt idx="471">
                        <c:v>531.976</c:v>
                      </c:pt>
                      <c:pt idx="472">
                        <c:v>531.97699999999998</c:v>
                      </c:pt>
                      <c:pt idx="473">
                        <c:v>531.97799999999995</c:v>
                      </c:pt>
                      <c:pt idx="474">
                        <c:v>531.97900000000004</c:v>
                      </c:pt>
                      <c:pt idx="475">
                        <c:v>531.98</c:v>
                      </c:pt>
                      <c:pt idx="476">
                        <c:v>531.98099999999999</c:v>
                      </c:pt>
                      <c:pt idx="477">
                        <c:v>531.98199999999997</c:v>
                      </c:pt>
                      <c:pt idx="478">
                        <c:v>531.98299999999995</c:v>
                      </c:pt>
                      <c:pt idx="479">
                        <c:v>531.98400000000004</c:v>
                      </c:pt>
                      <c:pt idx="480">
                        <c:v>531.98500000000001</c:v>
                      </c:pt>
                      <c:pt idx="481">
                        <c:v>531.98599999999999</c:v>
                      </c:pt>
                      <c:pt idx="482">
                        <c:v>531.98699999999997</c:v>
                      </c:pt>
                      <c:pt idx="483">
                        <c:v>531.98800000000006</c:v>
                      </c:pt>
                      <c:pt idx="484">
                        <c:v>531.98900000000003</c:v>
                      </c:pt>
                      <c:pt idx="485">
                        <c:v>531.99</c:v>
                      </c:pt>
                      <c:pt idx="486">
                        <c:v>531.99099999999999</c:v>
                      </c:pt>
                      <c:pt idx="487">
                        <c:v>531.99199999999996</c:v>
                      </c:pt>
                      <c:pt idx="488">
                        <c:v>531.99300000000005</c:v>
                      </c:pt>
                      <c:pt idx="489">
                        <c:v>531.99400000000003</c:v>
                      </c:pt>
                      <c:pt idx="490">
                        <c:v>531.995</c:v>
                      </c:pt>
                      <c:pt idx="491">
                        <c:v>531.99599999999998</c:v>
                      </c:pt>
                      <c:pt idx="492">
                        <c:v>531.99699999999996</c:v>
                      </c:pt>
                      <c:pt idx="493">
                        <c:v>531.99800000000005</c:v>
                      </c:pt>
                      <c:pt idx="494">
                        <c:v>531.99900000000002</c:v>
                      </c:pt>
                      <c:pt idx="495">
                        <c:v>532</c:v>
                      </c:pt>
                      <c:pt idx="496">
                        <c:v>532.00099999999998</c:v>
                      </c:pt>
                      <c:pt idx="497">
                        <c:v>532.00199999999995</c:v>
                      </c:pt>
                      <c:pt idx="498">
                        <c:v>532.00300000000004</c:v>
                      </c:pt>
                      <c:pt idx="499">
                        <c:v>532.00400000000002</c:v>
                      </c:pt>
                      <c:pt idx="500">
                        <c:v>532.005</c:v>
                      </c:pt>
                      <c:pt idx="501">
                        <c:v>532.00599999999997</c:v>
                      </c:pt>
                      <c:pt idx="502">
                        <c:v>532.00699999999995</c:v>
                      </c:pt>
                      <c:pt idx="503">
                        <c:v>532.00800000000004</c:v>
                      </c:pt>
                      <c:pt idx="504">
                        <c:v>532.00900000000001</c:v>
                      </c:pt>
                      <c:pt idx="505">
                        <c:v>532.01</c:v>
                      </c:pt>
                      <c:pt idx="506">
                        <c:v>532.01099999999997</c:v>
                      </c:pt>
                      <c:pt idx="507">
                        <c:v>532.01199999999994</c:v>
                      </c:pt>
                      <c:pt idx="508">
                        <c:v>532.01300000000003</c:v>
                      </c:pt>
                      <c:pt idx="509">
                        <c:v>532.01400000000001</c:v>
                      </c:pt>
                      <c:pt idx="510">
                        <c:v>532.01499999999999</c:v>
                      </c:pt>
                      <c:pt idx="511">
                        <c:v>532.01599999999996</c:v>
                      </c:pt>
                      <c:pt idx="512">
                        <c:v>532.01700000000005</c:v>
                      </c:pt>
                      <c:pt idx="513">
                        <c:v>532.01800000000003</c:v>
                      </c:pt>
                      <c:pt idx="514">
                        <c:v>532.01900000000001</c:v>
                      </c:pt>
                      <c:pt idx="515">
                        <c:v>532.02</c:v>
                      </c:pt>
                      <c:pt idx="516">
                        <c:v>532.02099999999996</c:v>
                      </c:pt>
                      <c:pt idx="517">
                        <c:v>532.02200000000005</c:v>
                      </c:pt>
                      <c:pt idx="518">
                        <c:v>532.02300000000002</c:v>
                      </c:pt>
                      <c:pt idx="519">
                        <c:v>532.10299999999995</c:v>
                      </c:pt>
                      <c:pt idx="520">
                        <c:v>532.18299999999999</c:v>
                      </c:pt>
                      <c:pt idx="521">
                        <c:v>532.26300000000003</c:v>
                      </c:pt>
                      <c:pt idx="522">
                        <c:v>532.34299999999996</c:v>
                      </c:pt>
                      <c:pt idx="523">
                        <c:v>532.423</c:v>
                      </c:pt>
                      <c:pt idx="524">
                        <c:v>532.50300000000004</c:v>
                      </c:pt>
                      <c:pt idx="525">
                        <c:v>532.58299999999997</c:v>
                      </c:pt>
                      <c:pt idx="526">
                        <c:v>532.66300000000001</c:v>
                      </c:pt>
                      <c:pt idx="527">
                        <c:v>532.71600000000001</c:v>
                      </c:pt>
                      <c:pt idx="528">
                        <c:v>532.76900000000001</c:v>
                      </c:pt>
                      <c:pt idx="529">
                        <c:v>532.77</c:v>
                      </c:pt>
                      <c:pt idx="530">
                        <c:v>532.77099999999996</c:v>
                      </c:pt>
                      <c:pt idx="531">
                        <c:v>532.77200000000005</c:v>
                      </c:pt>
                      <c:pt idx="532">
                        <c:v>532.77300000000002</c:v>
                      </c:pt>
                      <c:pt idx="533">
                        <c:v>532.774</c:v>
                      </c:pt>
                      <c:pt idx="534">
                        <c:v>532.77499999999998</c:v>
                      </c:pt>
                      <c:pt idx="535">
                        <c:v>532.77599999999995</c:v>
                      </c:pt>
                      <c:pt idx="536">
                        <c:v>532.77700000000004</c:v>
                      </c:pt>
                      <c:pt idx="537">
                        <c:v>532.77800000000002</c:v>
                      </c:pt>
                      <c:pt idx="538">
                        <c:v>532.779</c:v>
                      </c:pt>
                      <c:pt idx="539">
                        <c:v>532.78</c:v>
                      </c:pt>
                      <c:pt idx="540">
                        <c:v>532.78099999999995</c:v>
                      </c:pt>
                      <c:pt idx="541">
                        <c:v>532.78200000000004</c:v>
                      </c:pt>
                      <c:pt idx="542">
                        <c:v>532.78300000000002</c:v>
                      </c:pt>
                      <c:pt idx="543">
                        <c:v>532.78399999999999</c:v>
                      </c:pt>
                      <c:pt idx="544">
                        <c:v>532.78499999999997</c:v>
                      </c:pt>
                      <c:pt idx="545">
                        <c:v>532.78599999999994</c:v>
                      </c:pt>
                      <c:pt idx="546">
                        <c:v>532.78700000000003</c:v>
                      </c:pt>
                      <c:pt idx="547">
                        <c:v>532.78800000000001</c:v>
                      </c:pt>
                      <c:pt idx="548">
                        <c:v>532.78899999999999</c:v>
                      </c:pt>
                      <c:pt idx="549">
                        <c:v>532.79</c:v>
                      </c:pt>
                      <c:pt idx="550">
                        <c:v>532.79100000000005</c:v>
                      </c:pt>
                      <c:pt idx="551">
                        <c:v>532.79200000000003</c:v>
                      </c:pt>
                      <c:pt idx="552">
                        <c:v>532.79300000000001</c:v>
                      </c:pt>
                      <c:pt idx="553">
                        <c:v>532.79399999999998</c:v>
                      </c:pt>
                      <c:pt idx="554">
                        <c:v>532.79499999999996</c:v>
                      </c:pt>
                      <c:pt idx="555">
                        <c:v>532.79600000000005</c:v>
                      </c:pt>
                      <c:pt idx="556">
                        <c:v>532.79700000000003</c:v>
                      </c:pt>
                      <c:pt idx="557">
                        <c:v>532.798</c:v>
                      </c:pt>
                      <c:pt idx="558">
                        <c:v>532.79899999999998</c:v>
                      </c:pt>
                      <c:pt idx="559">
                        <c:v>532.79999999999995</c:v>
                      </c:pt>
                      <c:pt idx="560">
                        <c:v>532.80100000000004</c:v>
                      </c:pt>
                      <c:pt idx="561">
                        <c:v>532.80200000000002</c:v>
                      </c:pt>
                      <c:pt idx="562">
                        <c:v>532.803</c:v>
                      </c:pt>
                      <c:pt idx="563">
                        <c:v>532.80399999999997</c:v>
                      </c:pt>
                      <c:pt idx="564">
                        <c:v>532.80499999999995</c:v>
                      </c:pt>
                      <c:pt idx="565">
                        <c:v>532.80600000000004</c:v>
                      </c:pt>
                      <c:pt idx="566">
                        <c:v>532.80700000000002</c:v>
                      </c:pt>
                      <c:pt idx="567">
                        <c:v>532.80799999999999</c:v>
                      </c:pt>
                      <c:pt idx="568">
                        <c:v>532.80899999999997</c:v>
                      </c:pt>
                      <c:pt idx="569">
                        <c:v>532.80999999999995</c:v>
                      </c:pt>
                      <c:pt idx="570">
                        <c:v>532.81100000000004</c:v>
                      </c:pt>
                      <c:pt idx="571">
                        <c:v>532.81200000000001</c:v>
                      </c:pt>
                      <c:pt idx="572">
                        <c:v>532.81299999999999</c:v>
                      </c:pt>
                      <c:pt idx="573">
                        <c:v>532.81399999999996</c:v>
                      </c:pt>
                      <c:pt idx="574">
                        <c:v>532.81500000000005</c:v>
                      </c:pt>
                      <c:pt idx="575">
                        <c:v>532.81600000000003</c:v>
                      </c:pt>
                      <c:pt idx="576">
                        <c:v>532.81700000000001</c:v>
                      </c:pt>
                      <c:pt idx="577">
                        <c:v>532.81799999999998</c:v>
                      </c:pt>
                      <c:pt idx="578">
                        <c:v>532.81899999999996</c:v>
                      </c:pt>
                      <c:pt idx="579">
                        <c:v>532.82000000000005</c:v>
                      </c:pt>
                      <c:pt idx="580">
                        <c:v>532.82100000000003</c:v>
                      </c:pt>
                      <c:pt idx="581">
                        <c:v>532.822</c:v>
                      </c:pt>
                      <c:pt idx="582">
                        <c:v>532.82299999999998</c:v>
                      </c:pt>
                      <c:pt idx="583">
                        <c:v>532.82399999999996</c:v>
                      </c:pt>
                      <c:pt idx="584">
                        <c:v>532.82500000000005</c:v>
                      </c:pt>
                      <c:pt idx="585">
                        <c:v>532.82600000000002</c:v>
                      </c:pt>
                      <c:pt idx="586">
                        <c:v>532.827</c:v>
                      </c:pt>
                      <c:pt idx="587">
                        <c:v>532.82799999999997</c:v>
                      </c:pt>
                      <c:pt idx="588">
                        <c:v>532.82899999999995</c:v>
                      </c:pt>
                      <c:pt idx="589">
                        <c:v>532.83000000000004</c:v>
                      </c:pt>
                      <c:pt idx="590">
                        <c:v>532.83100000000002</c:v>
                      </c:pt>
                      <c:pt idx="591">
                        <c:v>532.83199999999999</c:v>
                      </c:pt>
                      <c:pt idx="592">
                        <c:v>532.83299999999997</c:v>
                      </c:pt>
                      <c:pt idx="593">
                        <c:v>532.83399999999995</c:v>
                      </c:pt>
                      <c:pt idx="594">
                        <c:v>532.83500000000004</c:v>
                      </c:pt>
                      <c:pt idx="595">
                        <c:v>532.83600000000001</c:v>
                      </c:pt>
                      <c:pt idx="596">
                        <c:v>532.83699999999999</c:v>
                      </c:pt>
                      <c:pt idx="597">
                        <c:v>532.83799999999997</c:v>
                      </c:pt>
                      <c:pt idx="598">
                        <c:v>532.83900000000006</c:v>
                      </c:pt>
                      <c:pt idx="599">
                        <c:v>532.84</c:v>
                      </c:pt>
                      <c:pt idx="600">
                        <c:v>532.84100000000001</c:v>
                      </c:pt>
                      <c:pt idx="601">
                        <c:v>532.84199999999998</c:v>
                      </c:pt>
                      <c:pt idx="602">
                        <c:v>532.84299999999996</c:v>
                      </c:pt>
                      <c:pt idx="603">
                        <c:v>532.84400000000005</c:v>
                      </c:pt>
                      <c:pt idx="604">
                        <c:v>532.84500000000003</c:v>
                      </c:pt>
                      <c:pt idx="605">
                        <c:v>532.846</c:v>
                      </c:pt>
                      <c:pt idx="606">
                        <c:v>532.84699999999998</c:v>
                      </c:pt>
                      <c:pt idx="607">
                        <c:v>532.84799999999996</c:v>
                      </c:pt>
                      <c:pt idx="608">
                        <c:v>532.84900000000005</c:v>
                      </c:pt>
                      <c:pt idx="609">
                        <c:v>532.85</c:v>
                      </c:pt>
                      <c:pt idx="610">
                        <c:v>532.851</c:v>
                      </c:pt>
                      <c:pt idx="611">
                        <c:v>532.85199999999998</c:v>
                      </c:pt>
                      <c:pt idx="612">
                        <c:v>532.85299999999995</c:v>
                      </c:pt>
                      <c:pt idx="613">
                        <c:v>532.85400000000004</c:v>
                      </c:pt>
                      <c:pt idx="614">
                        <c:v>532.85500000000002</c:v>
                      </c:pt>
                      <c:pt idx="615">
                        <c:v>532.85599999999999</c:v>
                      </c:pt>
                      <c:pt idx="616">
                        <c:v>532.85699999999997</c:v>
                      </c:pt>
                      <c:pt idx="617">
                        <c:v>532.85799999999995</c:v>
                      </c:pt>
                      <c:pt idx="618">
                        <c:v>532.85900000000004</c:v>
                      </c:pt>
                      <c:pt idx="619">
                        <c:v>532.86</c:v>
                      </c:pt>
                      <c:pt idx="620">
                        <c:v>532.86099999999999</c:v>
                      </c:pt>
                      <c:pt idx="621">
                        <c:v>532.86199999999997</c:v>
                      </c:pt>
                      <c:pt idx="622">
                        <c:v>532.86300000000006</c:v>
                      </c:pt>
                      <c:pt idx="623">
                        <c:v>532.86400000000003</c:v>
                      </c:pt>
                      <c:pt idx="624">
                        <c:v>532.86500000000001</c:v>
                      </c:pt>
                      <c:pt idx="625">
                        <c:v>532.86599999999999</c:v>
                      </c:pt>
                      <c:pt idx="626">
                        <c:v>532.86699999999996</c:v>
                      </c:pt>
                      <c:pt idx="627">
                        <c:v>532.86800000000005</c:v>
                      </c:pt>
                      <c:pt idx="628">
                        <c:v>532.86900000000003</c:v>
                      </c:pt>
                      <c:pt idx="629">
                        <c:v>532.87</c:v>
                      </c:pt>
                      <c:pt idx="630">
                        <c:v>532.87099999999998</c:v>
                      </c:pt>
                      <c:pt idx="631">
                        <c:v>532.87199999999996</c:v>
                      </c:pt>
                      <c:pt idx="632">
                        <c:v>532.87300000000005</c:v>
                      </c:pt>
                      <c:pt idx="633">
                        <c:v>532.87400000000002</c:v>
                      </c:pt>
                      <c:pt idx="634">
                        <c:v>532.875</c:v>
                      </c:pt>
                      <c:pt idx="635">
                        <c:v>532.87599999999998</c:v>
                      </c:pt>
                      <c:pt idx="636">
                        <c:v>532.87699999999995</c:v>
                      </c:pt>
                      <c:pt idx="637">
                        <c:v>532.87800000000004</c:v>
                      </c:pt>
                      <c:pt idx="638">
                        <c:v>532.87900000000002</c:v>
                      </c:pt>
                      <c:pt idx="639">
                        <c:v>532.88</c:v>
                      </c:pt>
                      <c:pt idx="640">
                        <c:v>532.88099999999997</c:v>
                      </c:pt>
                      <c:pt idx="641">
                        <c:v>532.88199999999995</c:v>
                      </c:pt>
                      <c:pt idx="642">
                        <c:v>532.88300000000004</c:v>
                      </c:pt>
                      <c:pt idx="643">
                        <c:v>532.88400000000001</c:v>
                      </c:pt>
                      <c:pt idx="644">
                        <c:v>532.88499999999999</c:v>
                      </c:pt>
                      <c:pt idx="645">
                        <c:v>532.88599999999997</c:v>
                      </c:pt>
                      <c:pt idx="646">
                        <c:v>532.88699999999994</c:v>
                      </c:pt>
                      <c:pt idx="647">
                        <c:v>532.88800000000003</c:v>
                      </c:pt>
                      <c:pt idx="648">
                        <c:v>532.88900000000001</c:v>
                      </c:pt>
                      <c:pt idx="649">
                        <c:v>532.89</c:v>
                      </c:pt>
                      <c:pt idx="650">
                        <c:v>532.89099999999996</c:v>
                      </c:pt>
                      <c:pt idx="651">
                        <c:v>532.89200000000005</c:v>
                      </c:pt>
                      <c:pt idx="652">
                        <c:v>532.89300000000003</c:v>
                      </c:pt>
                      <c:pt idx="653">
                        <c:v>532.89400000000001</c:v>
                      </c:pt>
                      <c:pt idx="654">
                        <c:v>532.89499999999998</c:v>
                      </c:pt>
                      <c:pt idx="655">
                        <c:v>532.89599999999996</c:v>
                      </c:pt>
                      <c:pt idx="656">
                        <c:v>532.89700000000005</c:v>
                      </c:pt>
                      <c:pt idx="657">
                        <c:v>532.89800000000002</c:v>
                      </c:pt>
                      <c:pt idx="658">
                        <c:v>532.899</c:v>
                      </c:pt>
                      <c:pt idx="659">
                        <c:v>532.9</c:v>
                      </c:pt>
                      <c:pt idx="660">
                        <c:v>532.90099999999995</c:v>
                      </c:pt>
                      <c:pt idx="661">
                        <c:v>532.90200000000004</c:v>
                      </c:pt>
                      <c:pt idx="662">
                        <c:v>532.90300000000002</c:v>
                      </c:pt>
                      <c:pt idx="663">
                        <c:v>532.904</c:v>
                      </c:pt>
                      <c:pt idx="664">
                        <c:v>532.90499999999997</c:v>
                      </c:pt>
                      <c:pt idx="665">
                        <c:v>532.90599999999995</c:v>
                      </c:pt>
                      <c:pt idx="666">
                        <c:v>532.90700000000004</c:v>
                      </c:pt>
                      <c:pt idx="667">
                        <c:v>532.90800000000002</c:v>
                      </c:pt>
                      <c:pt idx="668">
                        <c:v>532.90899999999999</c:v>
                      </c:pt>
                      <c:pt idx="669">
                        <c:v>532.91</c:v>
                      </c:pt>
                      <c:pt idx="670">
                        <c:v>532.91099999999994</c:v>
                      </c:pt>
                      <c:pt idx="671">
                        <c:v>532.91200000000003</c:v>
                      </c:pt>
                      <c:pt idx="672">
                        <c:v>532.91300000000001</c:v>
                      </c:pt>
                      <c:pt idx="673">
                        <c:v>532.91399999999999</c:v>
                      </c:pt>
                      <c:pt idx="674">
                        <c:v>532.91499999999996</c:v>
                      </c:pt>
                      <c:pt idx="675">
                        <c:v>532.91600000000005</c:v>
                      </c:pt>
                      <c:pt idx="676">
                        <c:v>532.91700000000003</c:v>
                      </c:pt>
                      <c:pt idx="677">
                        <c:v>532.91800000000001</c:v>
                      </c:pt>
                      <c:pt idx="678">
                        <c:v>532.91899999999998</c:v>
                      </c:pt>
                      <c:pt idx="679">
                        <c:v>532.91999999999996</c:v>
                      </c:pt>
                      <c:pt idx="680">
                        <c:v>532.92100000000005</c:v>
                      </c:pt>
                      <c:pt idx="681">
                        <c:v>532.92200000000003</c:v>
                      </c:pt>
                      <c:pt idx="682">
                        <c:v>532.923</c:v>
                      </c:pt>
                      <c:pt idx="683">
                        <c:v>532.92399999999998</c:v>
                      </c:pt>
                      <c:pt idx="684">
                        <c:v>532.92499999999995</c:v>
                      </c:pt>
                      <c:pt idx="685">
                        <c:v>532.92600000000004</c:v>
                      </c:pt>
                      <c:pt idx="686">
                        <c:v>532.92700000000002</c:v>
                      </c:pt>
                      <c:pt idx="687">
                        <c:v>532.928</c:v>
                      </c:pt>
                      <c:pt idx="688">
                        <c:v>532.92899999999997</c:v>
                      </c:pt>
                      <c:pt idx="689">
                        <c:v>532.92999999999995</c:v>
                      </c:pt>
                      <c:pt idx="690">
                        <c:v>532.93100000000004</c:v>
                      </c:pt>
                      <c:pt idx="691">
                        <c:v>532.93200000000002</c:v>
                      </c:pt>
                      <c:pt idx="692">
                        <c:v>532.93299999999999</c:v>
                      </c:pt>
                      <c:pt idx="693">
                        <c:v>532.93399999999997</c:v>
                      </c:pt>
                      <c:pt idx="694">
                        <c:v>532.93499999999995</c:v>
                      </c:pt>
                      <c:pt idx="695">
                        <c:v>532.93600000000004</c:v>
                      </c:pt>
                      <c:pt idx="696">
                        <c:v>532.93700000000001</c:v>
                      </c:pt>
                      <c:pt idx="697">
                        <c:v>532.93799999999999</c:v>
                      </c:pt>
                      <c:pt idx="698">
                        <c:v>532.93899999999996</c:v>
                      </c:pt>
                      <c:pt idx="699">
                        <c:v>532.94000000000005</c:v>
                      </c:pt>
                      <c:pt idx="700">
                        <c:v>532.94100000000003</c:v>
                      </c:pt>
                      <c:pt idx="701">
                        <c:v>532.94200000000001</c:v>
                      </c:pt>
                      <c:pt idx="702">
                        <c:v>532.94299999999998</c:v>
                      </c:pt>
                      <c:pt idx="703">
                        <c:v>532.94399999999996</c:v>
                      </c:pt>
                      <c:pt idx="704">
                        <c:v>532.94500000000005</c:v>
                      </c:pt>
                      <c:pt idx="705">
                        <c:v>532.94600000000003</c:v>
                      </c:pt>
                      <c:pt idx="706">
                        <c:v>532.947</c:v>
                      </c:pt>
                      <c:pt idx="707">
                        <c:v>532.94799999999998</c:v>
                      </c:pt>
                      <c:pt idx="708">
                        <c:v>532.94899999999996</c:v>
                      </c:pt>
                      <c:pt idx="709">
                        <c:v>532.95000000000005</c:v>
                      </c:pt>
                      <c:pt idx="710">
                        <c:v>532.95100000000002</c:v>
                      </c:pt>
                      <c:pt idx="711">
                        <c:v>532.952</c:v>
                      </c:pt>
                      <c:pt idx="712">
                        <c:v>532.95299999999997</c:v>
                      </c:pt>
                      <c:pt idx="713">
                        <c:v>532.95399999999995</c:v>
                      </c:pt>
                      <c:pt idx="714">
                        <c:v>532.95500000000004</c:v>
                      </c:pt>
                      <c:pt idx="715">
                        <c:v>532.95600000000002</c:v>
                      </c:pt>
                      <c:pt idx="716">
                        <c:v>532.95699999999999</c:v>
                      </c:pt>
                      <c:pt idx="717">
                        <c:v>532.95799999999997</c:v>
                      </c:pt>
                      <c:pt idx="718">
                        <c:v>532.95899999999995</c:v>
                      </c:pt>
                      <c:pt idx="719">
                        <c:v>532.96</c:v>
                      </c:pt>
                      <c:pt idx="720">
                        <c:v>532.96100000000001</c:v>
                      </c:pt>
                      <c:pt idx="721">
                        <c:v>532.96199999999999</c:v>
                      </c:pt>
                      <c:pt idx="722">
                        <c:v>532.96299999999997</c:v>
                      </c:pt>
                      <c:pt idx="723">
                        <c:v>532.96400000000006</c:v>
                      </c:pt>
                      <c:pt idx="724">
                        <c:v>532.96500000000003</c:v>
                      </c:pt>
                      <c:pt idx="725">
                        <c:v>532.96600000000001</c:v>
                      </c:pt>
                      <c:pt idx="726">
                        <c:v>532.96699999999998</c:v>
                      </c:pt>
                      <c:pt idx="727">
                        <c:v>532.96799999999996</c:v>
                      </c:pt>
                      <c:pt idx="728">
                        <c:v>532.96900000000005</c:v>
                      </c:pt>
                      <c:pt idx="729">
                        <c:v>532.97</c:v>
                      </c:pt>
                      <c:pt idx="730">
                        <c:v>532.971</c:v>
                      </c:pt>
                      <c:pt idx="731">
                        <c:v>532.97199999999998</c:v>
                      </c:pt>
                      <c:pt idx="732">
                        <c:v>532.97299999999996</c:v>
                      </c:pt>
                      <c:pt idx="733">
                        <c:v>532.97400000000005</c:v>
                      </c:pt>
                      <c:pt idx="734">
                        <c:v>532.97500000000002</c:v>
                      </c:pt>
                      <c:pt idx="735">
                        <c:v>532.976</c:v>
                      </c:pt>
                      <c:pt idx="736">
                        <c:v>532.97699999999998</c:v>
                      </c:pt>
                      <c:pt idx="737">
                        <c:v>532.97799999999995</c:v>
                      </c:pt>
                      <c:pt idx="738">
                        <c:v>532.97900000000004</c:v>
                      </c:pt>
                      <c:pt idx="739">
                        <c:v>532.98</c:v>
                      </c:pt>
                      <c:pt idx="740">
                        <c:v>532.98099999999999</c:v>
                      </c:pt>
                      <c:pt idx="741">
                        <c:v>532.98199999999997</c:v>
                      </c:pt>
                      <c:pt idx="742">
                        <c:v>532.98299999999995</c:v>
                      </c:pt>
                      <c:pt idx="743">
                        <c:v>532.98400000000004</c:v>
                      </c:pt>
                      <c:pt idx="744">
                        <c:v>532.98500000000001</c:v>
                      </c:pt>
                      <c:pt idx="745">
                        <c:v>532.98599999999999</c:v>
                      </c:pt>
                      <c:pt idx="746">
                        <c:v>532.98699999999997</c:v>
                      </c:pt>
                      <c:pt idx="747">
                        <c:v>532.98800000000006</c:v>
                      </c:pt>
                      <c:pt idx="748">
                        <c:v>532.98900000000003</c:v>
                      </c:pt>
                      <c:pt idx="749">
                        <c:v>532.99</c:v>
                      </c:pt>
                      <c:pt idx="750">
                        <c:v>532.99099999999999</c:v>
                      </c:pt>
                      <c:pt idx="751">
                        <c:v>532.99199999999996</c:v>
                      </c:pt>
                      <c:pt idx="752">
                        <c:v>532.99300000000005</c:v>
                      </c:pt>
                      <c:pt idx="753">
                        <c:v>532.99400000000003</c:v>
                      </c:pt>
                      <c:pt idx="754">
                        <c:v>532.995</c:v>
                      </c:pt>
                      <c:pt idx="755">
                        <c:v>532.99599999999998</c:v>
                      </c:pt>
                      <c:pt idx="756">
                        <c:v>532.99699999999996</c:v>
                      </c:pt>
                      <c:pt idx="757">
                        <c:v>532.99800000000005</c:v>
                      </c:pt>
                      <c:pt idx="758">
                        <c:v>532.99900000000002</c:v>
                      </c:pt>
                      <c:pt idx="759">
                        <c:v>533</c:v>
                      </c:pt>
                      <c:pt idx="760">
                        <c:v>533.00099999999998</c:v>
                      </c:pt>
                      <c:pt idx="761">
                        <c:v>533.00199999999995</c:v>
                      </c:pt>
                      <c:pt idx="762">
                        <c:v>533.00300000000004</c:v>
                      </c:pt>
                      <c:pt idx="763">
                        <c:v>533.00400000000002</c:v>
                      </c:pt>
                      <c:pt idx="764">
                        <c:v>533.005</c:v>
                      </c:pt>
                      <c:pt idx="765">
                        <c:v>533.00599999999997</c:v>
                      </c:pt>
                      <c:pt idx="766">
                        <c:v>533.00699999999995</c:v>
                      </c:pt>
                      <c:pt idx="767">
                        <c:v>533.00800000000004</c:v>
                      </c:pt>
                      <c:pt idx="768">
                        <c:v>533.00900000000001</c:v>
                      </c:pt>
                      <c:pt idx="769">
                        <c:v>533.01</c:v>
                      </c:pt>
                      <c:pt idx="770">
                        <c:v>533.01099999999997</c:v>
                      </c:pt>
                      <c:pt idx="771">
                        <c:v>533.01199999999994</c:v>
                      </c:pt>
                      <c:pt idx="772">
                        <c:v>533.01300000000003</c:v>
                      </c:pt>
                      <c:pt idx="773">
                        <c:v>533.01400000000001</c:v>
                      </c:pt>
                      <c:pt idx="774">
                        <c:v>533.01499999999999</c:v>
                      </c:pt>
                      <c:pt idx="775">
                        <c:v>533.01599999999996</c:v>
                      </c:pt>
                      <c:pt idx="776">
                        <c:v>533.01700000000005</c:v>
                      </c:pt>
                      <c:pt idx="777">
                        <c:v>533.01800000000003</c:v>
                      </c:pt>
                      <c:pt idx="778">
                        <c:v>533.01900000000001</c:v>
                      </c:pt>
                      <c:pt idx="779">
                        <c:v>533.02</c:v>
                      </c:pt>
                      <c:pt idx="780">
                        <c:v>533.02099999999996</c:v>
                      </c:pt>
                      <c:pt idx="781">
                        <c:v>533.02200000000005</c:v>
                      </c:pt>
                      <c:pt idx="782">
                        <c:v>533.02300000000002</c:v>
                      </c:pt>
                      <c:pt idx="783">
                        <c:v>533.10299999999995</c:v>
                      </c:pt>
                      <c:pt idx="784">
                        <c:v>533.18299999999999</c:v>
                      </c:pt>
                      <c:pt idx="785">
                        <c:v>533.26300000000003</c:v>
                      </c:pt>
                      <c:pt idx="786">
                        <c:v>533.34299999999996</c:v>
                      </c:pt>
                      <c:pt idx="787">
                        <c:v>533.423</c:v>
                      </c:pt>
                      <c:pt idx="788">
                        <c:v>533.50300000000004</c:v>
                      </c:pt>
                      <c:pt idx="789">
                        <c:v>533.58299999999997</c:v>
                      </c:pt>
                      <c:pt idx="790">
                        <c:v>533.66300000000001</c:v>
                      </c:pt>
                      <c:pt idx="791">
                        <c:v>533.71600000000001</c:v>
                      </c:pt>
                      <c:pt idx="792">
                        <c:v>533.76900000000001</c:v>
                      </c:pt>
                      <c:pt idx="793">
                        <c:v>533.77</c:v>
                      </c:pt>
                      <c:pt idx="794">
                        <c:v>533.77099999999996</c:v>
                      </c:pt>
                      <c:pt idx="795">
                        <c:v>533.77200000000005</c:v>
                      </c:pt>
                      <c:pt idx="796">
                        <c:v>533.77300000000002</c:v>
                      </c:pt>
                      <c:pt idx="797">
                        <c:v>533.774</c:v>
                      </c:pt>
                      <c:pt idx="798">
                        <c:v>533.77499999999998</c:v>
                      </c:pt>
                      <c:pt idx="799">
                        <c:v>533.77599999999995</c:v>
                      </c:pt>
                      <c:pt idx="800">
                        <c:v>533.77700000000004</c:v>
                      </c:pt>
                      <c:pt idx="801">
                        <c:v>533.77800000000002</c:v>
                      </c:pt>
                      <c:pt idx="802">
                        <c:v>533.779</c:v>
                      </c:pt>
                      <c:pt idx="803">
                        <c:v>533.78</c:v>
                      </c:pt>
                      <c:pt idx="804">
                        <c:v>533.78099999999995</c:v>
                      </c:pt>
                      <c:pt idx="805">
                        <c:v>533.78200000000004</c:v>
                      </c:pt>
                      <c:pt idx="806">
                        <c:v>533.78300000000002</c:v>
                      </c:pt>
                      <c:pt idx="807">
                        <c:v>533.78399999999999</c:v>
                      </c:pt>
                      <c:pt idx="808">
                        <c:v>533.78499999999997</c:v>
                      </c:pt>
                      <c:pt idx="809">
                        <c:v>533.78599999999994</c:v>
                      </c:pt>
                      <c:pt idx="810">
                        <c:v>533.78700000000003</c:v>
                      </c:pt>
                      <c:pt idx="811">
                        <c:v>533.78800000000001</c:v>
                      </c:pt>
                      <c:pt idx="812">
                        <c:v>533.78899999999999</c:v>
                      </c:pt>
                      <c:pt idx="813">
                        <c:v>533.79</c:v>
                      </c:pt>
                      <c:pt idx="814">
                        <c:v>533.79100000000005</c:v>
                      </c:pt>
                      <c:pt idx="815">
                        <c:v>533.79200000000003</c:v>
                      </c:pt>
                      <c:pt idx="816">
                        <c:v>533.79300000000001</c:v>
                      </c:pt>
                      <c:pt idx="817">
                        <c:v>533.79399999999998</c:v>
                      </c:pt>
                      <c:pt idx="818">
                        <c:v>533.79499999999996</c:v>
                      </c:pt>
                      <c:pt idx="819">
                        <c:v>533.79600000000005</c:v>
                      </c:pt>
                      <c:pt idx="820">
                        <c:v>533.79700000000003</c:v>
                      </c:pt>
                      <c:pt idx="821">
                        <c:v>533.798</c:v>
                      </c:pt>
                      <c:pt idx="822">
                        <c:v>533.79899999999998</c:v>
                      </c:pt>
                      <c:pt idx="823">
                        <c:v>533.79999999999995</c:v>
                      </c:pt>
                      <c:pt idx="824">
                        <c:v>533.80100000000004</c:v>
                      </c:pt>
                      <c:pt idx="825">
                        <c:v>533.80200000000002</c:v>
                      </c:pt>
                      <c:pt idx="826">
                        <c:v>533.803</c:v>
                      </c:pt>
                      <c:pt idx="827">
                        <c:v>533.80399999999997</c:v>
                      </c:pt>
                      <c:pt idx="828">
                        <c:v>533.80499999999995</c:v>
                      </c:pt>
                      <c:pt idx="829">
                        <c:v>533.80600000000004</c:v>
                      </c:pt>
                      <c:pt idx="830">
                        <c:v>533.80700000000002</c:v>
                      </c:pt>
                      <c:pt idx="831">
                        <c:v>533.80799999999999</c:v>
                      </c:pt>
                      <c:pt idx="832">
                        <c:v>533.80899999999997</c:v>
                      </c:pt>
                      <c:pt idx="833">
                        <c:v>533.80999999999995</c:v>
                      </c:pt>
                      <c:pt idx="834">
                        <c:v>533.81100000000004</c:v>
                      </c:pt>
                      <c:pt idx="835">
                        <c:v>533.81200000000001</c:v>
                      </c:pt>
                      <c:pt idx="836">
                        <c:v>533.81299999999999</c:v>
                      </c:pt>
                      <c:pt idx="837">
                        <c:v>533.81399999999996</c:v>
                      </c:pt>
                      <c:pt idx="838">
                        <c:v>533.81500000000005</c:v>
                      </c:pt>
                      <c:pt idx="839">
                        <c:v>533.81600000000003</c:v>
                      </c:pt>
                      <c:pt idx="840">
                        <c:v>533.81700000000001</c:v>
                      </c:pt>
                      <c:pt idx="841">
                        <c:v>533.81799999999998</c:v>
                      </c:pt>
                      <c:pt idx="842">
                        <c:v>533.81899999999996</c:v>
                      </c:pt>
                      <c:pt idx="843">
                        <c:v>533.82000000000005</c:v>
                      </c:pt>
                      <c:pt idx="844">
                        <c:v>533.82100000000003</c:v>
                      </c:pt>
                      <c:pt idx="845">
                        <c:v>533.822</c:v>
                      </c:pt>
                      <c:pt idx="846">
                        <c:v>533.82299999999998</c:v>
                      </c:pt>
                      <c:pt idx="847">
                        <c:v>533.82399999999996</c:v>
                      </c:pt>
                      <c:pt idx="848">
                        <c:v>533.82500000000005</c:v>
                      </c:pt>
                      <c:pt idx="849">
                        <c:v>533.82600000000002</c:v>
                      </c:pt>
                      <c:pt idx="850">
                        <c:v>533.827</c:v>
                      </c:pt>
                      <c:pt idx="851">
                        <c:v>533.82799999999997</c:v>
                      </c:pt>
                      <c:pt idx="852">
                        <c:v>533.82899999999995</c:v>
                      </c:pt>
                      <c:pt idx="853">
                        <c:v>533.83000000000004</c:v>
                      </c:pt>
                      <c:pt idx="854">
                        <c:v>533.83100000000002</c:v>
                      </c:pt>
                      <c:pt idx="855">
                        <c:v>533.83199999999999</c:v>
                      </c:pt>
                      <c:pt idx="856">
                        <c:v>533.83299999999997</c:v>
                      </c:pt>
                      <c:pt idx="857">
                        <c:v>533.83399999999995</c:v>
                      </c:pt>
                      <c:pt idx="858">
                        <c:v>533.83500000000004</c:v>
                      </c:pt>
                      <c:pt idx="859">
                        <c:v>533.83600000000001</c:v>
                      </c:pt>
                      <c:pt idx="860">
                        <c:v>533.83699999999999</c:v>
                      </c:pt>
                      <c:pt idx="861">
                        <c:v>533.83799999999997</c:v>
                      </c:pt>
                      <c:pt idx="862">
                        <c:v>533.83900000000006</c:v>
                      </c:pt>
                      <c:pt idx="863">
                        <c:v>533.84</c:v>
                      </c:pt>
                      <c:pt idx="864">
                        <c:v>533.84100000000001</c:v>
                      </c:pt>
                      <c:pt idx="865">
                        <c:v>533.84199999999998</c:v>
                      </c:pt>
                      <c:pt idx="866">
                        <c:v>533.84299999999996</c:v>
                      </c:pt>
                      <c:pt idx="867">
                        <c:v>533.84400000000005</c:v>
                      </c:pt>
                      <c:pt idx="868">
                        <c:v>533.84500000000003</c:v>
                      </c:pt>
                      <c:pt idx="869">
                        <c:v>533.846</c:v>
                      </c:pt>
                      <c:pt idx="870">
                        <c:v>533.84699999999998</c:v>
                      </c:pt>
                      <c:pt idx="871">
                        <c:v>533.84799999999996</c:v>
                      </c:pt>
                      <c:pt idx="872">
                        <c:v>533.84900000000005</c:v>
                      </c:pt>
                      <c:pt idx="873">
                        <c:v>533.85</c:v>
                      </c:pt>
                      <c:pt idx="874">
                        <c:v>533.851</c:v>
                      </c:pt>
                      <c:pt idx="875">
                        <c:v>533.85199999999998</c:v>
                      </c:pt>
                      <c:pt idx="876">
                        <c:v>533.85299999999995</c:v>
                      </c:pt>
                      <c:pt idx="877">
                        <c:v>533.85400000000004</c:v>
                      </c:pt>
                      <c:pt idx="878">
                        <c:v>533.85500000000002</c:v>
                      </c:pt>
                      <c:pt idx="879">
                        <c:v>533.85599999999999</c:v>
                      </c:pt>
                      <c:pt idx="880">
                        <c:v>533.85699999999997</c:v>
                      </c:pt>
                      <c:pt idx="881">
                        <c:v>533.85799999999995</c:v>
                      </c:pt>
                      <c:pt idx="882">
                        <c:v>533.85900000000004</c:v>
                      </c:pt>
                      <c:pt idx="883">
                        <c:v>533.86</c:v>
                      </c:pt>
                      <c:pt idx="884">
                        <c:v>533.86099999999999</c:v>
                      </c:pt>
                      <c:pt idx="885">
                        <c:v>533.86199999999997</c:v>
                      </c:pt>
                      <c:pt idx="886">
                        <c:v>533.86300000000006</c:v>
                      </c:pt>
                      <c:pt idx="887">
                        <c:v>533.86400000000003</c:v>
                      </c:pt>
                      <c:pt idx="888">
                        <c:v>533.86500000000001</c:v>
                      </c:pt>
                      <c:pt idx="889">
                        <c:v>533.86599999999999</c:v>
                      </c:pt>
                      <c:pt idx="890">
                        <c:v>533.86699999999996</c:v>
                      </c:pt>
                      <c:pt idx="891">
                        <c:v>533.86800000000005</c:v>
                      </c:pt>
                      <c:pt idx="892">
                        <c:v>533.86900000000003</c:v>
                      </c:pt>
                      <c:pt idx="893">
                        <c:v>533.87</c:v>
                      </c:pt>
                      <c:pt idx="894">
                        <c:v>533.87099999999998</c:v>
                      </c:pt>
                      <c:pt idx="895">
                        <c:v>533.87199999999996</c:v>
                      </c:pt>
                      <c:pt idx="896">
                        <c:v>533.87300000000005</c:v>
                      </c:pt>
                      <c:pt idx="897">
                        <c:v>533.87400000000002</c:v>
                      </c:pt>
                      <c:pt idx="898">
                        <c:v>533.875</c:v>
                      </c:pt>
                      <c:pt idx="899">
                        <c:v>533.87599999999998</c:v>
                      </c:pt>
                      <c:pt idx="900">
                        <c:v>533.87699999999995</c:v>
                      </c:pt>
                      <c:pt idx="901">
                        <c:v>533.87800000000004</c:v>
                      </c:pt>
                      <c:pt idx="902">
                        <c:v>533.87900000000002</c:v>
                      </c:pt>
                      <c:pt idx="903">
                        <c:v>533.88</c:v>
                      </c:pt>
                      <c:pt idx="904">
                        <c:v>533.88099999999997</c:v>
                      </c:pt>
                      <c:pt idx="905">
                        <c:v>533.88199999999995</c:v>
                      </c:pt>
                      <c:pt idx="906">
                        <c:v>533.88300000000004</c:v>
                      </c:pt>
                      <c:pt idx="907">
                        <c:v>533.88400000000001</c:v>
                      </c:pt>
                      <c:pt idx="908">
                        <c:v>533.88499999999999</c:v>
                      </c:pt>
                      <c:pt idx="909">
                        <c:v>533.88599999999997</c:v>
                      </c:pt>
                      <c:pt idx="910">
                        <c:v>533.88699999999994</c:v>
                      </c:pt>
                      <c:pt idx="911">
                        <c:v>533.88800000000003</c:v>
                      </c:pt>
                      <c:pt idx="912">
                        <c:v>533.88900000000001</c:v>
                      </c:pt>
                      <c:pt idx="913">
                        <c:v>533.89</c:v>
                      </c:pt>
                      <c:pt idx="914">
                        <c:v>533.89099999999996</c:v>
                      </c:pt>
                      <c:pt idx="915">
                        <c:v>533.89200000000005</c:v>
                      </c:pt>
                      <c:pt idx="916">
                        <c:v>533.89300000000003</c:v>
                      </c:pt>
                      <c:pt idx="917">
                        <c:v>533.89400000000001</c:v>
                      </c:pt>
                      <c:pt idx="918">
                        <c:v>533.89499999999998</c:v>
                      </c:pt>
                      <c:pt idx="919">
                        <c:v>533.89599999999996</c:v>
                      </c:pt>
                      <c:pt idx="920">
                        <c:v>533.89700000000005</c:v>
                      </c:pt>
                      <c:pt idx="921">
                        <c:v>533.89800000000002</c:v>
                      </c:pt>
                      <c:pt idx="922">
                        <c:v>533.899</c:v>
                      </c:pt>
                      <c:pt idx="923">
                        <c:v>533.9</c:v>
                      </c:pt>
                      <c:pt idx="924">
                        <c:v>533.90099999999995</c:v>
                      </c:pt>
                      <c:pt idx="925">
                        <c:v>533.90200000000004</c:v>
                      </c:pt>
                      <c:pt idx="926">
                        <c:v>533.90300000000002</c:v>
                      </c:pt>
                      <c:pt idx="927">
                        <c:v>533.904</c:v>
                      </c:pt>
                      <c:pt idx="928">
                        <c:v>533.90499999999997</c:v>
                      </c:pt>
                      <c:pt idx="929">
                        <c:v>533.90599999999995</c:v>
                      </c:pt>
                      <c:pt idx="930">
                        <c:v>533.90700000000004</c:v>
                      </c:pt>
                      <c:pt idx="931">
                        <c:v>533.90800000000002</c:v>
                      </c:pt>
                      <c:pt idx="932">
                        <c:v>533.90899999999999</c:v>
                      </c:pt>
                      <c:pt idx="933">
                        <c:v>533.91</c:v>
                      </c:pt>
                      <c:pt idx="934">
                        <c:v>533.91099999999994</c:v>
                      </c:pt>
                      <c:pt idx="935">
                        <c:v>533.91200000000003</c:v>
                      </c:pt>
                      <c:pt idx="936">
                        <c:v>533.91300000000001</c:v>
                      </c:pt>
                      <c:pt idx="937">
                        <c:v>533.91399999999999</c:v>
                      </c:pt>
                      <c:pt idx="938">
                        <c:v>533.91499999999996</c:v>
                      </c:pt>
                      <c:pt idx="939">
                        <c:v>533.91600000000005</c:v>
                      </c:pt>
                      <c:pt idx="940">
                        <c:v>533.91700000000003</c:v>
                      </c:pt>
                      <c:pt idx="941">
                        <c:v>533.91800000000001</c:v>
                      </c:pt>
                      <c:pt idx="942">
                        <c:v>533.91899999999998</c:v>
                      </c:pt>
                      <c:pt idx="943">
                        <c:v>533.91999999999996</c:v>
                      </c:pt>
                      <c:pt idx="944">
                        <c:v>533.92100000000005</c:v>
                      </c:pt>
                      <c:pt idx="945">
                        <c:v>533.92200000000003</c:v>
                      </c:pt>
                      <c:pt idx="946">
                        <c:v>533.923</c:v>
                      </c:pt>
                      <c:pt idx="947">
                        <c:v>533.92399999999998</c:v>
                      </c:pt>
                      <c:pt idx="948">
                        <c:v>533.92499999999995</c:v>
                      </c:pt>
                      <c:pt idx="949">
                        <c:v>533.92600000000004</c:v>
                      </c:pt>
                      <c:pt idx="950">
                        <c:v>533.92700000000002</c:v>
                      </c:pt>
                      <c:pt idx="951">
                        <c:v>533.928</c:v>
                      </c:pt>
                      <c:pt idx="952">
                        <c:v>533.92899999999997</c:v>
                      </c:pt>
                      <c:pt idx="953">
                        <c:v>533.92999999999995</c:v>
                      </c:pt>
                      <c:pt idx="954">
                        <c:v>533.93100000000004</c:v>
                      </c:pt>
                      <c:pt idx="955">
                        <c:v>533.93200000000002</c:v>
                      </c:pt>
                      <c:pt idx="956">
                        <c:v>533.93299999999999</c:v>
                      </c:pt>
                      <c:pt idx="957">
                        <c:v>533.93399999999997</c:v>
                      </c:pt>
                      <c:pt idx="958">
                        <c:v>533.93499999999995</c:v>
                      </c:pt>
                      <c:pt idx="959">
                        <c:v>533.93600000000004</c:v>
                      </c:pt>
                      <c:pt idx="960">
                        <c:v>533.93700000000001</c:v>
                      </c:pt>
                      <c:pt idx="961">
                        <c:v>533.93799999999999</c:v>
                      </c:pt>
                      <c:pt idx="962">
                        <c:v>533.93899999999996</c:v>
                      </c:pt>
                      <c:pt idx="963">
                        <c:v>533.94000000000005</c:v>
                      </c:pt>
                      <c:pt idx="964">
                        <c:v>533.94100000000003</c:v>
                      </c:pt>
                      <c:pt idx="965">
                        <c:v>533.94200000000001</c:v>
                      </c:pt>
                      <c:pt idx="966">
                        <c:v>533.94299999999998</c:v>
                      </c:pt>
                      <c:pt idx="967">
                        <c:v>533.94399999999996</c:v>
                      </c:pt>
                      <c:pt idx="968">
                        <c:v>533.94500000000005</c:v>
                      </c:pt>
                      <c:pt idx="969">
                        <c:v>533.94600000000003</c:v>
                      </c:pt>
                      <c:pt idx="970">
                        <c:v>533.947</c:v>
                      </c:pt>
                      <c:pt idx="971">
                        <c:v>533.94799999999998</c:v>
                      </c:pt>
                      <c:pt idx="972">
                        <c:v>533.94899999999996</c:v>
                      </c:pt>
                      <c:pt idx="973">
                        <c:v>533.95000000000005</c:v>
                      </c:pt>
                      <c:pt idx="974">
                        <c:v>533.95100000000002</c:v>
                      </c:pt>
                      <c:pt idx="975">
                        <c:v>533.952</c:v>
                      </c:pt>
                      <c:pt idx="976">
                        <c:v>533.95299999999997</c:v>
                      </c:pt>
                      <c:pt idx="977">
                        <c:v>533.95399999999995</c:v>
                      </c:pt>
                      <c:pt idx="978">
                        <c:v>533.95500000000004</c:v>
                      </c:pt>
                      <c:pt idx="979">
                        <c:v>533.95600000000002</c:v>
                      </c:pt>
                      <c:pt idx="980">
                        <c:v>533.95699999999999</c:v>
                      </c:pt>
                      <c:pt idx="981">
                        <c:v>533.95799999999997</c:v>
                      </c:pt>
                      <c:pt idx="982">
                        <c:v>533.95899999999995</c:v>
                      </c:pt>
                      <c:pt idx="983">
                        <c:v>533.96</c:v>
                      </c:pt>
                      <c:pt idx="984">
                        <c:v>533.96100000000001</c:v>
                      </c:pt>
                      <c:pt idx="985">
                        <c:v>533.96199999999999</c:v>
                      </c:pt>
                      <c:pt idx="986">
                        <c:v>533.96299999999997</c:v>
                      </c:pt>
                      <c:pt idx="987">
                        <c:v>533.96400000000006</c:v>
                      </c:pt>
                      <c:pt idx="988">
                        <c:v>533.96500000000003</c:v>
                      </c:pt>
                      <c:pt idx="989">
                        <c:v>533.96600000000001</c:v>
                      </c:pt>
                      <c:pt idx="990">
                        <c:v>533.96699999999998</c:v>
                      </c:pt>
                      <c:pt idx="991">
                        <c:v>533.96799999999996</c:v>
                      </c:pt>
                      <c:pt idx="992">
                        <c:v>533.96900000000005</c:v>
                      </c:pt>
                      <c:pt idx="993">
                        <c:v>533.97</c:v>
                      </c:pt>
                      <c:pt idx="994">
                        <c:v>533.971</c:v>
                      </c:pt>
                      <c:pt idx="995">
                        <c:v>533.97199999999998</c:v>
                      </c:pt>
                      <c:pt idx="996">
                        <c:v>533.97299999999996</c:v>
                      </c:pt>
                      <c:pt idx="997">
                        <c:v>533.97400000000005</c:v>
                      </c:pt>
                      <c:pt idx="998">
                        <c:v>533.97500000000002</c:v>
                      </c:pt>
                      <c:pt idx="999">
                        <c:v>533.976</c:v>
                      </c:pt>
                      <c:pt idx="1000">
                        <c:v>533.97699999999998</c:v>
                      </c:pt>
                      <c:pt idx="1001">
                        <c:v>533.97799999999995</c:v>
                      </c:pt>
                      <c:pt idx="1002">
                        <c:v>533.97900000000004</c:v>
                      </c:pt>
                      <c:pt idx="1003">
                        <c:v>533.98</c:v>
                      </c:pt>
                      <c:pt idx="1004">
                        <c:v>533.98099999999999</c:v>
                      </c:pt>
                      <c:pt idx="1005">
                        <c:v>533.98199999999997</c:v>
                      </c:pt>
                      <c:pt idx="1006">
                        <c:v>533.98299999999995</c:v>
                      </c:pt>
                      <c:pt idx="1007">
                        <c:v>533.98400000000004</c:v>
                      </c:pt>
                      <c:pt idx="1008">
                        <c:v>533.98500000000001</c:v>
                      </c:pt>
                      <c:pt idx="1009">
                        <c:v>533.98599999999999</c:v>
                      </c:pt>
                      <c:pt idx="1010">
                        <c:v>533.98699999999997</c:v>
                      </c:pt>
                      <c:pt idx="1011">
                        <c:v>533.98800000000006</c:v>
                      </c:pt>
                      <c:pt idx="1012">
                        <c:v>533.98900000000003</c:v>
                      </c:pt>
                      <c:pt idx="1013">
                        <c:v>533.99</c:v>
                      </c:pt>
                      <c:pt idx="1014">
                        <c:v>533.99099999999999</c:v>
                      </c:pt>
                      <c:pt idx="1015">
                        <c:v>533.99199999999996</c:v>
                      </c:pt>
                      <c:pt idx="1016">
                        <c:v>533.99300000000005</c:v>
                      </c:pt>
                      <c:pt idx="1017">
                        <c:v>533.99400000000003</c:v>
                      </c:pt>
                      <c:pt idx="1018">
                        <c:v>533.995</c:v>
                      </c:pt>
                      <c:pt idx="1019">
                        <c:v>533.99599999999998</c:v>
                      </c:pt>
                      <c:pt idx="1020">
                        <c:v>533.99699999999996</c:v>
                      </c:pt>
                      <c:pt idx="1021">
                        <c:v>533.99800000000005</c:v>
                      </c:pt>
                      <c:pt idx="1022">
                        <c:v>533.99900000000002</c:v>
                      </c:pt>
                      <c:pt idx="1023">
                        <c:v>534</c:v>
                      </c:pt>
                      <c:pt idx="1024">
                        <c:v>534.00099999999998</c:v>
                      </c:pt>
                      <c:pt idx="1025">
                        <c:v>534.00199999999995</c:v>
                      </c:pt>
                      <c:pt idx="1026">
                        <c:v>534.00300000000004</c:v>
                      </c:pt>
                      <c:pt idx="1027">
                        <c:v>534.00400000000002</c:v>
                      </c:pt>
                      <c:pt idx="1028">
                        <c:v>534.005</c:v>
                      </c:pt>
                      <c:pt idx="1029">
                        <c:v>534.00599999999997</c:v>
                      </c:pt>
                      <c:pt idx="1030">
                        <c:v>534.00699999999995</c:v>
                      </c:pt>
                      <c:pt idx="1031">
                        <c:v>534.00800000000004</c:v>
                      </c:pt>
                      <c:pt idx="1032">
                        <c:v>534.00900000000001</c:v>
                      </c:pt>
                      <c:pt idx="1033">
                        <c:v>534.01</c:v>
                      </c:pt>
                      <c:pt idx="1034">
                        <c:v>534.01099999999997</c:v>
                      </c:pt>
                      <c:pt idx="1035">
                        <c:v>534.01199999999994</c:v>
                      </c:pt>
                      <c:pt idx="1036">
                        <c:v>534.01300000000003</c:v>
                      </c:pt>
                      <c:pt idx="1037">
                        <c:v>534.01400000000001</c:v>
                      </c:pt>
                      <c:pt idx="1038">
                        <c:v>534.01499999999999</c:v>
                      </c:pt>
                      <c:pt idx="1039">
                        <c:v>534.01599999999996</c:v>
                      </c:pt>
                      <c:pt idx="1040">
                        <c:v>534.01700000000005</c:v>
                      </c:pt>
                      <c:pt idx="1041">
                        <c:v>534.01800000000003</c:v>
                      </c:pt>
                      <c:pt idx="1042">
                        <c:v>534.01900000000001</c:v>
                      </c:pt>
                      <c:pt idx="1043">
                        <c:v>534.02</c:v>
                      </c:pt>
                      <c:pt idx="1044">
                        <c:v>534.02099999999996</c:v>
                      </c:pt>
                      <c:pt idx="1045">
                        <c:v>534.02200000000005</c:v>
                      </c:pt>
                      <c:pt idx="1046">
                        <c:v>534.02300000000002</c:v>
                      </c:pt>
                      <c:pt idx="1047">
                        <c:v>534.10299999999995</c:v>
                      </c:pt>
                      <c:pt idx="1048">
                        <c:v>534.18299999999999</c:v>
                      </c:pt>
                      <c:pt idx="1049">
                        <c:v>534.26300000000003</c:v>
                      </c:pt>
                      <c:pt idx="1050">
                        <c:v>534.34299999999996</c:v>
                      </c:pt>
                      <c:pt idx="1051">
                        <c:v>534.423</c:v>
                      </c:pt>
                      <c:pt idx="1052">
                        <c:v>534.50300000000004</c:v>
                      </c:pt>
                      <c:pt idx="1053">
                        <c:v>534.58299999999997</c:v>
                      </c:pt>
                      <c:pt idx="1054">
                        <c:v>534.66300000000001</c:v>
                      </c:pt>
                      <c:pt idx="1055">
                        <c:v>534.71600000000001</c:v>
                      </c:pt>
                      <c:pt idx="1056">
                        <c:v>534.76900000000001</c:v>
                      </c:pt>
                      <c:pt idx="1057">
                        <c:v>534.77</c:v>
                      </c:pt>
                      <c:pt idx="1058">
                        <c:v>534.77099999999996</c:v>
                      </c:pt>
                      <c:pt idx="1059">
                        <c:v>534.77200000000005</c:v>
                      </c:pt>
                      <c:pt idx="1060">
                        <c:v>534.77300000000002</c:v>
                      </c:pt>
                      <c:pt idx="1061">
                        <c:v>534.774</c:v>
                      </c:pt>
                      <c:pt idx="1062">
                        <c:v>534.77499999999998</c:v>
                      </c:pt>
                      <c:pt idx="1063">
                        <c:v>534.77599999999995</c:v>
                      </c:pt>
                      <c:pt idx="1064">
                        <c:v>534.77700000000004</c:v>
                      </c:pt>
                      <c:pt idx="1065">
                        <c:v>534.77800000000002</c:v>
                      </c:pt>
                      <c:pt idx="1066">
                        <c:v>534.779</c:v>
                      </c:pt>
                      <c:pt idx="1067">
                        <c:v>534.78</c:v>
                      </c:pt>
                      <c:pt idx="1068">
                        <c:v>534.78099999999995</c:v>
                      </c:pt>
                      <c:pt idx="1069">
                        <c:v>534.78200000000004</c:v>
                      </c:pt>
                      <c:pt idx="1070">
                        <c:v>534.78300000000002</c:v>
                      </c:pt>
                      <c:pt idx="1071">
                        <c:v>534.78399999999999</c:v>
                      </c:pt>
                      <c:pt idx="1072">
                        <c:v>534.78499999999997</c:v>
                      </c:pt>
                      <c:pt idx="1073">
                        <c:v>534.78599999999994</c:v>
                      </c:pt>
                      <c:pt idx="1074">
                        <c:v>534.78700000000003</c:v>
                      </c:pt>
                      <c:pt idx="1075">
                        <c:v>534.78800000000001</c:v>
                      </c:pt>
                      <c:pt idx="1076">
                        <c:v>534.78899999999999</c:v>
                      </c:pt>
                      <c:pt idx="1077">
                        <c:v>534.79</c:v>
                      </c:pt>
                      <c:pt idx="1078">
                        <c:v>534.79100000000005</c:v>
                      </c:pt>
                      <c:pt idx="1079">
                        <c:v>534.79200000000003</c:v>
                      </c:pt>
                      <c:pt idx="1080">
                        <c:v>534.79300000000001</c:v>
                      </c:pt>
                      <c:pt idx="1081">
                        <c:v>534.79399999999998</c:v>
                      </c:pt>
                      <c:pt idx="1082">
                        <c:v>534.79499999999996</c:v>
                      </c:pt>
                      <c:pt idx="1083">
                        <c:v>534.79600000000005</c:v>
                      </c:pt>
                      <c:pt idx="1084">
                        <c:v>534.79700000000003</c:v>
                      </c:pt>
                      <c:pt idx="1085">
                        <c:v>534.798</c:v>
                      </c:pt>
                      <c:pt idx="1086">
                        <c:v>534.79899999999998</c:v>
                      </c:pt>
                      <c:pt idx="1087">
                        <c:v>534.79999999999995</c:v>
                      </c:pt>
                      <c:pt idx="1088">
                        <c:v>534.80100000000004</c:v>
                      </c:pt>
                      <c:pt idx="1089">
                        <c:v>534.80200000000002</c:v>
                      </c:pt>
                      <c:pt idx="1090">
                        <c:v>534.803</c:v>
                      </c:pt>
                      <c:pt idx="1091">
                        <c:v>534.80399999999997</c:v>
                      </c:pt>
                      <c:pt idx="1092">
                        <c:v>534.80499999999995</c:v>
                      </c:pt>
                      <c:pt idx="1093">
                        <c:v>534.80600000000004</c:v>
                      </c:pt>
                      <c:pt idx="1094">
                        <c:v>534.80700000000002</c:v>
                      </c:pt>
                      <c:pt idx="1095">
                        <c:v>534.80799999999999</c:v>
                      </c:pt>
                      <c:pt idx="1096">
                        <c:v>534.80899999999997</c:v>
                      </c:pt>
                      <c:pt idx="1097">
                        <c:v>534.80999999999995</c:v>
                      </c:pt>
                      <c:pt idx="1098">
                        <c:v>534.81100000000004</c:v>
                      </c:pt>
                      <c:pt idx="1099">
                        <c:v>534.81200000000001</c:v>
                      </c:pt>
                      <c:pt idx="1100">
                        <c:v>534.81299999999999</c:v>
                      </c:pt>
                      <c:pt idx="1101">
                        <c:v>534.81399999999996</c:v>
                      </c:pt>
                      <c:pt idx="1102">
                        <c:v>534.81500000000005</c:v>
                      </c:pt>
                      <c:pt idx="1103">
                        <c:v>534.81600000000003</c:v>
                      </c:pt>
                      <c:pt idx="1104">
                        <c:v>534.81700000000001</c:v>
                      </c:pt>
                      <c:pt idx="1105">
                        <c:v>534.81799999999998</c:v>
                      </c:pt>
                      <c:pt idx="1106">
                        <c:v>534.81899999999996</c:v>
                      </c:pt>
                      <c:pt idx="1107">
                        <c:v>534.82000000000005</c:v>
                      </c:pt>
                      <c:pt idx="1108">
                        <c:v>534.82100000000003</c:v>
                      </c:pt>
                      <c:pt idx="1109">
                        <c:v>534.822</c:v>
                      </c:pt>
                      <c:pt idx="1110">
                        <c:v>534.82299999999998</c:v>
                      </c:pt>
                      <c:pt idx="1111">
                        <c:v>534.82399999999996</c:v>
                      </c:pt>
                      <c:pt idx="1112">
                        <c:v>534.82500000000005</c:v>
                      </c:pt>
                      <c:pt idx="1113">
                        <c:v>534.82600000000002</c:v>
                      </c:pt>
                      <c:pt idx="1114">
                        <c:v>534.827</c:v>
                      </c:pt>
                      <c:pt idx="1115">
                        <c:v>534.82799999999997</c:v>
                      </c:pt>
                      <c:pt idx="1116">
                        <c:v>534.82899999999995</c:v>
                      </c:pt>
                      <c:pt idx="1117">
                        <c:v>534.83000000000004</c:v>
                      </c:pt>
                      <c:pt idx="1118">
                        <c:v>534.83100000000002</c:v>
                      </c:pt>
                      <c:pt idx="1119">
                        <c:v>534.83199999999999</c:v>
                      </c:pt>
                      <c:pt idx="1120">
                        <c:v>534.83299999999997</c:v>
                      </c:pt>
                      <c:pt idx="1121">
                        <c:v>534.83399999999995</c:v>
                      </c:pt>
                      <c:pt idx="1122">
                        <c:v>534.83500000000004</c:v>
                      </c:pt>
                      <c:pt idx="1123">
                        <c:v>534.83600000000001</c:v>
                      </c:pt>
                      <c:pt idx="1124">
                        <c:v>534.83699999999999</c:v>
                      </c:pt>
                      <c:pt idx="1125">
                        <c:v>534.83799999999997</c:v>
                      </c:pt>
                      <c:pt idx="1126">
                        <c:v>534.83900000000006</c:v>
                      </c:pt>
                      <c:pt idx="1127">
                        <c:v>534.84</c:v>
                      </c:pt>
                      <c:pt idx="1128">
                        <c:v>534.84100000000001</c:v>
                      </c:pt>
                      <c:pt idx="1129">
                        <c:v>534.84199999999998</c:v>
                      </c:pt>
                      <c:pt idx="1130">
                        <c:v>534.84299999999996</c:v>
                      </c:pt>
                      <c:pt idx="1131">
                        <c:v>534.84400000000005</c:v>
                      </c:pt>
                      <c:pt idx="1132">
                        <c:v>534.84500000000003</c:v>
                      </c:pt>
                      <c:pt idx="1133">
                        <c:v>534.846</c:v>
                      </c:pt>
                      <c:pt idx="1134">
                        <c:v>534.84699999999998</c:v>
                      </c:pt>
                      <c:pt idx="1135">
                        <c:v>534.84799999999996</c:v>
                      </c:pt>
                      <c:pt idx="1136">
                        <c:v>534.84900000000005</c:v>
                      </c:pt>
                      <c:pt idx="1137">
                        <c:v>534.85</c:v>
                      </c:pt>
                      <c:pt idx="1138">
                        <c:v>534.851</c:v>
                      </c:pt>
                      <c:pt idx="1139">
                        <c:v>534.85199999999998</c:v>
                      </c:pt>
                      <c:pt idx="1140">
                        <c:v>534.85299999999995</c:v>
                      </c:pt>
                      <c:pt idx="1141">
                        <c:v>534.85400000000004</c:v>
                      </c:pt>
                      <c:pt idx="1142">
                        <c:v>534.85500000000002</c:v>
                      </c:pt>
                      <c:pt idx="1143">
                        <c:v>534.85599999999999</c:v>
                      </c:pt>
                      <c:pt idx="1144">
                        <c:v>534.85699999999997</c:v>
                      </c:pt>
                      <c:pt idx="1145">
                        <c:v>534.85799999999995</c:v>
                      </c:pt>
                      <c:pt idx="1146">
                        <c:v>534.85900000000004</c:v>
                      </c:pt>
                      <c:pt idx="1147">
                        <c:v>534.86</c:v>
                      </c:pt>
                      <c:pt idx="1148">
                        <c:v>534.86099999999999</c:v>
                      </c:pt>
                      <c:pt idx="1149">
                        <c:v>534.86199999999997</c:v>
                      </c:pt>
                      <c:pt idx="1150">
                        <c:v>534.86300000000006</c:v>
                      </c:pt>
                      <c:pt idx="1151">
                        <c:v>534.86400000000003</c:v>
                      </c:pt>
                      <c:pt idx="1152">
                        <c:v>534.86500000000001</c:v>
                      </c:pt>
                      <c:pt idx="1153">
                        <c:v>534.86599999999999</c:v>
                      </c:pt>
                      <c:pt idx="1154">
                        <c:v>534.86699999999996</c:v>
                      </c:pt>
                      <c:pt idx="1155">
                        <c:v>534.86800000000005</c:v>
                      </c:pt>
                      <c:pt idx="1156">
                        <c:v>534.86900000000003</c:v>
                      </c:pt>
                      <c:pt idx="1157">
                        <c:v>534.87</c:v>
                      </c:pt>
                      <c:pt idx="1158">
                        <c:v>534.87099999999998</c:v>
                      </c:pt>
                      <c:pt idx="1159">
                        <c:v>534.87199999999996</c:v>
                      </c:pt>
                      <c:pt idx="1160">
                        <c:v>534.87300000000005</c:v>
                      </c:pt>
                      <c:pt idx="1161">
                        <c:v>534.87400000000002</c:v>
                      </c:pt>
                      <c:pt idx="1162">
                        <c:v>534.875</c:v>
                      </c:pt>
                      <c:pt idx="1163">
                        <c:v>534.87599999999998</c:v>
                      </c:pt>
                      <c:pt idx="1164">
                        <c:v>534.87699999999995</c:v>
                      </c:pt>
                      <c:pt idx="1165">
                        <c:v>534.87800000000004</c:v>
                      </c:pt>
                      <c:pt idx="1166">
                        <c:v>534.87900000000002</c:v>
                      </c:pt>
                      <c:pt idx="1167">
                        <c:v>534.88</c:v>
                      </c:pt>
                      <c:pt idx="1168">
                        <c:v>534.88099999999997</c:v>
                      </c:pt>
                      <c:pt idx="1169">
                        <c:v>534.88199999999995</c:v>
                      </c:pt>
                      <c:pt idx="1170">
                        <c:v>534.88300000000004</c:v>
                      </c:pt>
                      <c:pt idx="1171">
                        <c:v>534.88400000000001</c:v>
                      </c:pt>
                      <c:pt idx="1172">
                        <c:v>534.88499999999999</c:v>
                      </c:pt>
                      <c:pt idx="1173">
                        <c:v>534.88599999999997</c:v>
                      </c:pt>
                      <c:pt idx="1174">
                        <c:v>534.88699999999994</c:v>
                      </c:pt>
                      <c:pt idx="1175">
                        <c:v>534.88800000000003</c:v>
                      </c:pt>
                      <c:pt idx="1176">
                        <c:v>534.88900000000001</c:v>
                      </c:pt>
                      <c:pt idx="1177">
                        <c:v>534.89</c:v>
                      </c:pt>
                      <c:pt idx="1178">
                        <c:v>534.89099999999996</c:v>
                      </c:pt>
                      <c:pt idx="1179">
                        <c:v>534.89200000000005</c:v>
                      </c:pt>
                      <c:pt idx="1180">
                        <c:v>534.89300000000003</c:v>
                      </c:pt>
                      <c:pt idx="1181">
                        <c:v>534.89400000000001</c:v>
                      </c:pt>
                      <c:pt idx="1182">
                        <c:v>534.89499999999998</c:v>
                      </c:pt>
                      <c:pt idx="1183">
                        <c:v>534.89599999999996</c:v>
                      </c:pt>
                      <c:pt idx="1184">
                        <c:v>534.89700000000005</c:v>
                      </c:pt>
                      <c:pt idx="1185">
                        <c:v>534.89800000000002</c:v>
                      </c:pt>
                      <c:pt idx="1186">
                        <c:v>534.899</c:v>
                      </c:pt>
                      <c:pt idx="1187">
                        <c:v>534.9</c:v>
                      </c:pt>
                      <c:pt idx="1188">
                        <c:v>534.90099999999995</c:v>
                      </c:pt>
                      <c:pt idx="1189">
                        <c:v>534.90200000000004</c:v>
                      </c:pt>
                      <c:pt idx="1190">
                        <c:v>534.90300000000002</c:v>
                      </c:pt>
                      <c:pt idx="1191">
                        <c:v>534.904</c:v>
                      </c:pt>
                      <c:pt idx="1192">
                        <c:v>534.90499999999997</c:v>
                      </c:pt>
                      <c:pt idx="1193">
                        <c:v>534.90599999999995</c:v>
                      </c:pt>
                      <c:pt idx="1194">
                        <c:v>534.90700000000004</c:v>
                      </c:pt>
                      <c:pt idx="1195">
                        <c:v>534.90800000000002</c:v>
                      </c:pt>
                      <c:pt idx="1196">
                        <c:v>534.90899999999999</c:v>
                      </c:pt>
                      <c:pt idx="1197">
                        <c:v>534.91</c:v>
                      </c:pt>
                      <c:pt idx="1198">
                        <c:v>534.91099999999994</c:v>
                      </c:pt>
                      <c:pt idx="1199">
                        <c:v>534.91200000000003</c:v>
                      </c:pt>
                      <c:pt idx="1200">
                        <c:v>534.91300000000001</c:v>
                      </c:pt>
                      <c:pt idx="1201">
                        <c:v>534.91399999999999</c:v>
                      </c:pt>
                      <c:pt idx="1202">
                        <c:v>534.91499999999996</c:v>
                      </c:pt>
                      <c:pt idx="1203">
                        <c:v>534.91600000000005</c:v>
                      </c:pt>
                      <c:pt idx="1204">
                        <c:v>534.91700000000003</c:v>
                      </c:pt>
                      <c:pt idx="1205">
                        <c:v>534.91800000000001</c:v>
                      </c:pt>
                      <c:pt idx="1206">
                        <c:v>534.91899999999998</c:v>
                      </c:pt>
                      <c:pt idx="1207">
                        <c:v>534.91999999999996</c:v>
                      </c:pt>
                      <c:pt idx="1208">
                        <c:v>534.92100000000005</c:v>
                      </c:pt>
                      <c:pt idx="1209">
                        <c:v>534.92200000000003</c:v>
                      </c:pt>
                      <c:pt idx="1210">
                        <c:v>534.923</c:v>
                      </c:pt>
                      <c:pt idx="1211">
                        <c:v>534.92399999999998</c:v>
                      </c:pt>
                      <c:pt idx="1212">
                        <c:v>534.92499999999995</c:v>
                      </c:pt>
                      <c:pt idx="1213">
                        <c:v>534.92600000000004</c:v>
                      </c:pt>
                      <c:pt idx="1214">
                        <c:v>534.92700000000002</c:v>
                      </c:pt>
                      <c:pt idx="1215">
                        <c:v>534.928</c:v>
                      </c:pt>
                      <c:pt idx="1216">
                        <c:v>534.92899999999997</c:v>
                      </c:pt>
                      <c:pt idx="1217">
                        <c:v>534.92999999999995</c:v>
                      </c:pt>
                      <c:pt idx="1218">
                        <c:v>534.93100000000004</c:v>
                      </c:pt>
                      <c:pt idx="1219">
                        <c:v>534.93200000000002</c:v>
                      </c:pt>
                      <c:pt idx="1220">
                        <c:v>534.93299999999999</c:v>
                      </c:pt>
                      <c:pt idx="1221">
                        <c:v>534.93399999999997</c:v>
                      </c:pt>
                      <c:pt idx="1222">
                        <c:v>534.93499999999995</c:v>
                      </c:pt>
                      <c:pt idx="1223">
                        <c:v>534.93600000000004</c:v>
                      </c:pt>
                      <c:pt idx="1224">
                        <c:v>534.93700000000001</c:v>
                      </c:pt>
                      <c:pt idx="1225">
                        <c:v>534.93799999999999</c:v>
                      </c:pt>
                      <c:pt idx="1226">
                        <c:v>534.93899999999996</c:v>
                      </c:pt>
                      <c:pt idx="1227">
                        <c:v>534.94000000000005</c:v>
                      </c:pt>
                      <c:pt idx="1228">
                        <c:v>534.94100000000003</c:v>
                      </c:pt>
                      <c:pt idx="1229">
                        <c:v>534.94200000000001</c:v>
                      </c:pt>
                      <c:pt idx="1230">
                        <c:v>534.94299999999998</c:v>
                      </c:pt>
                      <c:pt idx="1231">
                        <c:v>534.94399999999996</c:v>
                      </c:pt>
                      <c:pt idx="1232">
                        <c:v>534.94500000000005</c:v>
                      </c:pt>
                      <c:pt idx="1233">
                        <c:v>534.94600000000003</c:v>
                      </c:pt>
                      <c:pt idx="1234">
                        <c:v>534.947</c:v>
                      </c:pt>
                      <c:pt idx="1235">
                        <c:v>534.94799999999998</c:v>
                      </c:pt>
                      <c:pt idx="1236">
                        <c:v>534.94899999999996</c:v>
                      </c:pt>
                      <c:pt idx="1237">
                        <c:v>534.95000000000005</c:v>
                      </c:pt>
                      <c:pt idx="1238">
                        <c:v>534.95100000000002</c:v>
                      </c:pt>
                      <c:pt idx="1239">
                        <c:v>534.952</c:v>
                      </c:pt>
                      <c:pt idx="1240">
                        <c:v>534.95299999999997</c:v>
                      </c:pt>
                      <c:pt idx="1241">
                        <c:v>534.95399999999995</c:v>
                      </c:pt>
                      <c:pt idx="1242">
                        <c:v>534.95500000000004</c:v>
                      </c:pt>
                      <c:pt idx="1243">
                        <c:v>534.95600000000002</c:v>
                      </c:pt>
                      <c:pt idx="1244">
                        <c:v>534.95699999999999</c:v>
                      </c:pt>
                      <c:pt idx="1245">
                        <c:v>534.95799999999997</c:v>
                      </c:pt>
                      <c:pt idx="1246">
                        <c:v>534.95899999999995</c:v>
                      </c:pt>
                      <c:pt idx="1247">
                        <c:v>534.96</c:v>
                      </c:pt>
                      <c:pt idx="1248">
                        <c:v>534.96100000000001</c:v>
                      </c:pt>
                      <c:pt idx="1249">
                        <c:v>534.96199999999999</c:v>
                      </c:pt>
                      <c:pt idx="1250">
                        <c:v>534.96299999999997</c:v>
                      </c:pt>
                      <c:pt idx="1251">
                        <c:v>534.96400000000006</c:v>
                      </c:pt>
                      <c:pt idx="1252">
                        <c:v>534.96500000000003</c:v>
                      </c:pt>
                      <c:pt idx="1253">
                        <c:v>534.96600000000001</c:v>
                      </c:pt>
                      <c:pt idx="1254">
                        <c:v>534.96699999999998</c:v>
                      </c:pt>
                      <c:pt idx="1255">
                        <c:v>534.96799999999996</c:v>
                      </c:pt>
                      <c:pt idx="1256">
                        <c:v>534.96900000000005</c:v>
                      </c:pt>
                      <c:pt idx="1257">
                        <c:v>534.97</c:v>
                      </c:pt>
                      <c:pt idx="1258">
                        <c:v>534.971</c:v>
                      </c:pt>
                      <c:pt idx="1259">
                        <c:v>534.97199999999998</c:v>
                      </c:pt>
                      <c:pt idx="1260">
                        <c:v>534.97299999999996</c:v>
                      </c:pt>
                      <c:pt idx="1261">
                        <c:v>534.97400000000005</c:v>
                      </c:pt>
                      <c:pt idx="1262">
                        <c:v>534.97500000000002</c:v>
                      </c:pt>
                      <c:pt idx="1263">
                        <c:v>534.976</c:v>
                      </c:pt>
                      <c:pt idx="1264">
                        <c:v>534.97699999999998</c:v>
                      </c:pt>
                      <c:pt idx="1265">
                        <c:v>534.97799999999995</c:v>
                      </c:pt>
                      <c:pt idx="1266">
                        <c:v>534.97900000000004</c:v>
                      </c:pt>
                      <c:pt idx="1267">
                        <c:v>534.98</c:v>
                      </c:pt>
                      <c:pt idx="1268">
                        <c:v>534.98099999999999</c:v>
                      </c:pt>
                      <c:pt idx="1269">
                        <c:v>534.98199999999997</c:v>
                      </c:pt>
                      <c:pt idx="1270">
                        <c:v>534.98299999999995</c:v>
                      </c:pt>
                      <c:pt idx="1271">
                        <c:v>534.98400000000004</c:v>
                      </c:pt>
                      <c:pt idx="1272">
                        <c:v>534.98500000000001</c:v>
                      </c:pt>
                      <c:pt idx="1273">
                        <c:v>534.98599999999999</c:v>
                      </c:pt>
                      <c:pt idx="1274">
                        <c:v>534.98699999999997</c:v>
                      </c:pt>
                      <c:pt idx="1275">
                        <c:v>534.98800000000006</c:v>
                      </c:pt>
                      <c:pt idx="1276">
                        <c:v>534.98900000000003</c:v>
                      </c:pt>
                      <c:pt idx="1277">
                        <c:v>534.99</c:v>
                      </c:pt>
                      <c:pt idx="1278">
                        <c:v>534.99099999999999</c:v>
                      </c:pt>
                      <c:pt idx="1279">
                        <c:v>534.99199999999996</c:v>
                      </c:pt>
                      <c:pt idx="1280">
                        <c:v>534.99300000000005</c:v>
                      </c:pt>
                      <c:pt idx="1281">
                        <c:v>534.99400000000003</c:v>
                      </c:pt>
                      <c:pt idx="1282">
                        <c:v>534.995</c:v>
                      </c:pt>
                      <c:pt idx="1283">
                        <c:v>534.99599999999998</c:v>
                      </c:pt>
                      <c:pt idx="1284">
                        <c:v>534.99699999999996</c:v>
                      </c:pt>
                      <c:pt idx="1285">
                        <c:v>534.99800000000005</c:v>
                      </c:pt>
                      <c:pt idx="1286">
                        <c:v>534.99900000000002</c:v>
                      </c:pt>
                      <c:pt idx="1287">
                        <c:v>535</c:v>
                      </c:pt>
                      <c:pt idx="1288">
                        <c:v>535.00099999999998</c:v>
                      </c:pt>
                      <c:pt idx="1289">
                        <c:v>535.00199999999995</c:v>
                      </c:pt>
                      <c:pt idx="1290">
                        <c:v>535.00300000000004</c:v>
                      </c:pt>
                      <c:pt idx="1291">
                        <c:v>535.00400000000002</c:v>
                      </c:pt>
                      <c:pt idx="1292">
                        <c:v>535.005</c:v>
                      </c:pt>
                      <c:pt idx="1293">
                        <c:v>535.00599999999997</c:v>
                      </c:pt>
                      <c:pt idx="1294">
                        <c:v>535.00699999999995</c:v>
                      </c:pt>
                      <c:pt idx="1295">
                        <c:v>535.00800000000004</c:v>
                      </c:pt>
                      <c:pt idx="1296">
                        <c:v>535.00900000000001</c:v>
                      </c:pt>
                      <c:pt idx="1297">
                        <c:v>535.01</c:v>
                      </c:pt>
                      <c:pt idx="1298">
                        <c:v>535.01099999999997</c:v>
                      </c:pt>
                      <c:pt idx="1299">
                        <c:v>535.01199999999994</c:v>
                      </c:pt>
                      <c:pt idx="1300">
                        <c:v>535.01300000000003</c:v>
                      </c:pt>
                      <c:pt idx="1301">
                        <c:v>535.01400000000001</c:v>
                      </c:pt>
                      <c:pt idx="1302">
                        <c:v>535.01499999999999</c:v>
                      </c:pt>
                      <c:pt idx="1303">
                        <c:v>535.01599999999996</c:v>
                      </c:pt>
                      <c:pt idx="1304">
                        <c:v>535.01700000000005</c:v>
                      </c:pt>
                      <c:pt idx="1305">
                        <c:v>535.01800000000003</c:v>
                      </c:pt>
                      <c:pt idx="1306">
                        <c:v>535.01900000000001</c:v>
                      </c:pt>
                      <c:pt idx="1307">
                        <c:v>535.02</c:v>
                      </c:pt>
                      <c:pt idx="1308">
                        <c:v>535.02099999999996</c:v>
                      </c:pt>
                      <c:pt idx="1309">
                        <c:v>535.02200000000005</c:v>
                      </c:pt>
                      <c:pt idx="1310">
                        <c:v>535.02300000000002</c:v>
                      </c:pt>
                      <c:pt idx="1311">
                        <c:v>535.10299999999995</c:v>
                      </c:pt>
                      <c:pt idx="1312">
                        <c:v>535.18299999999999</c:v>
                      </c:pt>
                      <c:pt idx="1313">
                        <c:v>535.26300000000003</c:v>
                      </c:pt>
                      <c:pt idx="1314">
                        <c:v>535.34299999999996</c:v>
                      </c:pt>
                      <c:pt idx="1315">
                        <c:v>535.423</c:v>
                      </c:pt>
                      <c:pt idx="1316">
                        <c:v>535.50300000000004</c:v>
                      </c:pt>
                      <c:pt idx="1317">
                        <c:v>535.58299999999997</c:v>
                      </c:pt>
                      <c:pt idx="1318">
                        <c:v>535.66300000000001</c:v>
                      </c:pt>
                      <c:pt idx="1319">
                        <c:v>535.71600000000001</c:v>
                      </c:pt>
                      <c:pt idx="1320">
                        <c:v>535.76900000000001</c:v>
                      </c:pt>
                      <c:pt idx="1321">
                        <c:v>535.77</c:v>
                      </c:pt>
                      <c:pt idx="1322">
                        <c:v>535.77099999999996</c:v>
                      </c:pt>
                      <c:pt idx="1323">
                        <c:v>535.77200000000005</c:v>
                      </c:pt>
                      <c:pt idx="1324">
                        <c:v>535.77300000000002</c:v>
                      </c:pt>
                      <c:pt idx="1325">
                        <c:v>535.774</c:v>
                      </c:pt>
                      <c:pt idx="1326">
                        <c:v>535.77499999999998</c:v>
                      </c:pt>
                      <c:pt idx="1327">
                        <c:v>535.77599999999995</c:v>
                      </c:pt>
                      <c:pt idx="1328">
                        <c:v>535.77700000000004</c:v>
                      </c:pt>
                      <c:pt idx="1329">
                        <c:v>535.77800000000002</c:v>
                      </c:pt>
                      <c:pt idx="1330">
                        <c:v>535.779</c:v>
                      </c:pt>
                      <c:pt idx="1331">
                        <c:v>535.78</c:v>
                      </c:pt>
                      <c:pt idx="1332">
                        <c:v>535.78099999999995</c:v>
                      </c:pt>
                      <c:pt idx="1333">
                        <c:v>535.78200000000004</c:v>
                      </c:pt>
                      <c:pt idx="1334">
                        <c:v>535.78300000000002</c:v>
                      </c:pt>
                      <c:pt idx="1335">
                        <c:v>535.78399999999999</c:v>
                      </c:pt>
                      <c:pt idx="1336">
                        <c:v>535.78499999999997</c:v>
                      </c:pt>
                      <c:pt idx="1337">
                        <c:v>535.78599999999994</c:v>
                      </c:pt>
                      <c:pt idx="1338">
                        <c:v>535.78700000000003</c:v>
                      </c:pt>
                      <c:pt idx="1339">
                        <c:v>535.78800000000001</c:v>
                      </c:pt>
                      <c:pt idx="1340">
                        <c:v>535.78899999999999</c:v>
                      </c:pt>
                      <c:pt idx="1341">
                        <c:v>535.79</c:v>
                      </c:pt>
                      <c:pt idx="1342">
                        <c:v>535.79100000000005</c:v>
                      </c:pt>
                      <c:pt idx="1343">
                        <c:v>535.79200000000003</c:v>
                      </c:pt>
                      <c:pt idx="1344">
                        <c:v>535.79300000000001</c:v>
                      </c:pt>
                      <c:pt idx="1345">
                        <c:v>535.79399999999998</c:v>
                      </c:pt>
                      <c:pt idx="1346">
                        <c:v>535.79499999999996</c:v>
                      </c:pt>
                      <c:pt idx="1347">
                        <c:v>535.79600000000005</c:v>
                      </c:pt>
                      <c:pt idx="1348">
                        <c:v>535.79700000000003</c:v>
                      </c:pt>
                      <c:pt idx="1349">
                        <c:v>535.798</c:v>
                      </c:pt>
                      <c:pt idx="1350">
                        <c:v>535.79899999999998</c:v>
                      </c:pt>
                      <c:pt idx="1351">
                        <c:v>535.79999999999995</c:v>
                      </c:pt>
                      <c:pt idx="1352">
                        <c:v>535.80100000000004</c:v>
                      </c:pt>
                      <c:pt idx="1353">
                        <c:v>535.80200000000002</c:v>
                      </c:pt>
                      <c:pt idx="1354">
                        <c:v>535.803</c:v>
                      </c:pt>
                      <c:pt idx="1355">
                        <c:v>535.80399999999997</c:v>
                      </c:pt>
                      <c:pt idx="1356">
                        <c:v>535.80499999999995</c:v>
                      </c:pt>
                      <c:pt idx="1357">
                        <c:v>535.80600000000004</c:v>
                      </c:pt>
                      <c:pt idx="1358">
                        <c:v>535.80700000000002</c:v>
                      </c:pt>
                      <c:pt idx="1359">
                        <c:v>535.80799999999999</c:v>
                      </c:pt>
                      <c:pt idx="1360">
                        <c:v>535.80899999999997</c:v>
                      </c:pt>
                      <c:pt idx="1361">
                        <c:v>535.80999999999995</c:v>
                      </c:pt>
                      <c:pt idx="1362">
                        <c:v>535.81100000000004</c:v>
                      </c:pt>
                      <c:pt idx="1363">
                        <c:v>535.81200000000001</c:v>
                      </c:pt>
                      <c:pt idx="1364">
                        <c:v>535.81299999999999</c:v>
                      </c:pt>
                      <c:pt idx="1365">
                        <c:v>535.81399999999996</c:v>
                      </c:pt>
                      <c:pt idx="1366">
                        <c:v>535.81500000000005</c:v>
                      </c:pt>
                      <c:pt idx="1367">
                        <c:v>535.81600000000003</c:v>
                      </c:pt>
                      <c:pt idx="1368">
                        <c:v>535.81700000000001</c:v>
                      </c:pt>
                      <c:pt idx="1369">
                        <c:v>535.81799999999998</c:v>
                      </c:pt>
                      <c:pt idx="1370">
                        <c:v>535.81899999999996</c:v>
                      </c:pt>
                      <c:pt idx="1371">
                        <c:v>535.82000000000005</c:v>
                      </c:pt>
                      <c:pt idx="1372">
                        <c:v>535.82100000000003</c:v>
                      </c:pt>
                      <c:pt idx="1373">
                        <c:v>535.822</c:v>
                      </c:pt>
                      <c:pt idx="1374">
                        <c:v>535.82299999999998</c:v>
                      </c:pt>
                      <c:pt idx="1375">
                        <c:v>535.82399999999996</c:v>
                      </c:pt>
                      <c:pt idx="1376">
                        <c:v>535.82500000000005</c:v>
                      </c:pt>
                      <c:pt idx="1377">
                        <c:v>535.82600000000002</c:v>
                      </c:pt>
                      <c:pt idx="1378">
                        <c:v>535.827</c:v>
                      </c:pt>
                      <c:pt idx="1379">
                        <c:v>535.82799999999997</c:v>
                      </c:pt>
                      <c:pt idx="1380">
                        <c:v>535.82899999999995</c:v>
                      </c:pt>
                      <c:pt idx="1381">
                        <c:v>535.83000000000004</c:v>
                      </c:pt>
                      <c:pt idx="1382">
                        <c:v>535.83100000000002</c:v>
                      </c:pt>
                      <c:pt idx="1383">
                        <c:v>535.83199999999999</c:v>
                      </c:pt>
                      <c:pt idx="1384">
                        <c:v>535.83299999999997</c:v>
                      </c:pt>
                      <c:pt idx="1385">
                        <c:v>535.83399999999995</c:v>
                      </c:pt>
                      <c:pt idx="1386">
                        <c:v>535.83500000000004</c:v>
                      </c:pt>
                      <c:pt idx="1387">
                        <c:v>535.83600000000001</c:v>
                      </c:pt>
                      <c:pt idx="1388">
                        <c:v>535.83699999999999</c:v>
                      </c:pt>
                      <c:pt idx="1389">
                        <c:v>535.83799999999997</c:v>
                      </c:pt>
                      <c:pt idx="1390">
                        <c:v>535.83900000000006</c:v>
                      </c:pt>
                      <c:pt idx="1391">
                        <c:v>535.84</c:v>
                      </c:pt>
                      <c:pt idx="1392">
                        <c:v>535.84100000000001</c:v>
                      </c:pt>
                      <c:pt idx="1393">
                        <c:v>535.84199999999998</c:v>
                      </c:pt>
                      <c:pt idx="1394">
                        <c:v>535.84299999999996</c:v>
                      </c:pt>
                      <c:pt idx="1395">
                        <c:v>535.84400000000005</c:v>
                      </c:pt>
                      <c:pt idx="1396">
                        <c:v>535.84500000000003</c:v>
                      </c:pt>
                      <c:pt idx="1397">
                        <c:v>535.846</c:v>
                      </c:pt>
                      <c:pt idx="1398">
                        <c:v>535.84699999999998</c:v>
                      </c:pt>
                      <c:pt idx="1399">
                        <c:v>535.84799999999996</c:v>
                      </c:pt>
                      <c:pt idx="1400">
                        <c:v>535.84900000000005</c:v>
                      </c:pt>
                      <c:pt idx="1401">
                        <c:v>535.85</c:v>
                      </c:pt>
                      <c:pt idx="1402">
                        <c:v>535.851</c:v>
                      </c:pt>
                      <c:pt idx="1403">
                        <c:v>535.85199999999998</c:v>
                      </c:pt>
                      <c:pt idx="1404">
                        <c:v>535.85299999999995</c:v>
                      </c:pt>
                      <c:pt idx="1405">
                        <c:v>535.85400000000004</c:v>
                      </c:pt>
                      <c:pt idx="1406">
                        <c:v>535.85500000000002</c:v>
                      </c:pt>
                      <c:pt idx="1407">
                        <c:v>535.85599999999999</c:v>
                      </c:pt>
                      <c:pt idx="1408">
                        <c:v>535.85699999999997</c:v>
                      </c:pt>
                      <c:pt idx="1409">
                        <c:v>535.85799999999995</c:v>
                      </c:pt>
                      <c:pt idx="1410">
                        <c:v>535.85900000000004</c:v>
                      </c:pt>
                      <c:pt idx="1411">
                        <c:v>535.86</c:v>
                      </c:pt>
                      <c:pt idx="1412">
                        <c:v>535.86099999999999</c:v>
                      </c:pt>
                      <c:pt idx="1413">
                        <c:v>535.86199999999997</c:v>
                      </c:pt>
                      <c:pt idx="1414">
                        <c:v>535.86300000000006</c:v>
                      </c:pt>
                      <c:pt idx="1415">
                        <c:v>535.86400000000003</c:v>
                      </c:pt>
                      <c:pt idx="1416">
                        <c:v>535.86500000000001</c:v>
                      </c:pt>
                      <c:pt idx="1417">
                        <c:v>535.86599999999999</c:v>
                      </c:pt>
                      <c:pt idx="1418">
                        <c:v>535.86699999999996</c:v>
                      </c:pt>
                      <c:pt idx="1419">
                        <c:v>535.86800000000005</c:v>
                      </c:pt>
                      <c:pt idx="1420">
                        <c:v>535.86900000000003</c:v>
                      </c:pt>
                      <c:pt idx="1421">
                        <c:v>535.87</c:v>
                      </c:pt>
                      <c:pt idx="1422">
                        <c:v>535.87099999999998</c:v>
                      </c:pt>
                      <c:pt idx="1423">
                        <c:v>535.87199999999996</c:v>
                      </c:pt>
                      <c:pt idx="1424">
                        <c:v>535.87300000000005</c:v>
                      </c:pt>
                      <c:pt idx="1425">
                        <c:v>535.87400000000002</c:v>
                      </c:pt>
                      <c:pt idx="1426">
                        <c:v>535.875</c:v>
                      </c:pt>
                      <c:pt idx="1427">
                        <c:v>535.87599999999998</c:v>
                      </c:pt>
                      <c:pt idx="1428">
                        <c:v>535.87699999999995</c:v>
                      </c:pt>
                      <c:pt idx="1429">
                        <c:v>535.87800000000004</c:v>
                      </c:pt>
                      <c:pt idx="1430">
                        <c:v>535.87900000000002</c:v>
                      </c:pt>
                      <c:pt idx="1431">
                        <c:v>535.88</c:v>
                      </c:pt>
                      <c:pt idx="1432">
                        <c:v>535.88099999999997</c:v>
                      </c:pt>
                      <c:pt idx="1433">
                        <c:v>535.88199999999995</c:v>
                      </c:pt>
                      <c:pt idx="1434">
                        <c:v>535.88300000000004</c:v>
                      </c:pt>
                      <c:pt idx="1435">
                        <c:v>535.88400000000001</c:v>
                      </c:pt>
                      <c:pt idx="1436">
                        <c:v>535.88499999999999</c:v>
                      </c:pt>
                      <c:pt idx="1437">
                        <c:v>535.88599999999997</c:v>
                      </c:pt>
                      <c:pt idx="1438">
                        <c:v>535.88699999999994</c:v>
                      </c:pt>
                      <c:pt idx="1439">
                        <c:v>535.88800000000003</c:v>
                      </c:pt>
                      <c:pt idx="1440">
                        <c:v>535.88900000000001</c:v>
                      </c:pt>
                      <c:pt idx="1441">
                        <c:v>535.89</c:v>
                      </c:pt>
                      <c:pt idx="1442">
                        <c:v>535.89099999999996</c:v>
                      </c:pt>
                      <c:pt idx="1443">
                        <c:v>535.89200000000005</c:v>
                      </c:pt>
                      <c:pt idx="1444">
                        <c:v>535.89300000000003</c:v>
                      </c:pt>
                      <c:pt idx="1445">
                        <c:v>535.89400000000001</c:v>
                      </c:pt>
                      <c:pt idx="1446">
                        <c:v>535.89499999999998</c:v>
                      </c:pt>
                      <c:pt idx="1447">
                        <c:v>535.89599999999996</c:v>
                      </c:pt>
                      <c:pt idx="1448">
                        <c:v>535.89700000000005</c:v>
                      </c:pt>
                      <c:pt idx="1449">
                        <c:v>535.89800000000002</c:v>
                      </c:pt>
                      <c:pt idx="1450">
                        <c:v>535.899</c:v>
                      </c:pt>
                      <c:pt idx="1451">
                        <c:v>535.9</c:v>
                      </c:pt>
                      <c:pt idx="1452">
                        <c:v>535.90099999999995</c:v>
                      </c:pt>
                      <c:pt idx="1453">
                        <c:v>535.90200000000004</c:v>
                      </c:pt>
                      <c:pt idx="1454">
                        <c:v>535.90300000000002</c:v>
                      </c:pt>
                      <c:pt idx="1455">
                        <c:v>535.904</c:v>
                      </c:pt>
                      <c:pt idx="1456">
                        <c:v>535.90499999999997</c:v>
                      </c:pt>
                      <c:pt idx="1457">
                        <c:v>535.90599999999995</c:v>
                      </c:pt>
                      <c:pt idx="1458">
                        <c:v>535.90700000000004</c:v>
                      </c:pt>
                      <c:pt idx="1459">
                        <c:v>535.90800000000002</c:v>
                      </c:pt>
                      <c:pt idx="1460">
                        <c:v>535.90899999999999</c:v>
                      </c:pt>
                      <c:pt idx="1461">
                        <c:v>535.91</c:v>
                      </c:pt>
                      <c:pt idx="1462">
                        <c:v>535.91099999999994</c:v>
                      </c:pt>
                      <c:pt idx="1463">
                        <c:v>535.91200000000003</c:v>
                      </c:pt>
                      <c:pt idx="1464">
                        <c:v>535.91300000000001</c:v>
                      </c:pt>
                      <c:pt idx="1465">
                        <c:v>535.91399999999999</c:v>
                      </c:pt>
                      <c:pt idx="1466">
                        <c:v>535.91499999999996</c:v>
                      </c:pt>
                      <c:pt idx="1467">
                        <c:v>535.91600000000005</c:v>
                      </c:pt>
                      <c:pt idx="1468">
                        <c:v>535.91700000000003</c:v>
                      </c:pt>
                      <c:pt idx="1469">
                        <c:v>535.91800000000001</c:v>
                      </c:pt>
                      <c:pt idx="1470">
                        <c:v>535.91899999999998</c:v>
                      </c:pt>
                      <c:pt idx="1471">
                        <c:v>535.91999999999996</c:v>
                      </c:pt>
                      <c:pt idx="1472">
                        <c:v>535.92100000000005</c:v>
                      </c:pt>
                      <c:pt idx="1473">
                        <c:v>535.92200000000003</c:v>
                      </c:pt>
                      <c:pt idx="1474">
                        <c:v>535.923</c:v>
                      </c:pt>
                      <c:pt idx="1475">
                        <c:v>535.92399999999998</c:v>
                      </c:pt>
                      <c:pt idx="1476">
                        <c:v>535.92499999999995</c:v>
                      </c:pt>
                      <c:pt idx="1477">
                        <c:v>535.92600000000004</c:v>
                      </c:pt>
                      <c:pt idx="1478">
                        <c:v>535.92700000000002</c:v>
                      </c:pt>
                      <c:pt idx="1479">
                        <c:v>535.928</c:v>
                      </c:pt>
                      <c:pt idx="1480">
                        <c:v>535.92899999999997</c:v>
                      </c:pt>
                      <c:pt idx="1481">
                        <c:v>535.92999999999995</c:v>
                      </c:pt>
                      <c:pt idx="1482">
                        <c:v>535.93100000000004</c:v>
                      </c:pt>
                      <c:pt idx="1483">
                        <c:v>535.93200000000002</c:v>
                      </c:pt>
                      <c:pt idx="1484">
                        <c:v>535.93299999999999</c:v>
                      </c:pt>
                      <c:pt idx="1485">
                        <c:v>535.93399999999997</c:v>
                      </c:pt>
                      <c:pt idx="1486">
                        <c:v>535.93499999999995</c:v>
                      </c:pt>
                      <c:pt idx="1487">
                        <c:v>535.93600000000004</c:v>
                      </c:pt>
                      <c:pt idx="1488">
                        <c:v>535.93700000000001</c:v>
                      </c:pt>
                      <c:pt idx="1489">
                        <c:v>535.93799999999999</c:v>
                      </c:pt>
                      <c:pt idx="1490">
                        <c:v>535.93899999999996</c:v>
                      </c:pt>
                      <c:pt idx="1491">
                        <c:v>535.94000000000005</c:v>
                      </c:pt>
                      <c:pt idx="1492">
                        <c:v>535.94100000000003</c:v>
                      </c:pt>
                      <c:pt idx="1493">
                        <c:v>535.94200000000001</c:v>
                      </c:pt>
                      <c:pt idx="1494">
                        <c:v>535.94299999999998</c:v>
                      </c:pt>
                      <c:pt idx="1495">
                        <c:v>535.94399999999996</c:v>
                      </c:pt>
                      <c:pt idx="1496">
                        <c:v>535.94500000000005</c:v>
                      </c:pt>
                      <c:pt idx="1497">
                        <c:v>535.94600000000003</c:v>
                      </c:pt>
                      <c:pt idx="1498">
                        <c:v>535.947</c:v>
                      </c:pt>
                      <c:pt idx="1499">
                        <c:v>535.94799999999998</c:v>
                      </c:pt>
                      <c:pt idx="1500">
                        <c:v>535.94899999999996</c:v>
                      </c:pt>
                      <c:pt idx="1501">
                        <c:v>535.95000000000005</c:v>
                      </c:pt>
                      <c:pt idx="1502">
                        <c:v>535.95100000000002</c:v>
                      </c:pt>
                      <c:pt idx="1503">
                        <c:v>535.952</c:v>
                      </c:pt>
                      <c:pt idx="1504">
                        <c:v>535.95299999999997</c:v>
                      </c:pt>
                      <c:pt idx="1505">
                        <c:v>535.95399999999995</c:v>
                      </c:pt>
                      <c:pt idx="1506">
                        <c:v>535.95500000000004</c:v>
                      </c:pt>
                      <c:pt idx="1507">
                        <c:v>535.95600000000002</c:v>
                      </c:pt>
                      <c:pt idx="1508">
                        <c:v>535.95699999999999</c:v>
                      </c:pt>
                      <c:pt idx="1509">
                        <c:v>535.95799999999997</c:v>
                      </c:pt>
                      <c:pt idx="1510">
                        <c:v>535.95899999999995</c:v>
                      </c:pt>
                      <c:pt idx="1511">
                        <c:v>535.96</c:v>
                      </c:pt>
                      <c:pt idx="1512">
                        <c:v>535.96100000000001</c:v>
                      </c:pt>
                      <c:pt idx="1513">
                        <c:v>535.96199999999999</c:v>
                      </c:pt>
                      <c:pt idx="1514">
                        <c:v>535.96299999999997</c:v>
                      </c:pt>
                      <c:pt idx="1515">
                        <c:v>535.96400000000006</c:v>
                      </c:pt>
                      <c:pt idx="1516">
                        <c:v>535.96500000000003</c:v>
                      </c:pt>
                      <c:pt idx="1517">
                        <c:v>535.96600000000001</c:v>
                      </c:pt>
                      <c:pt idx="1518">
                        <c:v>535.96699999999998</c:v>
                      </c:pt>
                      <c:pt idx="1519">
                        <c:v>535.96799999999996</c:v>
                      </c:pt>
                      <c:pt idx="1520">
                        <c:v>535.96900000000005</c:v>
                      </c:pt>
                      <c:pt idx="1521">
                        <c:v>535.97</c:v>
                      </c:pt>
                      <c:pt idx="1522">
                        <c:v>535.971</c:v>
                      </c:pt>
                      <c:pt idx="1523">
                        <c:v>535.97199999999998</c:v>
                      </c:pt>
                      <c:pt idx="1524">
                        <c:v>535.97299999999996</c:v>
                      </c:pt>
                      <c:pt idx="1525">
                        <c:v>535.97400000000005</c:v>
                      </c:pt>
                      <c:pt idx="1526">
                        <c:v>535.97500000000002</c:v>
                      </c:pt>
                      <c:pt idx="1527">
                        <c:v>535.976</c:v>
                      </c:pt>
                      <c:pt idx="1528">
                        <c:v>535.97699999999998</c:v>
                      </c:pt>
                      <c:pt idx="1529">
                        <c:v>535.97799999999995</c:v>
                      </c:pt>
                      <c:pt idx="1530">
                        <c:v>535.97900000000004</c:v>
                      </c:pt>
                      <c:pt idx="1531">
                        <c:v>535.98</c:v>
                      </c:pt>
                      <c:pt idx="1532">
                        <c:v>535.98099999999999</c:v>
                      </c:pt>
                      <c:pt idx="1533">
                        <c:v>535.98199999999997</c:v>
                      </c:pt>
                      <c:pt idx="1534">
                        <c:v>535.98299999999995</c:v>
                      </c:pt>
                      <c:pt idx="1535">
                        <c:v>535.98400000000004</c:v>
                      </c:pt>
                      <c:pt idx="1536">
                        <c:v>535.98500000000001</c:v>
                      </c:pt>
                      <c:pt idx="1537">
                        <c:v>535.98599999999999</c:v>
                      </c:pt>
                      <c:pt idx="1538">
                        <c:v>535.98699999999997</c:v>
                      </c:pt>
                      <c:pt idx="1539">
                        <c:v>535.98800000000006</c:v>
                      </c:pt>
                      <c:pt idx="1540">
                        <c:v>535.98900000000003</c:v>
                      </c:pt>
                      <c:pt idx="1541">
                        <c:v>535.99</c:v>
                      </c:pt>
                      <c:pt idx="1542">
                        <c:v>535.99099999999999</c:v>
                      </c:pt>
                      <c:pt idx="1543">
                        <c:v>535.99199999999996</c:v>
                      </c:pt>
                      <c:pt idx="1544">
                        <c:v>535.99300000000005</c:v>
                      </c:pt>
                      <c:pt idx="1545">
                        <c:v>535.99400000000003</c:v>
                      </c:pt>
                      <c:pt idx="1546">
                        <c:v>535.995</c:v>
                      </c:pt>
                      <c:pt idx="1547">
                        <c:v>535.99599999999998</c:v>
                      </c:pt>
                      <c:pt idx="1548">
                        <c:v>535.99699999999996</c:v>
                      </c:pt>
                      <c:pt idx="1549">
                        <c:v>535.99800000000005</c:v>
                      </c:pt>
                      <c:pt idx="1550">
                        <c:v>535.99900000000002</c:v>
                      </c:pt>
                      <c:pt idx="1551">
                        <c:v>536</c:v>
                      </c:pt>
                      <c:pt idx="1552">
                        <c:v>536.00099999999998</c:v>
                      </c:pt>
                      <c:pt idx="1553">
                        <c:v>536.00199999999995</c:v>
                      </c:pt>
                      <c:pt idx="1554">
                        <c:v>536.00300000000004</c:v>
                      </c:pt>
                      <c:pt idx="1555">
                        <c:v>536.00400000000002</c:v>
                      </c:pt>
                      <c:pt idx="1556">
                        <c:v>536.005</c:v>
                      </c:pt>
                      <c:pt idx="1557">
                        <c:v>536.00599999999997</c:v>
                      </c:pt>
                      <c:pt idx="1558">
                        <c:v>536.00699999999995</c:v>
                      </c:pt>
                      <c:pt idx="1559">
                        <c:v>536.00800000000004</c:v>
                      </c:pt>
                      <c:pt idx="1560">
                        <c:v>536.00900000000001</c:v>
                      </c:pt>
                      <c:pt idx="1561">
                        <c:v>536.01</c:v>
                      </c:pt>
                      <c:pt idx="1562">
                        <c:v>536.01099999999997</c:v>
                      </c:pt>
                      <c:pt idx="1563">
                        <c:v>536.01199999999994</c:v>
                      </c:pt>
                      <c:pt idx="1564">
                        <c:v>536.01300000000003</c:v>
                      </c:pt>
                      <c:pt idx="1565">
                        <c:v>536.01400000000001</c:v>
                      </c:pt>
                      <c:pt idx="1566">
                        <c:v>536.01499999999999</c:v>
                      </c:pt>
                      <c:pt idx="1567">
                        <c:v>536.01599999999996</c:v>
                      </c:pt>
                      <c:pt idx="1568">
                        <c:v>536.01700000000005</c:v>
                      </c:pt>
                      <c:pt idx="1569">
                        <c:v>536.01800000000003</c:v>
                      </c:pt>
                      <c:pt idx="1570">
                        <c:v>536.01900000000001</c:v>
                      </c:pt>
                      <c:pt idx="1571">
                        <c:v>536.02</c:v>
                      </c:pt>
                      <c:pt idx="1572">
                        <c:v>536.02099999999996</c:v>
                      </c:pt>
                      <c:pt idx="1573">
                        <c:v>536.02200000000005</c:v>
                      </c:pt>
                      <c:pt idx="1574">
                        <c:v>536.02300000000002</c:v>
                      </c:pt>
                      <c:pt idx="1575">
                        <c:v>536.10299999999995</c:v>
                      </c:pt>
                      <c:pt idx="1576">
                        <c:v>536.18299999999999</c:v>
                      </c:pt>
                      <c:pt idx="1577">
                        <c:v>536.26300000000003</c:v>
                      </c:pt>
                      <c:pt idx="1578">
                        <c:v>536.34299999999996</c:v>
                      </c:pt>
                      <c:pt idx="1579">
                        <c:v>536.423</c:v>
                      </c:pt>
                      <c:pt idx="1580">
                        <c:v>536.50300000000004</c:v>
                      </c:pt>
                      <c:pt idx="1581">
                        <c:v>536.58299999999997</c:v>
                      </c:pt>
                      <c:pt idx="1582">
                        <c:v>536.66300000000001</c:v>
                      </c:pt>
                      <c:pt idx="1583">
                        <c:v>536.71600000000001</c:v>
                      </c:pt>
                      <c:pt idx="1584">
                        <c:v>536.76900000000001</c:v>
                      </c:pt>
                      <c:pt idx="1585">
                        <c:v>536.77</c:v>
                      </c:pt>
                      <c:pt idx="1586">
                        <c:v>536.77099999999996</c:v>
                      </c:pt>
                      <c:pt idx="1587">
                        <c:v>536.77200000000005</c:v>
                      </c:pt>
                      <c:pt idx="1588">
                        <c:v>536.77300000000002</c:v>
                      </c:pt>
                      <c:pt idx="1589">
                        <c:v>536.774</c:v>
                      </c:pt>
                      <c:pt idx="1590">
                        <c:v>536.77499999999998</c:v>
                      </c:pt>
                      <c:pt idx="1591">
                        <c:v>536.77599999999995</c:v>
                      </c:pt>
                      <c:pt idx="1592">
                        <c:v>536.77700000000004</c:v>
                      </c:pt>
                      <c:pt idx="1593">
                        <c:v>536.77800000000002</c:v>
                      </c:pt>
                      <c:pt idx="1594">
                        <c:v>536.779</c:v>
                      </c:pt>
                      <c:pt idx="1595">
                        <c:v>536.78</c:v>
                      </c:pt>
                      <c:pt idx="1596">
                        <c:v>536.78099999999995</c:v>
                      </c:pt>
                      <c:pt idx="1597">
                        <c:v>536.78200000000004</c:v>
                      </c:pt>
                      <c:pt idx="1598">
                        <c:v>536.78300000000002</c:v>
                      </c:pt>
                      <c:pt idx="1599">
                        <c:v>536.78399999999999</c:v>
                      </c:pt>
                      <c:pt idx="1600">
                        <c:v>536.78499999999997</c:v>
                      </c:pt>
                      <c:pt idx="1601">
                        <c:v>536.78599999999994</c:v>
                      </c:pt>
                      <c:pt idx="1602">
                        <c:v>536.78700000000003</c:v>
                      </c:pt>
                      <c:pt idx="1603">
                        <c:v>536.78800000000001</c:v>
                      </c:pt>
                      <c:pt idx="1604">
                        <c:v>536.78899999999999</c:v>
                      </c:pt>
                      <c:pt idx="1605">
                        <c:v>536.79</c:v>
                      </c:pt>
                      <c:pt idx="1606">
                        <c:v>536.79100000000005</c:v>
                      </c:pt>
                      <c:pt idx="1607">
                        <c:v>536.79200000000003</c:v>
                      </c:pt>
                      <c:pt idx="1608">
                        <c:v>536.79300000000001</c:v>
                      </c:pt>
                      <c:pt idx="1609">
                        <c:v>536.79399999999998</c:v>
                      </c:pt>
                      <c:pt idx="1610">
                        <c:v>536.79499999999996</c:v>
                      </c:pt>
                      <c:pt idx="1611">
                        <c:v>536.79600000000005</c:v>
                      </c:pt>
                      <c:pt idx="1612">
                        <c:v>536.79700000000003</c:v>
                      </c:pt>
                      <c:pt idx="1613">
                        <c:v>536.798</c:v>
                      </c:pt>
                      <c:pt idx="1614">
                        <c:v>536.79899999999998</c:v>
                      </c:pt>
                      <c:pt idx="1615">
                        <c:v>536.79999999999995</c:v>
                      </c:pt>
                      <c:pt idx="1616">
                        <c:v>536.80100000000004</c:v>
                      </c:pt>
                      <c:pt idx="1617">
                        <c:v>536.80200000000002</c:v>
                      </c:pt>
                      <c:pt idx="1618">
                        <c:v>536.803</c:v>
                      </c:pt>
                      <c:pt idx="1619">
                        <c:v>536.80399999999997</c:v>
                      </c:pt>
                      <c:pt idx="1620">
                        <c:v>536.80499999999995</c:v>
                      </c:pt>
                      <c:pt idx="1621">
                        <c:v>536.80600000000004</c:v>
                      </c:pt>
                      <c:pt idx="1622">
                        <c:v>536.80700000000002</c:v>
                      </c:pt>
                      <c:pt idx="1623">
                        <c:v>536.80799999999999</c:v>
                      </c:pt>
                      <c:pt idx="1624">
                        <c:v>536.80899999999997</c:v>
                      </c:pt>
                      <c:pt idx="1625">
                        <c:v>536.80999999999995</c:v>
                      </c:pt>
                      <c:pt idx="1626">
                        <c:v>536.81100000000004</c:v>
                      </c:pt>
                      <c:pt idx="1627">
                        <c:v>536.81200000000001</c:v>
                      </c:pt>
                      <c:pt idx="1628">
                        <c:v>536.81299999999999</c:v>
                      </c:pt>
                      <c:pt idx="1629">
                        <c:v>536.81399999999996</c:v>
                      </c:pt>
                      <c:pt idx="1630">
                        <c:v>536.81500000000005</c:v>
                      </c:pt>
                      <c:pt idx="1631">
                        <c:v>536.81600000000003</c:v>
                      </c:pt>
                      <c:pt idx="1632">
                        <c:v>536.81700000000001</c:v>
                      </c:pt>
                      <c:pt idx="1633">
                        <c:v>536.81799999999998</c:v>
                      </c:pt>
                      <c:pt idx="1634">
                        <c:v>536.81899999999996</c:v>
                      </c:pt>
                      <c:pt idx="1635">
                        <c:v>536.82000000000005</c:v>
                      </c:pt>
                      <c:pt idx="1636">
                        <c:v>536.82100000000003</c:v>
                      </c:pt>
                      <c:pt idx="1637">
                        <c:v>536.822</c:v>
                      </c:pt>
                      <c:pt idx="1638">
                        <c:v>536.82299999999998</c:v>
                      </c:pt>
                      <c:pt idx="1639">
                        <c:v>536.82399999999996</c:v>
                      </c:pt>
                      <c:pt idx="1640">
                        <c:v>536.82500000000005</c:v>
                      </c:pt>
                      <c:pt idx="1641">
                        <c:v>536.82600000000002</c:v>
                      </c:pt>
                      <c:pt idx="1642">
                        <c:v>536.827</c:v>
                      </c:pt>
                      <c:pt idx="1643">
                        <c:v>536.82799999999997</c:v>
                      </c:pt>
                      <c:pt idx="1644">
                        <c:v>536.82899999999995</c:v>
                      </c:pt>
                      <c:pt idx="1645">
                        <c:v>536.83000000000004</c:v>
                      </c:pt>
                      <c:pt idx="1646">
                        <c:v>536.83100000000002</c:v>
                      </c:pt>
                      <c:pt idx="1647">
                        <c:v>536.83199999999999</c:v>
                      </c:pt>
                      <c:pt idx="1648">
                        <c:v>536.83299999999997</c:v>
                      </c:pt>
                      <c:pt idx="1649">
                        <c:v>536.83399999999995</c:v>
                      </c:pt>
                      <c:pt idx="1650">
                        <c:v>536.83500000000004</c:v>
                      </c:pt>
                      <c:pt idx="1651">
                        <c:v>536.83600000000001</c:v>
                      </c:pt>
                      <c:pt idx="1652">
                        <c:v>536.83699999999999</c:v>
                      </c:pt>
                      <c:pt idx="1653">
                        <c:v>536.83799999999997</c:v>
                      </c:pt>
                      <c:pt idx="1654">
                        <c:v>536.83900000000006</c:v>
                      </c:pt>
                      <c:pt idx="1655">
                        <c:v>536.84</c:v>
                      </c:pt>
                      <c:pt idx="1656">
                        <c:v>536.84100000000001</c:v>
                      </c:pt>
                      <c:pt idx="1657">
                        <c:v>536.84199999999998</c:v>
                      </c:pt>
                      <c:pt idx="1658">
                        <c:v>536.84299999999996</c:v>
                      </c:pt>
                      <c:pt idx="1659">
                        <c:v>536.84400000000005</c:v>
                      </c:pt>
                      <c:pt idx="1660">
                        <c:v>536.84500000000003</c:v>
                      </c:pt>
                      <c:pt idx="1661">
                        <c:v>536.846</c:v>
                      </c:pt>
                      <c:pt idx="1662">
                        <c:v>536.84699999999998</c:v>
                      </c:pt>
                      <c:pt idx="1663">
                        <c:v>536.84799999999996</c:v>
                      </c:pt>
                      <c:pt idx="1664">
                        <c:v>536.84900000000005</c:v>
                      </c:pt>
                      <c:pt idx="1665">
                        <c:v>536.85</c:v>
                      </c:pt>
                      <c:pt idx="1666">
                        <c:v>536.851</c:v>
                      </c:pt>
                      <c:pt idx="1667">
                        <c:v>536.85199999999998</c:v>
                      </c:pt>
                      <c:pt idx="1668">
                        <c:v>536.85299999999995</c:v>
                      </c:pt>
                      <c:pt idx="1669">
                        <c:v>536.85400000000004</c:v>
                      </c:pt>
                      <c:pt idx="1670">
                        <c:v>536.85500000000002</c:v>
                      </c:pt>
                      <c:pt idx="1671">
                        <c:v>536.85599999999999</c:v>
                      </c:pt>
                      <c:pt idx="1672">
                        <c:v>536.85699999999997</c:v>
                      </c:pt>
                      <c:pt idx="1673">
                        <c:v>536.85799999999995</c:v>
                      </c:pt>
                      <c:pt idx="1674">
                        <c:v>536.85900000000004</c:v>
                      </c:pt>
                      <c:pt idx="1675">
                        <c:v>536.86</c:v>
                      </c:pt>
                      <c:pt idx="1676">
                        <c:v>536.86099999999999</c:v>
                      </c:pt>
                      <c:pt idx="1677">
                        <c:v>536.86199999999997</c:v>
                      </c:pt>
                      <c:pt idx="1678">
                        <c:v>536.86300000000006</c:v>
                      </c:pt>
                      <c:pt idx="1679">
                        <c:v>536.86400000000003</c:v>
                      </c:pt>
                      <c:pt idx="1680">
                        <c:v>536.86500000000001</c:v>
                      </c:pt>
                      <c:pt idx="1681">
                        <c:v>536.86599999999999</c:v>
                      </c:pt>
                      <c:pt idx="1682">
                        <c:v>536.86699999999996</c:v>
                      </c:pt>
                      <c:pt idx="1683">
                        <c:v>536.86800000000005</c:v>
                      </c:pt>
                      <c:pt idx="1684">
                        <c:v>536.86900000000003</c:v>
                      </c:pt>
                      <c:pt idx="1685">
                        <c:v>536.87</c:v>
                      </c:pt>
                      <c:pt idx="1686">
                        <c:v>536.87099999999998</c:v>
                      </c:pt>
                      <c:pt idx="1687">
                        <c:v>536.87199999999996</c:v>
                      </c:pt>
                      <c:pt idx="1688">
                        <c:v>536.87300000000005</c:v>
                      </c:pt>
                      <c:pt idx="1689">
                        <c:v>536.87400000000002</c:v>
                      </c:pt>
                      <c:pt idx="1690">
                        <c:v>536.875</c:v>
                      </c:pt>
                      <c:pt idx="1691">
                        <c:v>536.87599999999998</c:v>
                      </c:pt>
                      <c:pt idx="1692">
                        <c:v>536.87699999999995</c:v>
                      </c:pt>
                      <c:pt idx="1693">
                        <c:v>536.87800000000004</c:v>
                      </c:pt>
                      <c:pt idx="1694">
                        <c:v>536.87900000000002</c:v>
                      </c:pt>
                      <c:pt idx="1695">
                        <c:v>536.88</c:v>
                      </c:pt>
                      <c:pt idx="1696">
                        <c:v>536.88099999999997</c:v>
                      </c:pt>
                      <c:pt idx="1697">
                        <c:v>536.88199999999995</c:v>
                      </c:pt>
                      <c:pt idx="1698">
                        <c:v>536.88300000000004</c:v>
                      </c:pt>
                      <c:pt idx="1699">
                        <c:v>536.88400000000001</c:v>
                      </c:pt>
                      <c:pt idx="1700">
                        <c:v>536.88499999999999</c:v>
                      </c:pt>
                      <c:pt idx="1701">
                        <c:v>536.88599999999997</c:v>
                      </c:pt>
                      <c:pt idx="1702">
                        <c:v>536.88699999999994</c:v>
                      </c:pt>
                      <c:pt idx="1703">
                        <c:v>536.88800000000003</c:v>
                      </c:pt>
                      <c:pt idx="1704">
                        <c:v>536.88900000000001</c:v>
                      </c:pt>
                      <c:pt idx="1705">
                        <c:v>536.89</c:v>
                      </c:pt>
                      <c:pt idx="1706">
                        <c:v>536.89099999999996</c:v>
                      </c:pt>
                      <c:pt idx="1707">
                        <c:v>536.89200000000005</c:v>
                      </c:pt>
                      <c:pt idx="1708">
                        <c:v>536.89300000000003</c:v>
                      </c:pt>
                      <c:pt idx="1709">
                        <c:v>536.89400000000001</c:v>
                      </c:pt>
                      <c:pt idx="1710">
                        <c:v>536.89499999999998</c:v>
                      </c:pt>
                      <c:pt idx="1711">
                        <c:v>536.89599999999996</c:v>
                      </c:pt>
                      <c:pt idx="1712">
                        <c:v>536.89700000000005</c:v>
                      </c:pt>
                      <c:pt idx="1713">
                        <c:v>536.89800000000002</c:v>
                      </c:pt>
                      <c:pt idx="1714">
                        <c:v>536.899</c:v>
                      </c:pt>
                      <c:pt idx="1715">
                        <c:v>536.9</c:v>
                      </c:pt>
                      <c:pt idx="1716">
                        <c:v>536.90099999999995</c:v>
                      </c:pt>
                      <c:pt idx="1717">
                        <c:v>536.90200000000004</c:v>
                      </c:pt>
                      <c:pt idx="1718">
                        <c:v>536.90300000000002</c:v>
                      </c:pt>
                      <c:pt idx="1719">
                        <c:v>536.904</c:v>
                      </c:pt>
                      <c:pt idx="1720">
                        <c:v>536.90499999999997</c:v>
                      </c:pt>
                      <c:pt idx="1721">
                        <c:v>536.90599999999995</c:v>
                      </c:pt>
                      <c:pt idx="1722">
                        <c:v>536.90700000000004</c:v>
                      </c:pt>
                      <c:pt idx="1723">
                        <c:v>536.90800000000002</c:v>
                      </c:pt>
                      <c:pt idx="1724">
                        <c:v>536.90899999999999</c:v>
                      </c:pt>
                      <c:pt idx="1725">
                        <c:v>536.91</c:v>
                      </c:pt>
                      <c:pt idx="1726">
                        <c:v>536.91099999999994</c:v>
                      </c:pt>
                      <c:pt idx="1727">
                        <c:v>536.91200000000003</c:v>
                      </c:pt>
                      <c:pt idx="1728">
                        <c:v>536.91300000000001</c:v>
                      </c:pt>
                      <c:pt idx="1729">
                        <c:v>536.91399999999999</c:v>
                      </c:pt>
                      <c:pt idx="1730">
                        <c:v>536.91499999999996</c:v>
                      </c:pt>
                      <c:pt idx="1731">
                        <c:v>536.91600000000005</c:v>
                      </c:pt>
                      <c:pt idx="1732">
                        <c:v>536.91700000000003</c:v>
                      </c:pt>
                      <c:pt idx="1733">
                        <c:v>536.91800000000001</c:v>
                      </c:pt>
                      <c:pt idx="1734">
                        <c:v>536.91899999999998</c:v>
                      </c:pt>
                      <c:pt idx="1735">
                        <c:v>536.91999999999996</c:v>
                      </c:pt>
                      <c:pt idx="1736">
                        <c:v>536.92100000000005</c:v>
                      </c:pt>
                      <c:pt idx="1737">
                        <c:v>536.92200000000003</c:v>
                      </c:pt>
                      <c:pt idx="1738">
                        <c:v>536.923</c:v>
                      </c:pt>
                      <c:pt idx="1739">
                        <c:v>536.92399999999998</c:v>
                      </c:pt>
                      <c:pt idx="1740">
                        <c:v>536.92499999999995</c:v>
                      </c:pt>
                      <c:pt idx="1741">
                        <c:v>536.92600000000004</c:v>
                      </c:pt>
                      <c:pt idx="1742">
                        <c:v>536.92700000000002</c:v>
                      </c:pt>
                      <c:pt idx="1743">
                        <c:v>536.928</c:v>
                      </c:pt>
                      <c:pt idx="1744">
                        <c:v>536.92899999999997</c:v>
                      </c:pt>
                      <c:pt idx="1745">
                        <c:v>536.92999999999995</c:v>
                      </c:pt>
                      <c:pt idx="1746">
                        <c:v>536.93100000000004</c:v>
                      </c:pt>
                      <c:pt idx="1747">
                        <c:v>536.93200000000002</c:v>
                      </c:pt>
                      <c:pt idx="1748">
                        <c:v>536.93299999999999</c:v>
                      </c:pt>
                      <c:pt idx="1749">
                        <c:v>536.93399999999997</c:v>
                      </c:pt>
                      <c:pt idx="1750">
                        <c:v>536.93499999999995</c:v>
                      </c:pt>
                      <c:pt idx="1751">
                        <c:v>536.93600000000004</c:v>
                      </c:pt>
                      <c:pt idx="1752">
                        <c:v>536.93700000000001</c:v>
                      </c:pt>
                      <c:pt idx="1753">
                        <c:v>536.93799999999999</c:v>
                      </c:pt>
                      <c:pt idx="1754">
                        <c:v>536.93899999999996</c:v>
                      </c:pt>
                      <c:pt idx="1755">
                        <c:v>536.94000000000005</c:v>
                      </c:pt>
                      <c:pt idx="1756">
                        <c:v>536.94100000000003</c:v>
                      </c:pt>
                      <c:pt idx="1757">
                        <c:v>536.94200000000001</c:v>
                      </c:pt>
                      <c:pt idx="1758">
                        <c:v>536.94299999999998</c:v>
                      </c:pt>
                      <c:pt idx="1759">
                        <c:v>536.94399999999996</c:v>
                      </c:pt>
                      <c:pt idx="1760">
                        <c:v>536.94500000000005</c:v>
                      </c:pt>
                      <c:pt idx="1761">
                        <c:v>536.94600000000003</c:v>
                      </c:pt>
                      <c:pt idx="1762">
                        <c:v>536.947</c:v>
                      </c:pt>
                      <c:pt idx="1763">
                        <c:v>536.94799999999998</c:v>
                      </c:pt>
                      <c:pt idx="1764">
                        <c:v>536.94899999999996</c:v>
                      </c:pt>
                      <c:pt idx="1765">
                        <c:v>536.95000000000005</c:v>
                      </c:pt>
                      <c:pt idx="1766">
                        <c:v>536.95100000000002</c:v>
                      </c:pt>
                      <c:pt idx="1767">
                        <c:v>536.952</c:v>
                      </c:pt>
                      <c:pt idx="1768">
                        <c:v>536.95299999999997</c:v>
                      </c:pt>
                      <c:pt idx="1769">
                        <c:v>536.95399999999995</c:v>
                      </c:pt>
                      <c:pt idx="1770">
                        <c:v>536.95500000000004</c:v>
                      </c:pt>
                      <c:pt idx="1771">
                        <c:v>536.95600000000002</c:v>
                      </c:pt>
                      <c:pt idx="1772">
                        <c:v>536.95699999999999</c:v>
                      </c:pt>
                      <c:pt idx="1773">
                        <c:v>536.95799999999997</c:v>
                      </c:pt>
                      <c:pt idx="1774">
                        <c:v>536.95899999999995</c:v>
                      </c:pt>
                      <c:pt idx="1775">
                        <c:v>536.96</c:v>
                      </c:pt>
                      <c:pt idx="1776">
                        <c:v>536.96100000000001</c:v>
                      </c:pt>
                      <c:pt idx="1777">
                        <c:v>536.96199999999999</c:v>
                      </c:pt>
                      <c:pt idx="1778">
                        <c:v>536.96299999999997</c:v>
                      </c:pt>
                      <c:pt idx="1779">
                        <c:v>536.96400000000006</c:v>
                      </c:pt>
                      <c:pt idx="1780">
                        <c:v>536.96500000000003</c:v>
                      </c:pt>
                      <c:pt idx="1781">
                        <c:v>536.96600000000001</c:v>
                      </c:pt>
                      <c:pt idx="1782">
                        <c:v>536.96699999999998</c:v>
                      </c:pt>
                      <c:pt idx="1783">
                        <c:v>536.96799999999996</c:v>
                      </c:pt>
                      <c:pt idx="1784">
                        <c:v>536.96900000000005</c:v>
                      </c:pt>
                      <c:pt idx="1785">
                        <c:v>536.97</c:v>
                      </c:pt>
                      <c:pt idx="1786">
                        <c:v>536.971</c:v>
                      </c:pt>
                      <c:pt idx="1787">
                        <c:v>536.97199999999998</c:v>
                      </c:pt>
                      <c:pt idx="1788">
                        <c:v>536.97299999999996</c:v>
                      </c:pt>
                      <c:pt idx="1789">
                        <c:v>536.97400000000005</c:v>
                      </c:pt>
                      <c:pt idx="1790">
                        <c:v>536.97500000000002</c:v>
                      </c:pt>
                      <c:pt idx="1791">
                        <c:v>536.976</c:v>
                      </c:pt>
                      <c:pt idx="1792">
                        <c:v>536.97699999999998</c:v>
                      </c:pt>
                      <c:pt idx="1793">
                        <c:v>536.97799999999995</c:v>
                      </c:pt>
                      <c:pt idx="1794">
                        <c:v>536.97900000000004</c:v>
                      </c:pt>
                      <c:pt idx="1795">
                        <c:v>536.98</c:v>
                      </c:pt>
                      <c:pt idx="1796">
                        <c:v>536.98099999999999</c:v>
                      </c:pt>
                      <c:pt idx="1797">
                        <c:v>536.98199999999997</c:v>
                      </c:pt>
                      <c:pt idx="1798">
                        <c:v>536.98299999999995</c:v>
                      </c:pt>
                      <c:pt idx="1799">
                        <c:v>536.98400000000004</c:v>
                      </c:pt>
                      <c:pt idx="1800">
                        <c:v>536.98500000000001</c:v>
                      </c:pt>
                      <c:pt idx="1801">
                        <c:v>536.98599999999999</c:v>
                      </c:pt>
                      <c:pt idx="1802">
                        <c:v>536.98699999999997</c:v>
                      </c:pt>
                      <c:pt idx="1803">
                        <c:v>536.98800000000006</c:v>
                      </c:pt>
                      <c:pt idx="1804">
                        <c:v>536.98900000000003</c:v>
                      </c:pt>
                      <c:pt idx="1805">
                        <c:v>536.99</c:v>
                      </c:pt>
                      <c:pt idx="1806">
                        <c:v>536.99099999999999</c:v>
                      </c:pt>
                      <c:pt idx="1807">
                        <c:v>536.99199999999996</c:v>
                      </c:pt>
                      <c:pt idx="1808">
                        <c:v>536.99300000000005</c:v>
                      </c:pt>
                      <c:pt idx="1809">
                        <c:v>536.99400000000003</c:v>
                      </c:pt>
                      <c:pt idx="1810">
                        <c:v>536.995</c:v>
                      </c:pt>
                      <c:pt idx="1811">
                        <c:v>536.99599999999998</c:v>
                      </c:pt>
                      <c:pt idx="1812">
                        <c:v>536.99699999999996</c:v>
                      </c:pt>
                      <c:pt idx="1813">
                        <c:v>536.99800000000005</c:v>
                      </c:pt>
                      <c:pt idx="1814">
                        <c:v>536.99900000000002</c:v>
                      </c:pt>
                      <c:pt idx="1815">
                        <c:v>537</c:v>
                      </c:pt>
                      <c:pt idx="1816">
                        <c:v>537.00099999999998</c:v>
                      </c:pt>
                      <c:pt idx="1817">
                        <c:v>537.00199999999995</c:v>
                      </c:pt>
                      <c:pt idx="1818">
                        <c:v>537.00300000000004</c:v>
                      </c:pt>
                      <c:pt idx="1819">
                        <c:v>537.00400000000002</c:v>
                      </c:pt>
                      <c:pt idx="1820">
                        <c:v>537.005</c:v>
                      </c:pt>
                      <c:pt idx="1821">
                        <c:v>537.00599999999997</c:v>
                      </c:pt>
                      <c:pt idx="1822">
                        <c:v>537.00699999999995</c:v>
                      </c:pt>
                      <c:pt idx="1823">
                        <c:v>537.00800000000004</c:v>
                      </c:pt>
                      <c:pt idx="1824">
                        <c:v>537.00900000000001</c:v>
                      </c:pt>
                      <c:pt idx="1825">
                        <c:v>537.01</c:v>
                      </c:pt>
                      <c:pt idx="1826">
                        <c:v>537.01099999999997</c:v>
                      </c:pt>
                      <c:pt idx="1827">
                        <c:v>537.01199999999994</c:v>
                      </c:pt>
                      <c:pt idx="1828">
                        <c:v>537.01300000000003</c:v>
                      </c:pt>
                      <c:pt idx="1829">
                        <c:v>537.01400000000001</c:v>
                      </c:pt>
                      <c:pt idx="1830">
                        <c:v>537.01499999999999</c:v>
                      </c:pt>
                      <c:pt idx="1831">
                        <c:v>537.01599999999996</c:v>
                      </c:pt>
                      <c:pt idx="1832">
                        <c:v>537.01700000000005</c:v>
                      </c:pt>
                      <c:pt idx="1833">
                        <c:v>537.01800000000003</c:v>
                      </c:pt>
                      <c:pt idx="1834">
                        <c:v>537.01900000000001</c:v>
                      </c:pt>
                      <c:pt idx="1835">
                        <c:v>537.02</c:v>
                      </c:pt>
                      <c:pt idx="1836">
                        <c:v>537.02099999999996</c:v>
                      </c:pt>
                      <c:pt idx="1837">
                        <c:v>537.02200000000005</c:v>
                      </c:pt>
                      <c:pt idx="1838">
                        <c:v>537.02300000000002</c:v>
                      </c:pt>
                      <c:pt idx="1839">
                        <c:v>537.10299999999995</c:v>
                      </c:pt>
                      <c:pt idx="1840">
                        <c:v>537.18299999999999</c:v>
                      </c:pt>
                      <c:pt idx="1841">
                        <c:v>537.26300000000003</c:v>
                      </c:pt>
                      <c:pt idx="1842">
                        <c:v>537.34299999999996</c:v>
                      </c:pt>
                      <c:pt idx="1843">
                        <c:v>537.423</c:v>
                      </c:pt>
                      <c:pt idx="1844">
                        <c:v>537.50300000000004</c:v>
                      </c:pt>
                      <c:pt idx="1845">
                        <c:v>537.58299999999997</c:v>
                      </c:pt>
                      <c:pt idx="1846">
                        <c:v>537.66300000000001</c:v>
                      </c:pt>
                      <c:pt idx="1847">
                        <c:v>537.71600000000001</c:v>
                      </c:pt>
                      <c:pt idx="1848">
                        <c:v>537.76900000000001</c:v>
                      </c:pt>
                      <c:pt idx="1849">
                        <c:v>537.77</c:v>
                      </c:pt>
                      <c:pt idx="1850">
                        <c:v>537.77099999999996</c:v>
                      </c:pt>
                      <c:pt idx="1851">
                        <c:v>537.77200000000005</c:v>
                      </c:pt>
                      <c:pt idx="1852">
                        <c:v>537.77300000000002</c:v>
                      </c:pt>
                      <c:pt idx="1853">
                        <c:v>537.774</c:v>
                      </c:pt>
                      <c:pt idx="1854">
                        <c:v>537.77499999999998</c:v>
                      </c:pt>
                      <c:pt idx="1855">
                        <c:v>537.77599999999995</c:v>
                      </c:pt>
                      <c:pt idx="1856">
                        <c:v>537.77700000000004</c:v>
                      </c:pt>
                      <c:pt idx="1857">
                        <c:v>537.77800000000002</c:v>
                      </c:pt>
                      <c:pt idx="1858">
                        <c:v>537.779</c:v>
                      </c:pt>
                      <c:pt idx="1859">
                        <c:v>537.78</c:v>
                      </c:pt>
                      <c:pt idx="1860">
                        <c:v>537.78099999999995</c:v>
                      </c:pt>
                      <c:pt idx="1861">
                        <c:v>537.78200000000004</c:v>
                      </c:pt>
                      <c:pt idx="1862">
                        <c:v>537.78300000000002</c:v>
                      </c:pt>
                      <c:pt idx="1863">
                        <c:v>537.78399999999999</c:v>
                      </c:pt>
                      <c:pt idx="1864">
                        <c:v>537.78499999999997</c:v>
                      </c:pt>
                      <c:pt idx="1865">
                        <c:v>537.78599999999994</c:v>
                      </c:pt>
                      <c:pt idx="1866">
                        <c:v>537.78700000000003</c:v>
                      </c:pt>
                      <c:pt idx="1867">
                        <c:v>537.78800000000001</c:v>
                      </c:pt>
                      <c:pt idx="1868">
                        <c:v>537.78899999999999</c:v>
                      </c:pt>
                      <c:pt idx="1869">
                        <c:v>537.79</c:v>
                      </c:pt>
                      <c:pt idx="1870">
                        <c:v>537.79100000000005</c:v>
                      </c:pt>
                      <c:pt idx="1871">
                        <c:v>537.79200000000003</c:v>
                      </c:pt>
                      <c:pt idx="1872">
                        <c:v>537.79300000000001</c:v>
                      </c:pt>
                      <c:pt idx="1873">
                        <c:v>537.79399999999998</c:v>
                      </c:pt>
                      <c:pt idx="1874">
                        <c:v>537.79499999999996</c:v>
                      </c:pt>
                      <c:pt idx="1875">
                        <c:v>537.79600000000005</c:v>
                      </c:pt>
                      <c:pt idx="1876">
                        <c:v>537.79700000000003</c:v>
                      </c:pt>
                      <c:pt idx="1877">
                        <c:v>537.798</c:v>
                      </c:pt>
                      <c:pt idx="1878">
                        <c:v>537.79899999999998</c:v>
                      </c:pt>
                      <c:pt idx="1879">
                        <c:v>537.79999999999995</c:v>
                      </c:pt>
                      <c:pt idx="1880">
                        <c:v>537.80100000000004</c:v>
                      </c:pt>
                      <c:pt idx="1881">
                        <c:v>537.80200000000002</c:v>
                      </c:pt>
                      <c:pt idx="1882">
                        <c:v>537.803</c:v>
                      </c:pt>
                      <c:pt idx="1883">
                        <c:v>537.80399999999997</c:v>
                      </c:pt>
                      <c:pt idx="1884">
                        <c:v>537.80499999999995</c:v>
                      </c:pt>
                      <c:pt idx="1885">
                        <c:v>537.80600000000004</c:v>
                      </c:pt>
                      <c:pt idx="1886">
                        <c:v>537.80700000000002</c:v>
                      </c:pt>
                      <c:pt idx="1887">
                        <c:v>537.80799999999999</c:v>
                      </c:pt>
                      <c:pt idx="1888">
                        <c:v>537.80899999999997</c:v>
                      </c:pt>
                      <c:pt idx="1889">
                        <c:v>537.80999999999995</c:v>
                      </c:pt>
                      <c:pt idx="1890">
                        <c:v>537.81100000000004</c:v>
                      </c:pt>
                      <c:pt idx="1891">
                        <c:v>537.81200000000001</c:v>
                      </c:pt>
                      <c:pt idx="1892">
                        <c:v>537.81299999999999</c:v>
                      </c:pt>
                      <c:pt idx="1893">
                        <c:v>537.81399999999996</c:v>
                      </c:pt>
                      <c:pt idx="1894">
                        <c:v>537.81500000000005</c:v>
                      </c:pt>
                      <c:pt idx="1895">
                        <c:v>537.81600000000003</c:v>
                      </c:pt>
                      <c:pt idx="1896">
                        <c:v>537.81700000000001</c:v>
                      </c:pt>
                      <c:pt idx="1897">
                        <c:v>537.81799999999998</c:v>
                      </c:pt>
                      <c:pt idx="1898">
                        <c:v>537.81899999999996</c:v>
                      </c:pt>
                      <c:pt idx="1899">
                        <c:v>537.82000000000005</c:v>
                      </c:pt>
                      <c:pt idx="1900">
                        <c:v>537.82100000000003</c:v>
                      </c:pt>
                      <c:pt idx="1901">
                        <c:v>537.822</c:v>
                      </c:pt>
                      <c:pt idx="1902">
                        <c:v>537.82299999999998</c:v>
                      </c:pt>
                      <c:pt idx="1903">
                        <c:v>537.82399999999996</c:v>
                      </c:pt>
                      <c:pt idx="1904">
                        <c:v>537.82500000000005</c:v>
                      </c:pt>
                      <c:pt idx="1905">
                        <c:v>537.82600000000002</c:v>
                      </c:pt>
                      <c:pt idx="1906">
                        <c:v>537.827</c:v>
                      </c:pt>
                      <c:pt idx="1907">
                        <c:v>537.82799999999997</c:v>
                      </c:pt>
                      <c:pt idx="1908">
                        <c:v>537.82899999999995</c:v>
                      </c:pt>
                      <c:pt idx="1909">
                        <c:v>537.83000000000004</c:v>
                      </c:pt>
                      <c:pt idx="1910">
                        <c:v>537.83100000000002</c:v>
                      </c:pt>
                      <c:pt idx="1911">
                        <c:v>537.83199999999999</c:v>
                      </c:pt>
                      <c:pt idx="1912">
                        <c:v>537.83299999999997</c:v>
                      </c:pt>
                      <c:pt idx="1913">
                        <c:v>537.83399999999995</c:v>
                      </c:pt>
                      <c:pt idx="1914">
                        <c:v>537.83500000000004</c:v>
                      </c:pt>
                      <c:pt idx="1915">
                        <c:v>537.83600000000001</c:v>
                      </c:pt>
                      <c:pt idx="1916">
                        <c:v>537.83699999999999</c:v>
                      </c:pt>
                      <c:pt idx="1917">
                        <c:v>537.83799999999997</c:v>
                      </c:pt>
                      <c:pt idx="1918">
                        <c:v>537.83900000000006</c:v>
                      </c:pt>
                      <c:pt idx="1919">
                        <c:v>537.84</c:v>
                      </c:pt>
                      <c:pt idx="1920">
                        <c:v>537.84100000000001</c:v>
                      </c:pt>
                      <c:pt idx="1921">
                        <c:v>537.84199999999998</c:v>
                      </c:pt>
                      <c:pt idx="1922">
                        <c:v>537.84299999999996</c:v>
                      </c:pt>
                      <c:pt idx="1923">
                        <c:v>537.84400000000005</c:v>
                      </c:pt>
                      <c:pt idx="1924">
                        <c:v>537.84500000000003</c:v>
                      </c:pt>
                      <c:pt idx="1925">
                        <c:v>537.846</c:v>
                      </c:pt>
                      <c:pt idx="1926">
                        <c:v>537.84699999999998</c:v>
                      </c:pt>
                      <c:pt idx="1927">
                        <c:v>537.84799999999996</c:v>
                      </c:pt>
                      <c:pt idx="1928">
                        <c:v>537.84900000000005</c:v>
                      </c:pt>
                      <c:pt idx="1929">
                        <c:v>537.85</c:v>
                      </c:pt>
                      <c:pt idx="1930">
                        <c:v>537.851</c:v>
                      </c:pt>
                      <c:pt idx="1931">
                        <c:v>537.85199999999998</c:v>
                      </c:pt>
                      <c:pt idx="1932">
                        <c:v>537.85299999999995</c:v>
                      </c:pt>
                      <c:pt idx="1933">
                        <c:v>537.85400000000004</c:v>
                      </c:pt>
                      <c:pt idx="1934">
                        <c:v>537.85500000000002</c:v>
                      </c:pt>
                      <c:pt idx="1935">
                        <c:v>537.85599999999999</c:v>
                      </c:pt>
                      <c:pt idx="1936">
                        <c:v>537.85699999999997</c:v>
                      </c:pt>
                      <c:pt idx="1937">
                        <c:v>537.85799999999995</c:v>
                      </c:pt>
                      <c:pt idx="1938">
                        <c:v>537.85900000000004</c:v>
                      </c:pt>
                      <c:pt idx="1939">
                        <c:v>537.86</c:v>
                      </c:pt>
                      <c:pt idx="1940">
                        <c:v>537.86099999999999</c:v>
                      </c:pt>
                      <c:pt idx="1941">
                        <c:v>537.86199999999997</c:v>
                      </c:pt>
                      <c:pt idx="1942">
                        <c:v>537.86300000000006</c:v>
                      </c:pt>
                      <c:pt idx="1943">
                        <c:v>537.86400000000003</c:v>
                      </c:pt>
                      <c:pt idx="1944">
                        <c:v>537.86500000000001</c:v>
                      </c:pt>
                      <c:pt idx="1945">
                        <c:v>537.86599999999999</c:v>
                      </c:pt>
                      <c:pt idx="1946">
                        <c:v>537.86699999999996</c:v>
                      </c:pt>
                      <c:pt idx="1947">
                        <c:v>537.86800000000005</c:v>
                      </c:pt>
                      <c:pt idx="1948">
                        <c:v>537.86900000000003</c:v>
                      </c:pt>
                      <c:pt idx="1949">
                        <c:v>537.87</c:v>
                      </c:pt>
                      <c:pt idx="1950">
                        <c:v>537.87099999999998</c:v>
                      </c:pt>
                      <c:pt idx="1951">
                        <c:v>537.87199999999996</c:v>
                      </c:pt>
                      <c:pt idx="1952">
                        <c:v>537.87300000000005</c:v>
                      </c:pt>
                      <c:pt idx="1953">
                        <c:v>537.87400000000002</c:v>
                      </c:pt>
                      <c:pt idx="1954">
                        <c:v>537.875</c:v>
                      </c:pt>
                      <c:pt idx="1955">
                        <c:v>537.87599999999998</c:v>
                      </c:pt>
                      <c:pt idx="1956">
                        <c:v>537.87699999999995</c:v>
                      </c:pt>
                      <c:pt idx="1957">
                        <c:v>537.87800000000004</c:v>
                      </c:pt>
                      <c:pt idx="1958">
                        <c:v>537.87900000000002</c:v>
                      </c:pt>
                      <c:pt idx="1959">
                        <c:v>537.88</c:v>
                      </c:pt>
                      <c:pt idx="1960">
                        <c:v>537.88099999999997</c:v>
                      </c:pt>
                      <c:pt idx="1961">
                        <c:v>537.88199999999995</c:v>
                      </c:pt>
                      <c:pt idx="1962">
                        <c:v>537.88300000000004</c:v>
                      </c:pt>
                      <c:pt idx="1963">
                        <c:v>537.88400000000001</c:v>
                      </c:pt>
                      <c:pt idx="1964">
                        <c:v>537.88499999999999</c:v>
                      </c:pt>
                      <c:pt idx="1965">
                        <c:v>537.88599999999997</c:v>
                      </c:pt>
                      <c:pt idx="1966">
                        <c:v>537.88699999999994</c:v>
                      </c:pt>
                      <c:pt idx="1967">
                        <c:v>537.88800000000003</c:v>
                      </c:pt>
                      <c:pt idx="1968">
                        <c:v>537.88900000000001</c:v>
                      </c:pt>
                      <c:pt idx="1969">
                        <c:v>537.89</c:v>
                      </c:pt>
                      <c:pt idx="1970">
                        <c:v>537.89099999999996</c:v>
                      </c:pt>
                      <c:pt idx="1971">
                        <c:v>537.89200000000005</c:v>
                      </c:pt>
                      <c:pt idx="1972">
                        <c:v>537.89300000000003</c:v>
                      </c:pt>
                      <c:pt idx="1973">
                        <c:v>537.89400000000001</c:v>
                      </c:pt>
                      <c:pt idx="1974">
                        <c:v>537.89499999999998</c:v>
                      </c:pt>
                      <c:pt idx="1975">
                        <c:v>537.89599999999996</c:v>
                      </c:pt>
                      <c:pt idx="1976">
                        <c:v>537.89700000000005</c:v>
                      </c:pt>
                      <c:pt idx="1977">
                        <c:v>537.89800000000002</c:v>
                      </c:pt>
                      <c:pt idx="1978">
                        <c:v>537.899</c:v>
                      </c:pt>
                      <c:pt idx="1979">
                        <c:v>537.9</c:v>
                      </c:pt>
                      <c:pt idx="1980">
                        <c:v>537.90099999999995</c:v>
                      </c:pt>
                      <c:pt idx="1981">
                        <c:v>537.90200000000004</c:v>
                      </c:pt>
                      <c:pt idx="1982">
                        <c:v>537.90300000000002</c:v>
                      </c:pt>
                      <c:pt idx="1983">
                        <c:v>537.904</c:v>
                      </c:pt>
                      <c:pt idx="1984">
                        <c:v>537.90499999999997</c:v>
                      </c:pt>
                      <c:pt idx="1985">
                        <c:v>537.90599999999995</c:v>
                      </c:pt>
                      <c:pt idx="1986">
                        <c:v>537.90700000000004</c:v>
                      </c:pt>
                      <c:pt idx="1987">
                        <c:v>537.90800000000002</c:v>
                      </c:pt>
                      <c:pt idx="1988">
                        <c:v>537.90899999999999</c:v>
                      </c:pt>
                      <c:pt idx="1989">
                        <c:v>537.91</c:v>
                      </c:pt>
                      <c:pt idx="1990">
                        <c:v>537.91099999999994</c:v>
                      </c:pt>
                      <c:pt idx="1991">
                        <c:v>537.91200000000003</c:v>
                      </c:pt>
                      <c:pt idx="1992">
                        <c:v>537.91300000000001</c:v>
                      </c:pt>
                      <c:pt idx="1993">
                        <c:v>537.91399999999999</c:v>
                      </c:pt>
                      <c:pt idx="1994">
                        <c:v>537.91499999999996</c:v>
                      </c:pt>
                      <c:pt idx="1995">
                        <c:v>537.91600000000005</c:v>
                      </c:pt>
                      <c:pt idx="1996">
                        <c:v>537.91700000000003</c:v>
                      </c:pt>
                      <c:pt idx="1997">
                        <c:v>537.91800000000001</c:v>
                      </c:pt>
                      <c:pt idx="1998">
                        <c:v>537.91899999999998</c:v>
                      </c:pt>
                      <c:pt idx="1999">
                        <c:v>537.91999999999996</c:v>
                      </c:pt>
                      <c:pt idx="2000">
                        <c:v>537.92100000000005</c:v>
                      </c:pt>
                      <c:pt idx="2001">
                        <c:v>537.92200000000003</c:v>
                      </c:pt>
                      <c:pt idx="2002">
                        <c:v>537.923</c:v>
                      </c:pt>
                      <c:pt idx="2003">
                        <c:v>537.92399999999998</c:v>
                      </c:pt>
                      <c:pt idx="2004">
                        <c:v>537.92499999999995</c:v>
                      </c:pt>
                      <c:pt idx="2005">
                        <c:v>537.92600000000004</c:v>
                      </c:pt>
                      <c:pt idx="2006">
                        <c:v>537.92700000000002</c:v>
                      </c:pt>
                      <c:pt idx="2007">
                        <c:v>537.928</c:v>
                      </c:pt>
                      <c:pt idx="2008">
                        <c:v>537.92899999999997</c:v>
                      </c:pt>
                      <c:pt idx="2009">
                        <c:v>537.92999999999995</c:v>
                      </c:pt>
                      <c:pt idx="2010">
                        <c:v>537.93100000000004</c:v>
                      </c:pt>
                      <c:pt idx="2011">
                        <c:v>537.93200000000002</c:v>
                      </c:pt>
                      <c:pt idx="2012">
                        <c:v>537.93299999999999</c:v>
                      </c:pt>
                      <c:pt idx="2013">
                        <c:v>537.93399999999997</c:v>
                      </c:pt>
                      <c:pt idx="2014">
                        <c:v>537.93499999999995</c:v>
                      </c:pt>
                      <c:pt idx="2015">
                        <c:v>537.93600000000004</c:v>
                      </c:pt>
                      <c:pt idx="2016">
                        <c:v>537.93700000000001</c:v>
                      </c:pt>
                      <c:pt idx="2017">
                        <c:v>537.93799999999999</c:v>
                      </c:pt>
                      <c:pt idx="2018">
                        <c:v>537.93899999999996</c:v>
                      </c:pt>
                      <c:pt idx="2019">
                        <c:v>537.94000000000005</c:v>
                      </c:pt>
                      <c:pt idx="2020">
                        <c:v>537.94100000000003</c:v>
                      </c:pt>
                      <c:pt idx="2021">
                        <c:v>537.94200000000001</c:v>
                      </c:pt>
                      <c:pt idx="2022">
                        <c:v>537.94299999999998</c:v>
                      </c:pt>
                      <c:pt idx="2023">
                        <c:v>537.94399999999996</c:v>
                      </c:pt>
                      <c:pt idx="2024">
                        <c:v>537.94500000000005</c:v>
                      </c:pt>
                      <c:pt idx="2025">
                        <c:v>537.94600000000003</c:v>
                      </c:pt>
                      <c:pt idx="2026">
                        <c:v>537.947</c:v>
                      </c:pt>
                      <c:pt idx="2027">
                        <c:v>537.94799999999998</c:v>
                      </c:pt>
                      <c:pt idx="2028">
                        <c:v>537.94899999999996</c:v>
                      </c:pt>
                      <c:pt idx="2029">
                        <c:v>537.95000000000005</c:v>
                      </c:pt>
                      <c:pt idx="2030">
                        <c:v>537.95100000000002</c:v>
                      </c:pt>
                      <c:pt idx="2031">
                        <c:v>537.952</c:v>
                      </c:pt>
                      <c:pt idx="2032">
                        <c:v>537.95299999999997</c:v>
                      </c:pt>
                      <c:pt idx="2033">
                        <c:v>537.95399999999995</c:v>
                      </c:pt>
                      <c:pt idx="2034">
                        <c:v>537.95500000000004</c:v>
                      </c:pt>
                      <c:pt idx="2035">
                        <c:v>537.95600000000002</c:v>
                      </c:pt>
                      <c:pt idx="2036">
                        <c:v>537.95699999999999</c:v>
                      </c:pt>
                      <c:pt idx="2037">
                        <c:v>537.95799999999997</c:v>
                      </c:pt>
                      <c:pt idx="2038">
                        <c:v>537.95899999999995</c:v>
                      </c:pt>
                      <c:pt idx="2039">
                        <c:v>537.96</c:v>
                      </c:pt>
                      <c:pt idx="2040">
                        <c:v>537.96100000000001</c:v>
                      </c:pt>
                      <c:pt idx="2041">
                        <c:v>537.96199999999999</c:v>
                      </c:pt>
                      <c:pt idx="2042">
                        <c:v>537.96299999999997</c:v>
                      </c:pt>
                      <c:pt idx="2043">
                        <c:v>537.96400000000006</c:v>
                      </c:pt>
                      <c:pt idx="2044">
                        <c:v>537.96500000000003</c:v>
                      </c:pt>
                      <c:pt idx="2045">
                        <c:v>537.96600000000001</c:v>
                      </c:pt>
                      <c:pt idx="2046">
                        <c:v>537.96699999999998</c:v>
                      </c:pt>
                      <c:pt idx="2047">
                        <c:v>537.96799999999996</c:v>
                      </c:pt>
                      <c:pt idx="2048">
                        <c:v>537.96900000000005</c:v>
                      </c:pt>
                      <c:pt idx="2049">
                        <c:v>537.97</c:v>
                      </c:pt>
                      <c:pt idx="2050">
                        <c:v>537.971</c:v>
                      </c:pt>
                      <c:pt idx="2051">
                        <c:v>537.97199999999998</c:v>
                      </c:pt>
                      <c:pt idx="2052">
                        <c:v>537.97299999999996</c:v>
                      </c:pt>
                      <c:pt idx="2053">
                        <c:v>537.97400000000005</c:v>
                      </c:pt>
                      <c:pt idx="2054">
                        <c:v>537.97500000000002</c:v>
                      </c:pt>
                      <c:pt idx="2055">
                        <c:v>537.976</c:v>
                      </c:pt>
                      <c:pt idx="2056">
                        <c:v>537.97699999999998</c:v>
                      </c:pt>
                      <c:pt idx="2057">
                        <c:v>537.97799999999995</c:v>
                      </c:pt>
                      <c:pt idx="2058">
                        <c:v>537.97900000000004</c:v>
                      </c:pt>
                      <c:pt idx="2059">
                        <c:v>537.98</c:v>
                      </c:pt>
                      <c:pt idx="2060">
                        <c:v>537.98099999999999</c:v>
                      </c:pt>
                      <c:pt idx="2061">
                        <c:v>537.98199999999997</c:v>
                      </c:pt>
                      <c:pt idx="2062">
                        <c:v>537.98299999999995</c:v>
                      </c:pt>
                      <c:pt idx="2063">
                        <c:v>537.98400000000004</c:v>
                      </c:pt>
                      <c:pt idx="2064">
                        <c:v>537.98500000000001</c:v>
                      </c:pt>
                      <c:pt idx="2065">
                        <c:v>537.98599999999999</c:v>
                      </c:pt>
                      <c:pt idx="2066">
                        <c:v>537.98699999999997</c:v>
                      </c:pt>
                      <c:pt idx="2067">
                        <c:v>537.98800000000006</c:v>
                      </c:pt>
                      <c:pt idx="2068">
                        <c:v>537.98900000000003</c:v>
                      </c:pt>
                      <c:pt idx="2069">
                        <c:v>537.99</c:v>
                      </c:pt>
                      <c:pt idx="2070">
                        <c:v>537.99099999999999</c:v>
                      </c:pt>
                      <c:pt idx="2071">
                        <c:v>537.99199999999996</c:v>
                      </c:pt>
                      <c:pt idx="2072">
                        <c:v>537.99300000000005</c:v>
                      </c:pt>
                      <c:pt idx="2073">
                        <c:v>537.99400000000003</c:v>
                      </c:pt>
                      <c:pt idx="2074">
                        <c:v>537.995</c:v>
                      </c:pt>
                      <c:pt idx="2075">
                        <c:v>537.99599999999998</c:v>
                      </c:pt>
                      <c:pt idx="2076">
                        <c:v>537.99699999999996</c:v>
                      </c:pt>
                      <c:pt idx="2077">
                        <c:v>537.99800000000005</c:v>
                      </c:pt>
                      <c:pt idx="2078">
                        <c:v>537.99900000000002</c:v>
                      </c:pt>
                      <c:pt idx="2079">
                        <c:v>538</c:v>
                      </c:pt>
                      <c:pt idx="2080">
                        <c:v>538.00099999999998</c:v>
                      </c:pt>
                      <c:pt idx="2081">
                        <c:v>538.00199999999995</c:v>
                      </c:pt>
                      <c:pt idx="2082">
                        <c:v>538.00300000000004</c:v>
                      </c:pt>
                      <c:pt idx="2083">
                        <c:v>538.00400000000002</c:v>
                      </c:pt>
                      <c:pt idx="2084">
                        <c:v>538.005</c:v>
                      </c:pt>
                      <c:pt idx="2085">
                        <c:v>538.00599999999997</c:v>
                      </c:pt>
                      <c:pt idx="2086">
                        <c:v>538.00699999999995</c:v>
                      </c:pt>
                      <c:pt idx="2087">
                        <c:v>538.00800000000004</c:v>
                      </c:pt>
                      <c:pt idx="2088">
                        <c:v>538.00900000000001</c:v>
                      </c:pt>
                      <c:pt idx="2089">
                        <c:v>538.01</c:v>
                      </c:pt>
                      <c:pt idx="2090">
                        <c:v>538.01099999999997</c:v>
                      </c:pt>
                      <c:pt idx="2091">
                        <c:v>538.01199999999994</c:v>
                      </c:pt>
                      <c:pt idx="2092">
                        <c:v>538.01300000000003</c:v>
                      </c:pt>
                      <c:pt idx="2093">
                        <c:v>538.01400000000001</c:v>
                      </c:pt>
                      <c:pt idx="2094">
                        <c:v>538.01499999999999</c:v>
                      </c:pt>
                      <c:pt idx="2095">
                        <c:v>538.01599999999996</c:v>
                      </c:pt>
                      <c:pt idx="2096">
                        <c:v>538.01700000000005</c:v>
                      </c:pt>
                      <c:pt idx="2097">
                        <c:v>538.01800000000003</c:v>
                      </c:pt>
                      <c:pt idx="2098">
                        <c:v>538.01900000000001</c:v>
                      </c:pt>
                      <c:pt idx="2099">
                        <c:v>538.02</c:v>
                      </c:pt>
                      <c:pt idx="2100">
                        <c:v>538.02099999999996</c:v>
                      </c:pt>
                      <c:pt idx="2101">
                        <c:v>538.02200000000005</c:v>
                      </c:pt>
                      <c:pt idx="2102">
                        <c:v>538.02300000000002</c:v>
                      </c:pt>
                      <c:pt idx="2103">
                        <c:v>538.10299999999995</c:v>
                      </c:pt>
                      <c:pt idx="2104">
                        <c:v>538.18299999999999</c:v>
                      </c:pt>
                      <c:pt idx="2105">
                        <c:v>538.26300000000003</c:v>
                      </c:pt>
                      <c:pt idx="2106">
                        <c:v>538.34299999999996</c:v>
                      </c:pt>
                      <c:pt idx="2107">
                        <c:v>538.423</c:v>
                      </c:pt>
                      <c:pt idx="2108">
                        <c:v>538.50300000000004</c:v>
                      </c:pt>
                      <c:pt idx="2109">
                        <c:v>538.58299999999997</c:v>
                      </c:pt>
                      <c:pt idx="2110">
                        <c:v>538.66300000000001</c:v>
                      </c:pt>
                      <c:pt idx="2111">
                        <c:v>538.71600000000001</c:v>
                      </c:pt>
                      <c:pt idx="2112">
                        <c:v>538.76900000000001</c:v>
                      </c:pt>
                      <c:pt idx="2113">
                        <c:v>538.77</c:v>
                      </c:pt>
                      <c:pt idx="2114">
                        <c:v>538.77099999999996</c:v>
                      </c:pt>
                      <c:pt idx="2115">
                        <c:v>538.77200000000005</c:v>
                      </c:pt>
                      <c:pt idx="2116">
                        <c:v>538.77300000000002</c:v>
                      </c:pt>
                      <c:pt idx="2117">
                        <c:v>538.774</c:v>
                      </c:pt>
                      <c:pt idx="2118">
                        <c:v>538.77499999999998</c:v>
                      </c:pt>
                      <c:pt idx="2119">
                        <c:v>538.77599999999995</c:v>
                      </c:pt>
                      <c:pt idx="2120">
                        <c:v>538.77700000000004</c:v>
                      </c:pt>
                      <c:pt idx="2121">
                        <c:v>538.77800000000002</c:v>
                      </c:pt>
                      <c:pt idx="2122">
                        <c:v>538.779</c:v>
                      </c:pt>
                      <c:pt idx="2123">
                        <c:v>538.78</c:v>
                      </c:pt>
                      <c:pt idx="2124">
                        <c:v>538.78099999999995</c:v>
                      </c:pt>
                      <c:pt idx="2125">
                        <c:v>538.78200000000004</c:v>
                      </c:pt>
                      <c:pt idx="2126">
                        <c:v>538.78300000000002</c:v>
                      </c:pt>
                      <c:pt idx="2127">
                        <c:v>538.78399999999999</c:v>
                      </c:pt>
                      <c:pt idx="2128">
                        <c:v>538.78499999999997</c:v>
                      </c:pt>
                      <c:pt idx="2129">
                        <c:v>538.78599999999994</c:v>
                      </c:pt>
                      <c:pt idx="2130">
                        <c:v>538.78700000000003</c:v>
                      </c:pt>
                      <c:pt idx="2131">
                        <c:v>538.78800000000001</c:v>
                      </c:pt>
                      <c:pt idx="2132">
                        <c:v>538.78899999999999</c:v>
                      </c:pt>
                      <c:pt idx="2133">
                        <c:v>538.79</c:v>
                      </c:pt>
                      <c:pt idx="2134">
                        <c:v>538.79100000000005</c:v>
                      </c:pt>
                      <c:pt idx="2135">
                        <c:v>538.79200000000003</c:v>
                      </c:pt>
                      <c:pt idx="2136">
                        <c:v>538.79300000000001</c:v>
                      </c:pt>
                      <c:pt idx="2137">
                        <c:v>538.79399999999998</c:v>
                      </c:pt>
                      <c:pt idx="2138">
                        <c:v>538.79499999999996</c:v>
                      </c:pt>
                      <c:pt idx="2139">
                        <c:v>538.79600000000005</c:v>
                      </c:pt>
                      <c:pt idx="2140">
                        <c:v>538.79700000000003</c:v>
                      </c:pt>
                      <c:pt idx="2141">
                        <c:v>538.798</c:v>
                      </c:pt>
                      <c:pt idx="2142">
                        <c:v>538.79899999999998</c:v>
                      </c:pt>
                      <c:pt idx="2143">
                        <c:v>538.79999999999995</c:v>
                      </c:pt>
                      <c:pt idx="2144">
                        <c:v>538.80100000000004</c:v>
                      </c:pt>
                      <c:pt idx="2145">
                        <c:v>538.80200000000002</c:v>
                      </c:pt>
                      <c:pt idx="2146">
                        <c:v>538.803</c:v>
                      </c:pt>
                      <c:pt idx="2147">
                        <c:v>538.80399999999997</c:v>
                      </c:pt>
                      <c:pt idx="2148">
                        <c:v>538.80499999999995</c:v>
                      </c:pt>
                      <c:pt idx="2149">
                        <c:v>538.80600000000004</c:v>
                      </c:pt>
                      <c:pt idx="2150">
                        <c:v>538.80700000000002</c:v>
                      </c:pt>
                      <c:pt idx="2151">
                        <c:v>538.80799999999999</c:v>
                      </c:pt>
                      <c:pt idx="2152">
                        <c:v>538.80899999999997</c:v>
                      </c:pt>
                      <c:pt idx="2153">
                        <c:v>538.80999999999995</c:v>
                      </c:pt>
                      <c:pt idx="2154">
                        <c:v>538.81100000000004</c:v>
                      </c:pt>
                      <c:pt idx="2155">
                        <c:v>538.81200000000001</c:v>
                      </c:pt>
                      <c:pt idx="2156">
                        <c:v>538.81299999999999</c:v>
                      </c:pt>
                      <c:pt idx="2157">
                        <c:v>538.81399999999996</c:v>
                      </c:pt>
                      <c:pt idx="2158">
                        <c:v>538.81500000000005</c:v>
                      </c:pt>
                      <c:pt idx="2159">
                        <c:v>538.81600000000003</c:v>
                      </c:pt>
                      <c:pt idx="2160">
                        <c:v>538.81700000000001</c:v>
                      </c:pt>
                      <c:pt idx="2161">
                        <c:v>538.81799999999998</c:v>
                      </c:pt>
                      <c:pt idx="2162">
                        <c:v>538.81899999999996</c:v>
                      </c:pt>
                      <c:pt idx="2163">
                        <c:v>538.82000000000005</c:v>
                      </c:pt>
                      <c:pt idx="2164">
                        <c:v>538.82100000000003</c:v>
                      </c:pt>
                      <c:pt idx="2165">
                        <c:v>538.822</c:v>
                      </c:pt>
                      <c:pt idx="2166">
                        <c:v>538.82299999999998</c:v>
                      </c:pt>
                      <c:pt idx="2167">
                        <c:v>538.82399999999996</c:v>
                      </c:pt>
                      <c:pt idx="2168">
                        <c:v>538.82500000000005</c:v>
                      </c:pt>
                      <c:pt idx="2169">
                        <c:v>538.82600000000002</c:v>
                      </c:pt>
                      <c:pt idx="2170">
                        <c:v>538.827</c:v>
                      </c:pt>
                      <c:pt idx="2171">
                        <c:v>538.82799999999997</c:v>
                      </c:pt>
                      <c:pt idx="2172">
                        <c:v>538.82899999999995</c:v>
                      </c:pt>
                      <c:pt idx="2173">
                        <c:v>538.83000000000004</c:v>
                      </c:pt>
                      <c:pt idx="2174">
                        <c:v>538.83100000000002</c:v>
                      </c:pt>
                      <c:pt idx="2175">
                        <c:v>538.83199999999999</c:v>
                      </c:pt>
                      <c:pt idx="2176">
                        <c:v>538.83299999999997</c:v>
                      </c:pt>
                      <c:pt idx="2177">
                        <c:v>538.83399999999995</c:v>
                      </c:pt>
                      <c:pt idx="2178">
                        <c:v>538.83500000000004</c:v>
                      </c:pt>
                      <c:pt idx="2179">
                        <c:v>538.83600000000001</c:v>
                      </c:pt>
                      <c:pt idx="2180">
                        <c:v>538.83699999999999</c:v>
                      </c:pt>
                      <c:pt idx="2181">
                        <c:v>538.83799999999997</c:v>
                      </c:pt>
                      <c:pt idx="2182">
                        <c:v>538.83900000000006</c:v>
                      </c:pt>
                      <c:pt idx="2183">
                        <c:v>538.84</c:v>
                      </c:pt>
                      <c:pt idx="2184">
                        <c:v>538.84100000000001</c:v>
                      </c:pt>
                      <c:pt idx="2185">
                        <c:v>538.84199999999998</c:v>
                      </c:pt>
                      <c:pt idx="2186">
                        <c:v>538.84299999999996</c:v>
                      </c:pt>
                      <c:pt idx="2187">
                        <c:v>538.84400000000005</c:v>
                      </c:pt>
                      <c:pt idx="2188">
                        <c:v>538.84500000000003</c:v>
                      </c:pt>
                      <c:pt idx="2189">
                        <c:v>538.846</c:v>
                      </c:pt>
                      <c:pt idx="2190">
                        <c:v>538.84699999999998</c:v>
                      </c:pt>
                      <c:pt idx="2191">
                        <c:v>538.84799999999996</c:v>
                      </c:pt>
                      <c:pt idx="2192">
                        <c:v>538.84900000000005</c:v>
                      </c:pt>
                      <c:pt idx="2193">
                        <c:v>538.85</c:v>
                      </c:pt>
                      <c:pt idx="2194">
                        <c:v>538.851</c:v>
                      </c:pt>
                      <c:pt idx="2195">
                        <c:v>538.85199999999998</c:v>
                      </c:pt>
                      <c:pt idx="2196">
                        <c:v>538.85299999999995</c:v>
                      </c:pt>
                      <c:pt idx="2197">
                        <c:v>538.85400000000004</c:v>
                      </c:pt>
                      <c:pt idx="2198">
                        <c:v>538.85500000000002</c:v>
                      </c:pt>
                      <c:pt idx="2199">
                        <c:v>538.85599999999999</c:v>
                      </c:pt>
                      <c:pt idx="2200">
                        <c:v>538.85699999999997</c:v>
                      </c:pt>
                      <c:pt idx="2201">
                        <c:v>538.85799999999995</c:v>
                      </c:pt>
                      <c:pt idx="2202">
                        <c:v>538.85900000000004</c:v>
                      </c:pt>
                      <c:pt idx="2203">
                        <c:v>538.86</c:v>
                      </c:pt>
                      <c:pt idx="2204">
                        <c:v>538.86099999999999</c:v>
                      </c:pt>
                      <c:pt idx="2205">
                        <c:v>538.86199999999997</c:v>
                      </c:pt>
                      <c:pt idx="2206">
                        <c:v>538.86300000000006</c:v>
                      </c:pt>
                      <c:pt idx="2207">
                        <c:v>538.86400000000003</c:v>
                      </c:pt>
                      <c:pt idx="2208">
                        <c:v>538.86500000000001</c:v>
                      </c:pt>
                      <c:pt idx="2209">
                        <c:v>538.86599999999999</c:v>
                      </c:pt>
                      <c:pt idx="2210">
                        <c:v>538.86699999999996</c:v>
                      </c:pt>
                      <c:pt idx="2211">
                        <c:v>538.86800000000005</c:v>
                      </c:pt>
                      <c:pt idx="2212">
                        <c:v>538.86900000000003</c:v>
                      </c:pt>
                      <c:pt idx="2213">
                        <c:v>538.87</c:v>
                      </c:pt>
                      <c:pt idx="2214">
                        <c:v>538.87099999999998</c:v>
                      </c:pt>
                      <c:pt idx="2215">
                        <c:v>538.87199999999996</c:v>
                      </c:pt>
                      <c:pt idx="2216">
                        <c:v>538.87300000000005</c:v>
                      </c:pt>
                      <c:pt idx="2217">
                        <c:v>538.87400000000002</c:v>
                      </c:pt>
                      <c:pt idx="2218">
                        <c:v>538.875</c:v>
                      </c:pt>
                      <c:pt idx="2219">
                        <c:v>538.87599999999998</c:v>
                      </c:pt>
                      <c:pt idx="2220">
                        <c:v>538.87699999999995</c:v>
                      </c:pt>
                      <c:pt idx="2221">
                        <c:v>538.87800000000004</c:v>
                      </c:pt>
                      <c:pt idx="2222">
                        <c:v>538.87900000000002</c:v>
                      </c:pt>
                      <c:pt idx="2223">
                        <c:v>538.88</c:v>
                      </c:pt>
                      <c:pt idx="2224">
                        <c:v>538.88099999999997</c:v>
                      </c:pt>
                      <c:pt idx="2225">
                        <c:v>538.88199999999995</c:v>
                      </c:pt>
                      <c:pt idx="2226">
                        <c:v>538.88300000000004</c:v>
                      </c:pt>
                      <c:pt idx="2227">
                        <c:v>538.88400000000001</c:v>
                      </c:pt>
                      <c:pt idx="2228">
                        <c:v>538.88499999999999</c:v>
                      </c:pt>
                      <c:pt idx="2229">
                        <c:v>538.88599999999997</c:v>
                      </c:pt>
                      <c:pt idx="2230">
                        <c:v>538.88699999999994</c:v>
                      </c:pt>
                      <c:pt idx="2231">
                        <c:v>538.88800000000003</c:v>
                      </c:pt>
                      <c:pt idx="2232">
                        <c:v>538.88900000000001</c:v>
                      </c:pt>
                      <c:pt idx="2233">
                        <c:v>538.89</c:v>
                      </c:pt>
                      <c:pt idx="2234">
                        <c:v>538.89099999999996</c:v>
                      </c:pt>
                      <c:pt idx="2235">
                        <c:v>538.89200000000005</c:v>
                      </c:pt>
                      <c:pt idx="2236">
                        <c:v>538.89300000000003</c:v>
                      </c:pt>
                      <c:pt idx="2237">
                        <c:v>538.89400000000001</c:v>
                      </c:pt>
                      <c:pt idx="2238">
                        <c:v>538.89499999999998</c:v>
                      </c:pt>
                      <c:pt idx="2239">
                        <c:v>538.89599999999996</c:v>
                      </c:pt>
                      <c:pt idx="2240">
                        <c:v>538.89700000000005</c:v>
                      </c:pt>
                      <c:pt idx="2241">
                        <c:v>538.89800000000002</c:v>
                      </c:pt>
                      <c:pt idx="2242">
                        <c:v>538.899</c:v>
                      </c:pt>
                      <c:pt idx="2243">
                        <c:v>538.9</c:v>
                      </c:pt>
                      <c:pt idx="2244">
                        <c:v>538.90099999999995</c:v>
                      </c:pt>
                      <c:pt idx="2245">
                        <c:v>538.90200000000004</c:v>
                      </c:pt>
                      <c:pt idx="2246">
                        <c:v>538.90300000000002</c:v>
                      </c:pt>
                      <c:pt idx="2247">
                        <c:v>538.904</c:v>
                      </c:pt>
                      <c:pt idx="2248">
                        <c:v>538.90499999999997</c:v>
                      </c:pt>
                      <c:pt idx="2249">
                        <c:v>538.90599999999995</c:v>
                      </c:pt>
                      <c:pt idx="2250">
                        <c:v>538.90700000000004</c:v>
                      </c:pt>
                      <c:pt idx="2251">
                        <c:v>538.90800000000002</c:v>
                      </c:pt>
                      <c:pt idx="2252">
                        <c:v>538.90899999999999</c:v>
                      </c:pt>
                      <c:pt idx="2253">
                        <c:v>538.91</c:v>
                      </c:pt>
                      <c:pt idx="2254">
                        <c:v>538.91099999999994</c:v>
                      </c:pt>
                      <c:pt idx="2255">
                        <c:v>538.91200000000003</c:v>
                      </c:pt>
                      <c:pt idx="2256">
                        <c:v>538.91300000000001</c:v>
                      </c:pt>
                      <c:pt idx="2257">
                        <c:v>538.91399999999999</c:v>
                      </c:pt>
                      <c:pt idx="2258">
                        <c:v>538.91499999999996</c:v>
                      </c:pt>
                      <c:pt idx="2259">
                        <c:v>538.91600000000005</c:v>
                      </c:pt>
                      <c:pt idx="2260">
                        <c:v>538.91700000000003</c:v>
                      </c:pt>
                      <c:pt idx="2261">
                        <c:v>538.91800000000001</c:v>
                      </c:pt>
                      <c:pt idx="2262">
                        <c:v>538.91899999999998</c:v>
                      </c:pt>
                      <c:pt idx="2263">
                        <c:v>538.91999999999996</c:v>
                      </c:pt>
                      <c:pt idx="2264">
                        <c:v>538.92100000000005</c:v>
                      </c:pt>
                      <c:pt idx="2265">
                        <c:v>538.92200000000003</c:v>
                      </c:pt>
                      <c:pt idx="2266">
                        <c:v>538.923</c:v>
                      </c:pt>
                      <c:pt idx="2267">
                        <c:v>538.92399999999998</c:v>
                      </c:pt>
                      <c:pt idx="2268">
                        <c:v>538.92499999999995</c:v>
                      </c:pt>
                      <c:pt idx="2269">
                        <c:v>538.92600000000004</c:v>
                      </c:pt>
                      <c:pt idx="2270">
                        <c:v>538.92700000000002</c:v>
                      </c:pt>
                      <c:pt idx="2271">
                        <c:v>538.928</c:v>
                      </c:pt>
                      <c:pt idx="2272">
                        <c:v>538.92899999999997</c:v>
                      </c:pt>
                      <c:pt idx="2273">
                        <c:v>538.92999999999995</c:v>
                      </c:pt>
                      <c:pt idx="2274">
                        <c:v>538.93100000000004</c:v>
                      </c:pt>
                      <c:pt idx="2275">
                        <c:v>538.93200000000002</c:v>
                      </c:pt>
                      <c:pt idx="2276">
                        <c:v>538.93299999999999</c:v>
                      </c:pt>
                      <c:pt idx="2277">
                        <c:v>538.93399999999997</c:v>
                      </c:pt>
                      <c:pt idx="2278">
                        <c:v>538.93499999999995</c:v>
                      </c:pt>
                      <c:pt idx="2279">
                        <c:v>538.93600000000004</c:v>
                      </c:pt>
                      <c:pt idx="2280">
                        <c:v>538.93700000000001</c:v>
                      </c:pt>
                      <c:pt idx="2281">
                        <c:v>538.93799999999999</c:v>
                      </c:pt>
                      <c:pt idx="2282">
                        <c:v>538.93899999999996</c:v>
                      </c:pt>
                      <c:pt idx="2283">
                        <c:v>538.94000000000005</c:v>
                      </c:pt>
                      <c:pt idx="2284">
                        <c:v>538.94100000000003</c:v>
                      </c:pt>
                      <c:pt idx="2285">
                        <c:v>538.94200000000001</c:v>
                      </c:pt>
                      <c:pt idx="2286">
                        <c:v>538.94299999999998</c:v>
                      </c:pt>
                      <c:pt idx="2287">
                        <c:v>538.94399999999996</c:v>
                      </c:pt>
                      <c:pt idx="2288">
                        <c:v>538.94500000000005</c:v>
                      </c:pt>
                      <c:pt idx="2289">
                        <c:v>538.94600000000003</c:v>
                      </c:pt>
                      <c:pt idx="2290">
                        <c:v>538.947</c:v>
                      </c:pt>
                      <c:pt idx="2291">
                        <c:v>538.94799999999998</c:v>
                      </c:pt>
                      <c:pt idx="2292">
                        <c:v>538.94899999999996</c:v>
                      </c:pt>
                      <c:pt idx="2293">
                        <c:v>538.95000000000005</c:v>
                      </c:pt>
                      <c:pt idx="2294">
                        <c:v>538.95100000000002</c:v>
                      </c:pt>
                      <c:pt idx="2295">
                        <c:v>538.952</c:v>
                      </c:pt>
                      <c:pt idx="2296">
                        <c:v>538.95299999999997</c:v>
                      </c:pt>
                      <c:pt idx="2297">
                        <c:v>538.95399999999995</c:v>
                      </c:pt>
                      <c:pt idx="2298">
                        <c:v>538.95500000000004</c:v>
                      </c:pt>
                      <c:pt idx="2299">
                        <c:v>538.95600000000002</c:v>
                      </c:pt>
                      <c:pt idx="2300">
                        <c:v>538.95699999999999</c:v>
                      </c:pt>
                      <c:pt idx="2301">
                        <c:v>538.95799999999997</c:v>
                      </c:pt>
                      <c:pt idx="2302">
                        <c:v>538.95899999999995</c:v>
                      </c:pt>
                      <c:pt idx="2303">
                        <c:v>538.96</c:v>
                      </c:pt>
                      <c:pt idx="2304">
                        <c:v>538.96100000000001</c:v>
                      </c:pt>
                      <c:pt idx="2305">
                        <c:v>538.96199999999999</c:v>
                      </c:pt>
                      <c:pt idx="2306">
                        <c:v>538.96299999999997</c:v>
                      </c:pt>
                      <c:pt idx="2307">
                        <c:v>538.96400000000006</c:v>
                      </c:pt>
                      <c:pt idx="2308">
                        <c:v>538.96500000000003</c:v>
                      </c:pt>
                      <c:pt idx="2309">
                        <c:v>538.96600000000001</c:v>
                      </c:pt>
                      <c:pt idx="2310">
                        <c:v>538.96699999999998</c:v>
                      </c:pt>
                      <c:pt idx="2311">
                        <c:v>538.96799999999996</c:v>
                      </c:pt>
                      <c:pt idx="2312">
                        <c:v>538.96900000000005</c:v>
                      </c:pt>
                      <c:pt idx="2313">
                        <c:v>538.97</c:v>
                      </c:pt>
                      <c:pt idx="2314">
                        <c:v>538.971</c:v>
                      </c:pt>
                      <c:pt idx="2315">
                        <c:v>538.97199999999998</c:v>
                      </c:pt>
                      <c:pt idx="2316">
                        <c:v>538.97299999999996</c:v>
                      </c:pt>
                      <c:pt idx="2317">
                        <c:v>538.97400000000005</c:v>
                      </c:pt>
                      <c:pt idx="2318">
                        <c:v>538.97500000000002</c:v>
                      </c:pt>
                      <c:pt idx="2319">
                        <c:v>538.976</c:v>
                      </c:pt>
                      <c:pt idx="2320">
                        <c:v>538.97699999999998</c:v>
                      </c:pt>
                      <c:pt idx="2321">
                        <c:v>538.97799999999995</c:v>
                      </c:pt>
                      <c:pt idx="2322">
                        <c:v>538.97900000000004</c:v>
                      </c:pt>
                      <c:pt idx="2323">
                        <c:v>538.98</c:v>
                      </c:pt>
                      <c:pt idx="2324">
                        <c:v>538.98099999999999</c:v>
                      </c:pt>
                      <c:pt idx="2325">
                        <c:v>538.98199999999997</c:v>
                      </c:pt>
                      <c:pt idx="2326">
                        <c:v>538.98299999999995</c:v>
                      </c:pt>
                      <c:pt idx="2327">
                        <c:v>538.98400000000004</c:v>
                      </c:pt>
                      <c:pt idx="2328">
                        <c:v>538.98500000000001</c:v>
                      </c:pt>
                      <c:pt idx="2329">
                        <c:v>538.98599999999999</c:v>
                      </c:pt>
                      <c:pt idx="2330">
                        <c:v>538.98699999999997</c:v>
                      </c:pt>
                      <c:pt idx="2331">
                        <c:v>538.98800000000006</c:v>
                      </c:pt>
                      <c:pt idx="2332">
                        <c:v>538.98900000000003</c:v>
                      </c:pt>
                      <c:pt idx="2333">
                        <c:v>538.99</c:v>
                      </c:pt>
                      <c:pt idx="2334">
                        <c:v>538.99099999999999</c:v>
                      </c:pt>
                      <c:pt idx="2335">
                        <c:v>538.99199999999996</c:v>
                      </c:pt>
                      <c:pt idx="2336">
                        <c:v>538.99300000000005</c:v>
                      </c:pt>
                      <c:pt idx="2337">
                        <c:v>538.99400000000003</c:v>
                      </c:pt>
                      <c:pt idx="2338">
                        <c:v>538.995</c:v>
                      </c:pt>
                      <c:pt idx="2339">
                        <c:v>538.99599999999998</c:v>
                      </c:pt>
                      <c:pt idx="2340">
                        <c:v>538.99699999999996</c:v>
                      </c:pt>
                      <c:pt idx="2341">
                        <c:v>538.99800000000005</c:v>
                      </c:pt>
                      <c:pt idx="2342">
                        <c:v>538.99900000000002</c:v>
                      </c:pt>
                      <c:pt idx="2343">
                        <c:v>539</c:v>
                      </c:pt>
                      <c:pt idx="2344">
                        <c:v>539.00099999999998</c:v>
                      </c:pt>
                      <c:pt idx="2345">
                        <c:v>539.00199999999995</c:v>
                      </c:pt>
                      <c:pt idx="2346">
                        <c:v>539.00300000000004</c:v>
                      </c:pt>
                      <c:pt idx="2347">
                        <c:v>539.00400000000002</c:v>
                      </c:pt>
                      <c:pt idx="2348">
                        <c:v>539.005</c:v>
                      </c:pt>
                      <c:pt idx="2349">
                        <c:v>539.00599999999997</c:v>
                      </c:pt>
                      <c:pt idx="2350">
                        <c:v>539.00699999999995</c:v>
                      </c:pt>
                      <c:pt idx="2351">
                        <c:v>539.00800000000004</c:v>
                      </c:pt>
                      <c:pt idx="2352">
                        <c:v>539.00900000000001</c:v>
                      </c:pt>
                      <c:pt idx="2353">
                        <c:v>539.01</c:v>
                      </c:pt>
                      <c:pt idx="2354">
                        <c:v>539.01099999999997</c:v>
                      </c:pt>
                      <c:pt idx="2355">
                        <c:v>539.01199999999994</c:v>
                      </c:pt>
                      <c:pt idx="2356">
                        <c:v>539.01300000000003</c:v>
                      </c:pt>
                      <c:pt idx="2357">
                        <c:v>539.01400000000001</c:v>
                      </c:pt>
                      <c:pt idx="2358">
                        <c:v>539.01499999999999</c:v>
                      </c:pt>
                      <c:pt idx="2359">
                        <c:v>539.01599999999996</c:v>
                      </c:pt>
                      <c:pt idx="2360">
                        <c:v>539.01700000000005</c:v>
                      </c:pt>
                      <c:pt idx="2361">
                        <c:v>539.01800000000003</c:v>
                      </c:pt>
                      <c:pt idx="2362">
                        <c:v>539.01900000000001</c:v>
                      </c:pt>
                      <c:pt idx="2363">
                        <c:v>539.02</c:v>
                      </c:pt>
                      <c:pt idx="2364">
                        <c:v>539.02099999999996</c:v>
                      </c:pt>
                      <c:pt idx="2365">
                        <c:v>539.02200000000005</c:v>
                      </c:pt>
                      <c:pt idx="2366">
                        <c:v>539.02300000000002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'Isotopic Distribution Modelling'!$C$2:$C$2368</c15:sqref>
                        </c15:formulaRef>
                      </c:ext>
                    </c:extLst>
                    <c:numCache>
                      <c:formatCode>General</c:formatCode>
                      <c:ptCount val="2367"/>
                      <c:pt idx="0">
                        <c:v>1.7328175822697801E-8</c:v>
                      </c:pt>
                      <c:pt idx="1">
                        <c:v>2.2934855714012898E-8</c:v>
                      </c:pt>
                      <c:pt idx="2">
                        <c:v>3.0288431379289298E-8</c:v>
                      </c:pt>
                      <c:pt idx="3">
                        <c:v>3.9911233951896603E-8</c:v>
                      </c:pt>
                      <c:pt idx="4">
                        <c:v>5.2474841066044698E-8</c:v>
                      </c:pt>
                      <c:pt idx="5">
                        <c:v>6.8840610310821005E-8</c:v>
                      </c:pt>
                      <c:pt idx="6">
                        <c:v>9.0110602900945897E-8</c:v>
                      </c:pt>
                      <c:pt idx="7">
                        <c:v>1.17691387344587E-7</c:v>
                      </c:pt>
                      <c:pt idx="8">
                        <c:v>1.5337376286925397E-7</c:v>
                      </c:pt>
                      <c:pt idx="9">
                        <c:v>1.9943210187988499E-7</c:v>
                      </c:pt>
                      <c:pt idx="10">
                        <c:v>2.5874779865928202E-7</c:v>
                      </c:pt>
                      <c:pt idx="11">
                        <c:v>3.3496224934284297E-7</c:v>
                      </c:pt>
                      <c:pt idx="12">
                        <c:v>4.32665900133656E-7</c:v>
                      </c:pt>
                      <c:pt idx="13">
                        <c:v>5.5763121392768499E-7</c:v>
                      </c:pt>
                      <c:pt idx="14">
                        <c:v>7.1709895020787595E-7</c:v>
                      </c:pt>
                      <c:pt idx="15">
                        <c:v>9.2012896258899009E-7</c:v>
                      </c:pt>
                      <c:pt idx="16">
                        <c:v>1.1780288292344501E-6</c:v>
                      </c:pt>
                      <c:pt idx="17">
                        <c:v>1.50487608304572E-6</c:v>
                      </c:pt>
                      <c:pt idx="18">
                        <c:v>1.9181526433965198E-6</c:v>
                      </c:pt>
                      <c:pt idx="19">
                        <c:v>2.4395133140723598E-6</c:v>
                      </c:pt>
                      <c:pt idx="20">
                        <c:v>3.0957139497405202E-6</c:v>
                      </c:pt>
                      <c:pt idx="21">
                        <c:v>3.9197291536719497E-6</c:v>
                      </c:pt>
                      <c:pt idx="22">
                        <c:v>4.9520942007219394E-6</c:v>
                      </c:pt>
                      <c:pt idx="23">
                        <c:v>6.24251132885234E-6</c:v>
                      </c:pt>
                      <c:pt idx="24">
                        <c:v>7.8517666541983991E-6</c:v>
                      </c:pt>
                      <c:pt idx="25">
                        <c:v>9.8540107787298891E-6</c:v>
                      </c:pt>
                      <c:pt idx="26">
                        <c:v>1.23394637089238E-5</c:v>
                      </c:pt>
                      <c:pt idx="27">
                        <c:v>1.54176130119343E-5</c:v>
                      </c:pt>
                      <c:pt idx="28">
                        <c:v>1.9220983213140901E-5</c:v>
                      </c:pt>
                      <c:pt idx="29">
                        <c:v>2.3909564279942699E-5</c:v>
                      </c:pt>
                      <c:pt idx="30">
                        <c:v>2.96759976151475E-5</c:v>
                      </c:pt>
                      <c:pt idx="31">
                        <c:v>3.67516292483384E-5</c:v>
                      </c:pt>
                      <c:pt idx="32">
                        <c:v>4.5413551784614806E-5</c:v>
                      </c:pt>
                      <c:pt idx="33">
                        <c:v>5.5992769031718503E-5</c:v>
                      </c:pt>
                      <c:pt idx="34">
                        <c:v>6.8883629923193398E-5</c:v>
                      </c:pt>
                      <c:pt idx="35">
                        <c:v>8.4554691185632902E-5</c:v>
                      </c:pt>
                      <c:pt idx="36">
                        <c:v>1.0356118090979499E-4</c:v>
                      </c:pt>
                      <c:pt idx="37">
                        <c:v>1.2655924746950801E-4</c:v>
                      </c:pt>
                      <c:pt idx="38">
                        <c:v>1.5432218971862E-4</c:v>
                      </c:pt>
                      <c:pt idx="39">
                        <c:v>1.8775887464907498E-4</c:v>
                      </c:pt>
                      <c:pt idx="40">
                        <c:v>2.2793455720805498E-4</c:v>
                      </c:pt>
                      <c:pt idx="41">
                        <c:v>2.7609432317403701E-4</c:v>
                      </c:pt>
                      <c:pt idx="42">
                        <c:v>3.3368937923447599E-4</c:v>
                      </c:pt>
                      <c:pt idx="43">
                        <c:v>4.0240641397664296E-4</c:v>
                      </c:pt>
                      <c:pt idx="44">
                        <c:v>4.84200248617548E-4</c:v>
                      </c:pt>
                      <c:pt idx="45">
                        <c:v>5.8132998612065996E-4</c:v>
                      </c:pt>
                      <c:pt idx="46">
                        <c:v>6.9639885098986309E-4</c:v>
                      </c:pt>
                      <c:pt idx="47">
                        <c:v>8.32397888574125E-4</c:v>
                      </c:pt>
                      <c:pt idx="48">
                        <c:v>9.9275366122200605E-4</c:v>
                      </c:pt>
                      <c:pt idx="49">
                        <c:v>1.18138003816052E-3</c:v>
                      </c:pt>
                      <c:pt idx="50">
                        <c:v>1.40273412563546E-3</c:v>
                      </c:pt>
                      <c:pt idx="51">
                        <c:v>1.66187632279817E-3</c:v>
                      </c:pt>
                      <c:pt idx="52">
                        <c:v>1.9645344163097002E-3</c:v>
                      </c:pt>
                      <c:pt idx="53">
                        <c:v>2.3171715420432599E-3</c:v>
                      </c:pt>
                      <c:pt idx="54">
                        <c:v>2.7270577451600298E-3</c:v>
                      </c:pt>
                      <c:pt idx="55">
                        <c:v>3.20234475999203E-3</c:v>
                      </c:pt>
                      <c:pt idx="56">
                        <c:v>3.7521435086332001E-3</c:v>
                      </c:pt>
                      <c:pt idx="57">
                        <c:v>4.3866036822756598E-3</c:v>
                      </c:pt>
                      <c:pt idx="58">
                        <c:v>5.1169946228503604E-3</c:v>
                      </c:pt>
                      <c:pt idx="59">
                        <c:v>5.9557865655635103E-3</c:v>
                      </c:pt>
                      <c:pt idx="60">
                        <c:v>6.9167311370341104E-3</c:v>
                      </c:pt>
                      <c:pt idx="61">
                        <c:v>8.0149398309846201E-3</c:v>
                      </c:pt>
                      <c:pt idx="62">
                        <c:v>9.2669590063817302E-3</c:v>
                      </c:pt>
                      <c:pt idx="63">
                        <c:v>1.06908397746574E-2</c:v>
                      </c:pt>
                      <c:pt idx="64">
                        <c:v>1.23062009667902E-2</c:v>
                      </c:pt>
                      <c:pt idx="65">
                        <c:v>1.41342832017455E-2</c:v>
                      </c:pt>
                      <c:pt idx="66">
                        <c:v>1.6197991919716201E-2</c:v>
                      </c:pt>
                      <c:pt idx="67">
                        <c:v>1.8521927101886701E-2</c:v>
                      </c:pt>
                      <c:pt idx="68">
                        <c:v>2.1132397278573502E-2</c:v>
                      </c:pt>
                      <c:pt idx="69">
                        <c:v>2.4057415335400401E-2</c:v>
                      </c:pt>
                      <c:pt idx="70">
                        <c:v>2.7326673568674603E-2</c:v>
                      </c:pt>
                      <c:pt idx="71">
                        <c:v>3.0971495422460801E-2</c:v>
                      </c:pt>
                      <c:pt idx="72">
                        <c:v>3.5024761367049198E-2</c:v>
                      </c:pt>
                      <c:pt idx="73">
                        <c:v>3.9520806457397903E-2</c:v>
                      </c:pt>
                      <c:pt idx="74">
                        <c:v>4.4495287246111202E-2</c:v>
                      </c:pt>
                      <c:pt idx="75">
                        <c:v>4.9985015923373705E-2</c:v>
                      </c:pt>
                      <c:pt idx="76">
                        <c:v>5.6027759819983397E-2</c:v>
                      </c:pt>
                      <c:pt idx="77">
                        <c:v>6.2662004742153096E-2</c:v>
                      </c:pt>
                      <c:pt idx="78">
                        <c:v>6.9926681009801497E-2</c:v>
                      </c:pt>
                      <c:pt idx="79">
                        <c:v>7.7860851543891108E-2</c:v>
                      </c:pt>
                      <c:pt idx="80">
                        <c:v>8.6503361891661898E-2</c:v>
                      </c:pt>
                      <c:pt idx="81">
                        <c:v>9.5892452688195795E-2</c:v>
                      </c:pt>
                      <c:pt idx="82">
                        <c:v>0.10606533572360201</c:v>
                      </c:pt>
                      <c:pt idx="83">
                        <c:v>0.11705773551014101</c:v>
                      </c:pt>
                      <c:pt idx="84">
                        <c:v>0.128903399013683</c:v>
                      </c:pt>
                      <c:pt idx="85">
                        <c:v>0.141633577017868</c:v>
                      </c:pt>
                      <c:pt idx="86">
                        <c:v>0.15527648141391398</c:v>
                      </c:pt>
                      <c:pt idx="87">
                        <c:v>0.16985672353925899</c:v>
                      </c:pt>
                      <c:pt idx="88">
                        <c:v>0.18539473950729199</c:v>
                      </c:pt>
                      <c:pt idx="89">
                        <c:v>0.20190620926010802</c:v>
                      </c:pt>
                      <c:pt idx="90">
                        <c:v>0.21940147681730701</c:v>
                      </c:pt>
                      <c:pt idx="91">
                        <c:v>0.23788497986623799</c:v>
                      </c:pt>
                      <c:pt idx="92">
                        <c:v>0.25735469742240702</c:v>
                      </c:pt>
                      <c:pt idx="93">
                        <c:v>0.277801624763025</c:v>
                      </c:pt>
                      <c:pt idx="94">
                        <c:v>0.29920928518231099</c:v>
                      </c:pt>
                      <c:pt idx="95">
                        <c:v>0.32155328831614099</c:v>
                      </c:pt>
                      <c:pt idx="96">
                        <c:v>0.34480094481970297</c:v>
                      </c:pt>
                      <c:pt idx="97">
                        <c:v>0.36891094704102301</c:v>
                      </c:pt>
                      <c:pt idx="98">
                        <c:v>0.393833125004725</c:v>
                      </c:pt>
                      <c:pt idx="99">
                        <c:v>0.41950828649675204</c:v>
                      </c:pt>
                      <c:pt idx="100">
                        <c:v>0.44586814931839103</c:v>
                      </c:pt>
                      <c:pt idx="101">
                        <c:v>0.47283537285766597</c:v>
                      </c:pt>
                      <c:pt idx="102">
                        <c:v>0.50032369501323504</c:v>
                      </c:pt>
                      <c:pt idx="103">
                        <c:v>0.528238179210475</c:v>
                      </c:pt>
                      <c:pt idx="104">
                        <c:v>0.556475574786365</c:v>
                      </c:pt>
                      <c:pt idx="105">
                        <c:v>0.58492479240867201</c:v>
                      </c:pt>
                      <c:pt idx="106">
                        <c:v>0.61346749446008697</c:v>
                      </c:pt>
                      <c:pt idx="107">
                        <c:v>0.64197879848766604</c:v>
                      </c:pt>
                      <c:pt idx="108">
                        <c:v>0.67032808992445492</c:v>
                      </c:pt>
                      <c:pt idx="109">
                        <c:v>0.69837993836873191</c:v>
                      </c:pt>
                      <c:pt idx="110">
                        <c:v>0.72599510979469895</c:v>
                      </c:pt>
                      <c:pt idx="111">
                        <c:v>0.75303166520600395</c:v>
                      </c:pt>
                      <c:pt idx="112">
                        <c:v>0.77934613447027601</c:v>
                      </c:pt>
                      <c:pt idx="113">
                        <c:v>0.80479475242869403</c:v>
                      </c:pt>
                      <c:pt idx="114">
                        <c:v>0.82923474289812005</c:v>
                      </c:pt>
                      <c:pt idx="115">
                        <c:v>0.85252563491077293</c:v>
                      </c:pt>
                      <c:pt idx="116">
                        <c:v>0.87453059450094695</c:v>
                      </c:pt>
                      <c:pt idx="117">
                        <c:v>0.89511775457878495</c:v>
                      </c:pt>
                      <c:pt idx="118">
                        <c:v>0.91416152495149705</c:v>
                      </c:pt>
                      <c:pt idx="119">
                        <c:v>0.93154386438082593</c:v>
                      </c:pt>
                      <c:pt idx="120">
                        <c:v>0.94715549671369403</c:v>
                      </c:pt>
                      <c:pt idx="121">
                        <c:v>0.96089705359580502</c:v>
                      </c:pt>
                      <c:pt idx="122">
                        <c:v>0.97268012707314</c:v>
                      </c:pt>
                      <c:pt idx="123">
                        <c:v>0.98242821649449696</c:v>
                      </c:pt>
                      <c:pt idx="124">
                        <c:v>0.990077555532616</c:v>
                      </c:pt>
                      <c:pt idx="125">
                        <c:v>0.99557780681871089</c:v>
                      </c:pt>
                      <c:pt idx="126">
                        <c:v>0.99889261360535397</c:v>
                      </c:pt>
                      <c:pt idx="127">
                        <c:v>1</c:v>
                      </c:pt>
                      <c:pt idx="128">
                        <c:v>0.99889261360535397</c:v>
                      </c:pt>
                      <c:pt idx="129">
                        <c:v>0.99557780681871089</c:v>
                      </c:pt>
                      <c:pt idx="130">
                        <c:v>0.990077555532616</c:v>
                      </c:pt>
                      <c:pt idx="131">
                        <c:v>0.98242821649449696</c:v>
                      </c:pt>
                      <c:pt idx="132">
                        <c:v>0.97268012707314</c:v>
                      </c:pt>
                      <c:pt idx="133">
                        <c:v>0.96089705359580502</c:v>
                      </c:pt>
                      <c:pt idx="134">
                        <c:v>0.94715549671369403</c:v>
                      </c:pt>
                      <c:pt idx="135">
                        <c:v>0.93154386438082593</c:v>
                      </c:pt>
                      <c:pt idx="136">
                        <c:v>0.91416152495149705</c:v>
                      </c:pt>
                      <c:pt idx="137">
                        <c:v>0.89511775457878495</c:v>
                      </c:pt>
                      <c:pt idx="138">
                        <c:v>0.87453059450094695</c:v>
                      </c:pt>
                      <c:pt idx="139">
                        <c:v>0.85252563491077293</c:v>
                      </c:pt>
                      <c:pt idx="140">
                        <c:v>0.82923474289812005</c:v>
                      </c:pt>
                      <c:pt idx="141">
                        <c:v>0.80479475242869403</c:v>
                      </c:pt>
                      <c:pt idx="142">
                        <c:v>0.77934613447027601</c:v>
                      </c:pt>
                      <c:pt idx="143">
                        <c:v>0.75303166520600395</c:v>
                      </c:pt>
                      <c:pt idx="144">
                        <c:v>0.72599510979469895</c:v>
                      </c:pt>
                      <c:pt idx="145">
                        <c:v>0.69837993836873191</c:v>
                      </c:pt>
                      <c:pt idx="146">
                        <c:v>0.67032808992445492</c:v>
                      </c:pt>
                      <c:pt idx="147">
                        <c:v>0.64197879848766604</c:v>
                      </c:pt>
                      <c:pt idx="148">
                        <c:v>0.61346749446008697</c:v>
                      </c:pt>
                      <c:pt idx="149">
                        <c:v>0.58492479240867201</c:v>
                      </c:pt>
                      <c:pt idx="150">
                        <c:v>0.556475574786365</c:v>
                      </c:pt>
                      <c:pt idx="151">
                        <c:v>0.528238179210475</c:v>
                      </c:pt>
                      <c:pt idx="152">
                        <c:v>0.50032369501323504</c:v>
                      </c:pt>
                      <c:pt idx="153">
                        <c:v>0.47283537285766597</c:v>
                      </c:pt>
                      <c:pt idx="154">
                        <c:v>0.44586814931839103</c:v>
                      </c:pt>
                      <c:pt idx="155">
                        <c:v>0.41950828649675204</c:v>
                      </c:pt>
                      <c:pt idx="156">
                        <c:v>0.393833125004725</c:v>
                      </c:pt>
                      <c:pt idx="157">
                        <c:v>0.36891094704102301</c:v>
                      </c:pt>
                      <c:pt idx="158">
                        <c:v>0.34480094481970297</c:v>
                      </c:pt>
                      <c:pt idx="159">
                        <c:v>0.32155328831614099</c:v>
                      </c:pt>
                      <c:pt idx="160">
                        <c:v>0.29920928518231099</c:v>
                      </c:pt>
                      <c:pt idx="161">
                        <c:v>0.277801624763025</c:v>
                      </c:pt>
                      <c:pt idx="162">
                        <c:v>0.25735469742240702</c:v>
                      </c:pt>
                      <c:pt idx="163">
                        <c:v>0.23788497986623799</c:v>
                      </c:pt>
                      <c:pt idx="164">
                        <c:v>0.21940147681730701</c:v>
                      </c:pt>
                      <c:pt idx="165">
                        <c:v>0.20190620926010802</c:v>
                      </c:pt>
                      <c:pt idx="166">
                        <c:v>0.18539473950729199</c:v>
                      </c:pt>
                      <c:pt idx="167">
                        <c:v>0.16985672353925899</c:v>
                      </c:pt>
                      <c:pt idx="168">
                        <c:v>0.15527648141391398</c:v>
                      </c:pt>
                      <c:pt idx="169">
                        <c:v>0.141633577017868</c:v>
                      </c:pt>
                      <c:pt idx="170">
                        <c:v>0.128903399013683</c:v>
                      </c:pt>
                      <c:pt idx="171">
                        <c:v>0.11705773551014101</c:v>
                      </c:pt>
                      <c:pt idx="172">
                        <c:v>0.10606533572360201</c:v>
                      </c:pt>
                      <c:pt idx="173">
                        <c:v>9.5892452688195795E-2</c:v>
                      </c:pt>
                      <c:pt idx="174">
                        <c:v>8.6503361891661898E-2</c:v>
                      </c:pt>
                      <c:pt idx="175">
                        <c:v>7.7860851543891108E-2</c:v>
                      </c:pt>
                      <c:pt idx="176">
                        <c:v>6.9926681009801497E-2</c:v>
                      </c:pt>
                      <c:pt idx="177">
                        <c:v>6.2662004742153096E-2</c:v>
                      </c:pt>
                      <c:pt idx="178">
                        <c:v>5.6027759819983397E-2</c:v>
                      </c:pt>
                      <c:pt idx="179">
                        <c:v>4.9985015923373705E-2</c:v>
                      </c:pt>
                      <c:pt idx="180">
                        <c:v>4.4495287246111202E-2</c:v>
                      </c:pt>
                      <c:pt idx="181">
                        <c:v>3.9520806457397903E-2</c:v>
                      </c:pt>
                      <c:pt idx="182">
                        <c:v>3.5024761367049198E-2</c:v>
                      </c:pt>
                      <c:pt idx="183">
                        <c:v>3.0971495422460801E-2</c:v>
                      </c:pt>
                      <c:pt idx="184">
                        <c:v>2.7326673568674603E-2</c:v>
                      </c:pt>
                      <c:pt idx="185">
                        <c:v>2.4057415335400401E-2</c:v>
                      </c:pt>
                      <c:pt idx="186">
                        <c:v>2.1132397278573502E-2</c:v>
                      </c:pt>
                      <c:pt idx="187">
                        <c:v>1.8521927101886701E-2</c:v>
                      </c:pt>
                      <c:pt idx="188">
                        <c:v>1.6197991919716201E-2</c:v>
                      </c:pt>
                      <c:pt idx="189">
                        <c:v>1.41342832017455E-2</c:v>
                      </c:pt>
                      <c:pt idx="190">
                        <c:v>1.23062009667902E-2</c:v>
                      </c:pt>
                      <c:pt idx="191">
                        <c:v>1.06908397746574E-2</c:v>
                      </c:pt>
                      <c:pt idx="192">
                        <c:v>9.2669590063817302E-3</c:v>
                      </c:pt>
                      <c:pt idx="193">
                        <c:v>8.0149398309846201E-3</c:v>
                      </c:pt>
                      <c:pt idx="194">
                        <c:v>6.9167311370341104E-3</c:v>
                      </c:pt>
                      <c:pt idx="195">
                        <c:v>5.9557865655635103E-3</c:v>
                      </c:pt>
                      <c:pt idx="196">
                        <c:v>5.1169946228503604E-3</c:v>
                      </c:pt>
                      <c:pt idx="197">
                        <c:v>4.3866036822756598E-3</c:v>
                      </c:pt>
                      <c:pt idx="198">
                        <c:v>3.7521435086332001E-3</c:v>
                      </c:pt>
                      <c:pt idx="199">
                        <c:v>3.20234475999203E-3</c:v>
                      </c:pt>
                      <c:pt idx="200">
                        <c:v>2.7270577451600298E-3</c:v>
                      </c:pt>
                      <c:pt idx="201">
                        <c:v>2.3171715420432599E-3</c:v>
                      </c:pt>
                      <c:pt idx="202">
                        <c:v>1.9645344163097002E-3</c:v>
                      </c:pt>
                      <c:pt idx="203">
                        <c:v>1.66187632279817E-3</c:v>
                      </c:pt>
                      <c:pt idx="204">
                        <c:v>1.40273412563546E-3</c:v>
                      </c:pt>
                      <c:pt idx="205">
                        <c:v>1.18138003816052E-3</c:v>
                      </c:pt>
                      <c:pt idx="206">
                        <c:v>9.9275366122200605E-4</c:v>
                      </c:pt>
                      <c:pt idx="207">
                        <c:v>8.32397888574125E-4</c:v>
                      </c:pt>
                      <c:pt idx="208">
                        <c:v>6.9639885098986309E-4</c:v>
                      </c:pt>
                      <c:pt idx="209">
                        <c:v>5.8132998612065996E-4</c:v>
                      </c:pt>
                      <c:pt idx="210">
                        <c:v>4.84200248617548E-4</c:v>
                      </c:pt>
                      <c:pt idx="211">
                        <c:v>4.0240641397664296E-4</c:v>
                      </c:pt>
                      <c:pt idx="212">
                        <c:v>3.3368937923447599E-4</c:v>
                      </c:pt>
                      <c:pt idx="213">
                        <c:v>2.7609432317403701E-4</c:v>
                      </c:pt>
                      <c:pt idx="214">
                        <c:v>2.2793455720805498E-4</c:v>
                      </c:pt>
                      <c:pt idx="215">
                        <c:v>1.8775887464907498E-4</c:v>
                      </c:pt>
                      <c:pt idx="216">
                        <c:v>1.5432218971862E-4</c:v>
                      </c:pt>
                      <c:pt idx="217">
                        <c:v>1.2655924746950801E-4</c:v>
                      </c:pt>
                      <c:pt idx="218">
                        <c:v>1.0356118090979499E-4</c:v>
                      </c:pt>
                      <c:pt idx="219">
                        <c:v>8.4554691185632902E-5</c:v>
                      </c:pt>
                      <c:pt idx="220">
                        <c:v>6.8883629923193398E-5</c:v>
                      </c:pt>
                      <c:pt idx="221">
                        <c:v>5.5992769031718503E-5</c:v>
                      </c:pt>
                      <c:pt idx="222">
                        <c:v>4.5413551784614806E-5</c:v>
                      </c:pt>
                      <c:pt idx="223">
                        <c:v>3.67516292483384E-5</c:v>
                      </c:pt>
                      <c:pt idx="224">
                        <c:v>2.96759976151475E-5</c:v>
                      </c:pt>
                      <c:pt idx="225">
                        <c:v>2.3909564279942699E-5</c:v>
                      </c:pt>
                      <c:pt idx="226">
                        <c:v>1.9220983213140901E-5</c:v>
                      </c:pt>
                      <c:pt idx="227">
                        <c:v>1.54176130119343E-5</c:v>
                      </c:pt>
                      <c:pt idx="228">
                        <c:v>1.23394637089238E-5</c:v>
                      </c:pt>
                      <c:pt idx="229">
                        <c:v>9.8540107787298891E-6</c:v>
                      </c:pt>
                      <c:pt idx="230">
                        <c:v>7.8517666541983991E-6</c:v>
                      </c:pt>
                      <c:pt idx="231">
                        <c:v>6.24251132885234E-6</c:v>
                      </c:pt>
                      <c:pt idx="232">
                        <c:v>4.9520942007219394E-6</c:v>
                      </c:pt>
                      <c:pt idx="233">
                        <c:v>3.9197291536719497E-6</c:v>
                      </c:pt>
                      <c:pt idx="234">
                        <c:v>3.0957139497405202E-6</c:v>
                      </c:pt>
                      <c:pt idx="235">
                        <c:v>2.4395133140723598E-6</c:v>
                      </c:pt>
                      <c:pt idx="236">
                        <c:v>1.9181526433965198E-6</c:v>
                      </c:pt>
                      <c:pt idx="237">
                        <c:v>1.50487608304572E-6</c:v>
                      </c:pt>
                      <c:pt idx="238">
                        <c:v>1.1780288292344501E-6</c:v>
                      </c:pt>
                      <c:pt idx="239">
                        <c:v>9.2012896258899009E-7</c:v>
                      </c:pt>
                      <c:pt idx="240">
                        <c:v>7.1709895020787595E-7</c:v>
                      </c:pt>
                      <c:pt idx="241">
                        <c:v>5.5763121392768499E-7</c:v>
                      </c:pt>
                      <c:pt idx="242">
                        <c:v>4.32665900133656E-7</c:v>
                      </c:pt>
                      <c:pt idx="243">
                        <c:v>3.3496224934284297E-7</c:v>
                      </c:pt>
                      <c:pt idx="244">
                        <c:v>2.5874779865928202E-7</c:v>
                      </c:pt>
                      <c:pt idx="245">
                        <c:v>1.9943210187988499E-7</c:v>
                      </c:pt>
                      <c:pt idx="246">
                        <c:v>1.5337376286925397E-7</c:v>
                      </c:pt>
                      <c:pt idx="247">
                        <c:v>1.17691387344587E-7</c:v>
                      </c:pt>
                      <c:pt idx="248">
                        <c:v>9.0110602900945897E-8</c:v>
                      </c:pt>
                      <c:pt idx="249">
                        <c:v>6.8840610310821005E-8</c:v>
                      </c:pt>
                      <c:pt idx="250">
                        <c:v>5.2474841066044698E-8</c:v>
                      </c:pt>
                      <c:pt idx="251">
                        <c:v>3.9911233951896603E-8</c:v>
                      </c:pt>
                      <c:pt idx="252">
                        <c:v>3.0288431379289298E-8</c:v>
                      </c:pt>
                      <c:pt idx="253">
                        <c:v>2.2934855714012898E-8</c:v>
                      </c:pt>
                      <c:pt idx="254">
                        <c:v>1.7328175822697801E-8</c:v>
                      </c:pt>
                      <c:pt idx="255">
                        <c:v>9.4963207010708705E-9</c:v>
                      </c:pt>
                      <c:pt idx="256">
                        <c:v>5.5803931402574003E-9</c:v>
                      </c:pt>
                      <c:pt idx="257">
                        <c:v>3.6224293598506702E-9</c:v>
                      </c:pt>
                      <c:pt idx="258">
                        <c:v>2.6434474696472998E-9</c:v>
                      </c:pt>
                      <c:pt idx="259">
                        <c:v>2.1539565245456198E-9</c:v>
                      </c:pt>
                      <c:pt idx="260">
                        <c:v>1.9092110519947802E-9</c:v>
                      </c:pt>
                      <c:pt idx="261">
                        <c:v>1.7868383157193601E-9</c:v>
                      </c:pt>
                      <c:pt idx="262">
                        <c:v>1.7256519475816499E-9</c:v>
                      </c:pt>
                      <c:pt idx="263">
                        <c:v>1.69505876351279E-9</c:v>
                      </c:pt>
                      <c:pt idx="264">
                        <c:v>1.6644655794439399E-9</c:v>
                      </c:pt>
                      <c:pt idx="265">
                        <c:v>2.2030176918844502E-9</c:v>
                      </c:pt>
                      <c:pt idx="266">
                        <c:v>2.9093686491881398E-9</c:v>
                      </c:pt>
                      <c:pt idx="267">
                        <c:v>3.8336911989922101E-9</c:v>
                      </c:pt>
                      <c:pt idx="268">
                        <c:v>5.0404940274679495E-9</c:v>
                      </c:pt>
                      <c:pt idx="269">
                        <c:v>6.6125152181446298E-9</c:v>
                      </c:pt>
                      <c:pt idx="270">
                        <c:v>8.6556137475880307E-9</c:v>
                      </c:pt>
                      <c:pt idx="271">
                        <c:v>1.1304898174883E-8</c:v>
                      </c:pt>
                      <c:pt idx="272">
                        <c:v>1.47323845105078E-8</c:v>
                      </c:pt>
                      <c:pt idx="273">
                        <c:v>1.9156538600007401E-8</c:v>
                      </c:pt>
                      <c:pt idx="274">
                        <c:v>2.4854134043419099E-8</c:v>
                      </c:pt>
                      <c:pt idx="275">
                        <c:v>3.2174946754290203E-8</c:v>
                      </c:pt>
                      <c:pt idx="276">
                        <c:v>4.1559914069447499E-8</c:v>
                      </c:pt>
                      <c:pt idx="277">
                        <c:v>5.3563512461040297E-8</c:v>
                      </c:pt>
                      <c:pt idx="278">
                        <c:v>6.8881256278167402E-8</c:v>
                      </c:pt>
                      <c:pt idx="279">
                        <c:v>8.8383393759932008E-8</c:v>
                      </c:pt>
                      <c:pt idx="280">
                        <c:v>1.13156079319382E-7</c:v>
                      </c:pt>
                      <c:pt idx="281">
                        <c:v>1.44551536594926E-7</c:v>
                      </c:pt>
                      <c:pt idx="282">
                        <c:v>1.84248999070685E-7</c:v>
                      </c:pt>
                      <c:pt idx="283">
                        <c:v>2.3432852848537599E-7</c:v>
                      </c:pt>
                      <c:pt idx="284">
                        <c:v>2.9736017027240203E-7</c:v>
                      </c:pt>
                      <c:pt idx="285">
                        <c:v>3.76511314508011E-7</c:v>
                      </c:pt>
                      <c:pt idx="286">
                        <c:v>4.7567559491569904E-7</c:v>
                      </c:pt>
                      <c:pt idx="287">
                        <c:v>5.9962718190759302E-7</c:v>
                      </c:pt>
                      <c:pt idx="288">
                        <c:v>7.5420491270755409E-7</c:v>
                      </c:pt>
                      <c:pt idx="289">
                        <c:v>9.46531356127013E-7</c:v>
                      </c:pt>
                      <c:pt idx="290">
                        <c:v>1.18527263472236E-6</c:v>
                      </c:pt>
                      <c:pt idx="291">
                        <c:v>1.4809456250979101E-6</c:v>
                      </c:pt>
                      <c:pt idx="292">
                        <c:v>1.8462800290516602E-6</c:v>
                      </c:pt>
                      <c:pt idx="293">
                        <c:v>2.2966437535414501E-6</c:v>
                      </c:pt>
                      <c:pt idx="294">
                        <c:v>2.8505410535696701E-6</c:v>
                      </c:pt>
                      <c:pt idx="295">
                        <c:v>3.5301939741525901E-6</c:v>
                      </c:pt>
                      <c:pt idx="296">
                        <c:v>4.3622187678159099E-6</c:v>
                      </c:pt>
                      <c:pt idx="297">
                        <c:v>5.3784101514581696E-6</c:v>
                      </c:pt>
                      <c:pt idx="298">
                        <c:v>6.6166474860052304E-6</c:v>
                      </c:pt>
                      <c:pt idx="299">
                        <c:v>8.1219381947087391E-6</c:v>
                      </c:pt>
                      <c:pt idx="300">
                        <c:v>9.947614956972641E-6</c:v>
                      </c:pt>
                      <c:pt idx="301">
                        <c:v>1.2156704394549901E-5</c:v>
                      </c:pt>
                      <c:pt idx="302">
                        <c:v>1.4823486070276401E-5</c:v>
                      </c:pt>
                      <c:pt idx="303">
                        <c:v>1.8035261604349202E-5</c:v>
                      </c:pt>
                      <c:pt idx="304">
                        <c:v>2.1894354531055101E-5</c:v>
                      </c:pt>
                      <c:pt idx="305">
                        <c:v>2.6520362114580001E-5</c:v>
                      </c:pt>
                      <c:pt idx="306">
                        <c:v>3.2052680654029102E-5</c:v>
                      </c:pt>
                      <c:pt idx="307">
                        <c:v>3.8653325766365202E-5</c:v>
                      </c:pt>
                      <c:pt idx="308">
                        <c:v>4.6510068666687401E-5</c:v>
                      </c:pt>
                      <c:pt idx="309">
                        <c:v>5.5839908487598503E-5</c:v>
                      </c:pt>
                      <c:pt idx="310">
                        <c:v>6.6892899108203494E-5</c:v>
                      </c:pt>
                      <c:pt idx="311">
                        <c:v>7.9956346710114088E-5</c:v>
                      </c:pt>
                      <c:pt idx="312">
                        <c:v>9.5359391252628501E-5</c:v>
                      </c:pt>
                      <c:pt idx="313">
                        <c:v>1.1347798117241201E-4</c:v>
                      </c:pt>
                      <c:pt idx="314">
                        <c:v>1.34740245777822E-4</c:v>
                      </c:pt>
                      <c:pt idx="315">
                        <c:v>1.59632263943624E-4</c:v>
                      </c:pt>
                      <c:pt idx="316">
                        <c:v>1.8870422074649803E-4</c:v>
                      </c:pt>
                      <c:pt idx="317">
                        <c:v>2.2257693555636899E-4</c:v>
                      </c:pt>
                      <c:pt idx="318">
                        <c:v>2.6194873577109099E-4</c:v>
                      </c:pt>
                      <c:pt idx="319">
                        <c:v>3.0760263983110701E-4</c:v>
                      </c:pt>
                      <c:pt idx="320">
                        <c:v>3.6041380138083395E-4</c:v>
                      </c:pt>
                      <c:pt idx="321">
                        <c:v>4.21357153489059E-4</c:v>
                      </c:pt>
                      <c:pt idx="322">
                        <c:v>4.9151517777063598E-4</c:v>
                      </c:pt>
                      <c:pt idx="323">
                        <c:v>5.7208570817419903E-4</c:v>
                      </c:pt>
                      <c:pt idx="324">
                        <c:v>6.6438966326629902E-4</c:v>
                      </c:pt>
                      <c:pt idx="325">
                        <c:v>7.6987858424852607E-4</c:v>
                      </c:pt>
                      <c:pt idx="326">
                        <c:v>8.9014183893702901E-4</c:v>
                      </c:pt>
                      <c:pt idx="327">
                        <c:v>1.0269133348103899E-3</c:v>
                      </c:pt>
                      <c:pt idx="328">
                        <c:v>1.18207756734043E-3</c:v>
                      </c:pt>
                      <c:pt idx="329">
                        <c:v>1.35767481356011E-3</c:v>
                      </c:pt>
                      <c:pt idx="330">
                        <c:v>1.5559052656404302E-3</c:v>
                      </c:pt>
                      <c:pt idx="331">
                        <c:v>1.7791318856355302E-3</c:v>
                      </c:pt>
                      <c:pt idx="332">
                        <c:v>2.0298817510407798E-3</c:v>
                      </c:pt>
                      <c:pt idx="333">
                        <c:v>2.3108456519531401E-3</c:v>
                      </c:pt>
                      <c:pt idx="334">
                        <c:v>2.62487569500422E-3</c:v>
                      </c:pt>
                      <c:pt idx="335">
                        <c:v>2.97498066744371E-3</c:v>
                      </c:pt>
                      <c:pt idx="336">
                        <c:v>3.3643189173628201E-3</c:v>
                      </c:pt>
                      <c:pt idx="337">
                        <c:v>3.7961885136252697E-3</c:v>
                      </c:pt>
                      <c:pt idx="338">
                        <c:v>4.2740144621346799E-3</c:v>
                      </c:pt>
                      <c:pt idx="339">
                        <c:v>4.8013327740726803E-3</c:v>
                      </c:pt>
                      <c:pt idx="340">
                        <c:v>5.3817712070742098E-3</c:v>
                      </c:pt>
                      <c:pt idx="341">
                        <c:v>6.0190265322474399E-3</c:v>
                      </c:pt>
                      <c:pt idx="342">
                        <c:v>6.7168382186607997E-3</c:v>
                      </c:pt>
                      <c:pt idx="343">
                        <c:v>7.4789584724345506E-3</c:v>
                      </c:pt>
                      <c:pt idx="344">
                        <c:v>8.3091186197600201E-3</c:v>
                      </c:pt>
                      <c:pt idx="345">
                        <c:v>9.2109918817241607E-3</c:v>
                      </c:pt>
                      <c:pt idx="346">
                        <c:v>1.0188152653255799E-2</c:v>
                      </c:pt>
                      <c:pt idx="347">
                        <c:v>1.12440324681532E-2</c:v>
                      </c:pt>
                      <c:pt idx="348">
                        <c:v>1.2381872906123298E-2</c:v>
                      </c:pt>
                      <c:pt idx="349">
                        <c:v>1.36046757749865E-2</c:v>
                      </c:pt>
                      <c:pt idx="350">
                        <c:v>1.4915150980409899E-2</c:v>
                      </c:pt>
                      <c:pt idx="351">
                        <c:v>1.6315662575277601E-2</c:v>
                      </c:pt>
                      <c:pt idx="352">
                        <c:v>1.78081735594844E-2</c:v>
                      </c:pt>
                      <c:pt idx="353">
                        <c:v>1.9394190076790899E-2</c:v>
                      </c:pt>
                      <c:pt idx="354">
                        <c:v>2.1074705726567399E-2</c:v>
                      </c:pt>
                      <c:pt idx="355">
                        <c:v>2.2850146772831099E-2</c:v>
                      </c:pt>
                      <c:pt idx="356">
                        <c:v>2.4720319089024299E-2</c:v>
                      </c:pt>
                      <c:pt idx="357">
                        <c:v>2.66843577225238E-2</c:v>
                      </c:pt>
                      <c:pt idx="358">
                        <c:v>2.8740679996080799E-2</c:v>
                      </c:pt>
                      <c:pt idx="359">
                        <c:v>3.0886943082500503E-2</c:v>
                      </c:pt>
                      <c:pt idx="360">
                        <c:v>3.3120006992334E-2</c:v>
                      </c:pt>
                      <c:pt idx="361">
                        <c:v>3.5435903900832504E-2</c:v>
                      </c:pt>
                      <c:pt idx="362">
                        <c:v>3.7829814708860099E-2</c:v>
                      </c:pt>
                      <c:pt idx="363">
                        <c:v>4.0296053682160701E-2</c:v>
                      </c:pt>
                      <c:pt idx="364">
                        <c:v>4.2828061943988895E-2</c:v>
                      </c:pt>
                      <c:pt idx="365">
                        <c:v>4.5418410507713496E-2</c:v>
                      </c:pt>
                      <c:pt idx="366">
                        <c:v>4.8058813429103502E-2</c:v>
                      </c:pt>
                      <c:pt idx="367">
                        <c:v>5.0740151533566695E-2</c:v>
                      </c:pt>
                      <c:pt idx="368">
                        <c:v>5.3452507033079098E-2</c:v>
                      </c:pt>
                      <c:pt idx="369">
                        <c:v>5.6185209192784399E-2</c:v>
                      </c:pt>
                      <c:pt idx="370">
                        <c:v>5.8926891040603301E-2</c:v>
                      </c:pt>
                      <c:pt idx="371">
                        <c:v>6.1665556937379601E-2</c:v>
                      </c:pt>
                      <c:pt idx="372">
                        <c:v>6.4388660643215301E-2</c:v>
                      </c:pt>
                      <c:pt idx="373">
                        <c:v>6.7083193331077207E-2</c:v>
                      </c:pt>
                      <c:pt idx="374">
                        <c:v>6.9735780815142201E-2</c:v>
                      </c:pt>
                      <c:pt idx="375">
                        <c:v>7.2332789082446294E-2</c:v>
                      </c:pt>
                      <c:pt idx="376">
                        <c:v>7.4860437046079295E-2</c:v>
                      </c:pt>
                      <c:pt idx="377">
                        <c:v>7.7304915280234796E-2</c:v>
                      </c:pt>
                      <c:pt idx="378">
                        <c:v>7.9652509355602696E-2</c:v>
                      </c:pt>
                      <c:pt idx="379">
                        <c:v>8.1889726271351396E-2</c:v>
                      </c:pt>
                      <c:pt idx="380">
                        <c:v>8.4003422380489606E-2</c:v>
                      </c:pt>
                      <c:pt idx="381">
                        <c:v>8.5980931131478699E-2</c:v>
                      </c:pt>
                      <c:pt idx="382">
                        <c:v>8.7810188902899405E-2</c:v>
                      </c:pt>
                      <c:pt idx="383">
                        <c:v>8.9479857191492707E-2</c:v>
                      </c:pt>
                      <c:pt idx="384">
                        <c:v>9.0979439428127098E-2</c:v>
                      </c:pt>
                      <c:pt idx="385">
                        <c:v>9.22993907416568E-2</c:v>
                      </c:pt>
                      <c:pt idx="386">
                        <c:v>9.3431219067024604E-2</c:v>
                      </c:pt>
                      <c:pt idx="387">
                        <c:v>9.43675761004025E-2</c:v>
                      </c:pt>
                      <c:pt idx="388">
                        <c:v>9.5102336739071008E-2</c:v>
                      </c:pt>
                      <c:pt idx="389">
                        <c:v>9.5630665804846304E-2</c:v>
                      </c:pt>
                      <c:pt idx="390">
                        <c:v>9.5949071034302003E-2</c:v>
                      </c:pt>
                      <c:pt idx="391">
                        <c:v>9.6055441523376695E-2</c:v>
                      </c:pt>
                      <c:pt idx="392">
                        <c:v>9.5949071034302003E-2</c:v>
                      </c:pt>
                      <c:pt idx="393">
                        <c:v>9.5630665804846304E-2</c:v>
                      </c:pt>
                      <c:pt idx="394">
                        <c:v>9.5102336739071008E-2</c:v>
                      </c:pt>
                      <c:pt idx="395">
                        <c:v>9.43675761004025E-2</c:v>
                      </c:pt>
                      <c:pt idx="396">
                        <c:v>9.3431219067024604E-2</c:v>
                      </c:pt>
                      <c:pt idx="397">
                        <c:v>9.22993907416568E-2</c:v>
                      </c:pt>
                      <c:pt idx="398">
                        <c:v>9.0979439428127098E-2</c:v>
                      </c:pt>
                      <c:pt idx="399">
                        <c:v>8.9479857191492707E-2</c:v>
                      </c:pt>
                      <c:pt idx="400">
                        <c:v>8.7810188902899405E-2</c:v>
                      </c:pt>
                      <c:pt idx="401">
                        <c:v>8.5980931131478699E-2</c:v>
                      </c:pt>
                      <c:pt idx="402">
                        <c:v>8.4003422380489606E-2</c:v>
                      </c:pt>
                      <c:pt idx="403">
                        <c:v>8.1889726271351396E-2</c:v>
                      </c:pt>
                      <c:pt idx="404">
                        <c:v>7.9652509355602696E-2</c:v>
                      </c:pt>
                      <c:pt idx="405">
                        <c:v>7.7304915280234796E-2</c:v>
                      </c:pt>
                      <c:pt idx="406">
                        <c:v>7.4860437046079295E-2</c:v>
                      </c:pt>
                      <c:pt idx="407">
                        <c:v>7.2332789082446294E-2</c:v>
                      </c:pt>
                      <c:pt idx="408">
                        <c:v>6.9735780815142201E-2</c:v>
                      </c:pt>
                      <c:pt idx="409">
                        <c:v>6.7083193331077207E-2</c:v>
                      </c:pt>
                      <c:pt idx="410">
                        <c:v>6.4388660643215301E-2</c:v>
                      </c:pt>
                      <c:pt idx="411">
                        <c:v>6.1665556937379601E-2</c:v>
                      </c:pt>
                      <c:pt idx="412">
                        <c:v>5.8926891040603301E-2</c:v>
                      </c:pt>
                      <c:pt idx="413">
                        <c:v>5.6185209192784399E-2</c:v>
                      </c:pt>
                      <c:pt idx="414">
                        <c:v>5.3452507033079098E-2</c:v>
                      </c:pt>
                      <c:pt idx="415">
                        <c:v>5.0740151533566695E-2</c:v>
                      </c:pt>
                      <c:pt idx="416">
                        <c:v>4.8058813429103502E-2</c:v>
                      </c:pt>
                      <c:pt idx="417">
                        <c:v>4.5418410507713496E-2</c:v>
                      </c:pt>
                      <c:pt idx="418">
                        <c:v>4.2828061943988895E-2</c:v>
                      </c:pt>
                      <c:pt idx="419">
                        <c:v>4.0296053682160701E-2</c:v>
                      </c:pt>
                      <c:pt idx="420">
                        <c:v>3.7829814708860099E-2</c:v>
                      </c:pt>
                      <c:pt idx="421">
                        <c:v>3.5435903900832504E-2</c:v>
                      </c:pt>
                      <c:pt idx="422">
                        <c:v>3.3120006992334E-2</c:v>
                      </c:pt>
                      <c:pt idx="423">
                        <c:v>3.0886943082500503E-2</c:v>
                      </c:pt>
                      <c:pt idx="424">
                        <c:v>2.8740679996080799E-2</c:v>
                      </c:pt>
                      <c:pt idx="425">
                        <c:v>2.66843577225238E-2</c:v>
                      </c:pt>
                      <c:pt idx="426">
                        <c:v>2.4720319089024299E-2</c:v>
                      </c:pt>
                      <c:pt idx="427">
                        <c:v>2.2850146772831099E-2</c:v>
                      </c:pt>
                      <c:pt idx="428">
                        <c:v>2.1074705726567399E-2</c:v>
                      </c:pt>
                      <c:pt idx="429">
                        <c:v>1.9394190076790899E-2</c:v>
                      </c:pt>
                      <c:pt idx="430">
                        <c:v>1.78081735594844E-2</c:v>
                      </c:pt>
                      <c:pt idx="431">
                        <c:v>1.6315662575277601E-2</c:v>
                      </c:pt>
                      <c:pt idx="432">
                        <c:v>1.4915150980409899E-2</c:v>
                      </c:pt>
                      <c:pt idx="433">
                        <c:v>1.36046757749865E-2</c:v>
                      </c:pt>
                      <c:pt idx="434">
                        <c:v>1.2381872906123298E-2</c:v>
                      </c:pt>
                      <c:pt idx="435">
                        <c:v>1.12440324681532E-2</c:v>
                      </c:pt>
                      <c:pt idx="436">
                        <c:v>1.0188152653255799E-2</c:v>
                      </c:pt>
                      <c:pt idx="437">
                        <c:v>9.2109918817241607E-3</c:v>
                      </c:pt>
                      <c:pt idx="438">
                        <c:v>8.3091186197600201E-3</c:v>
                      </c:pt>
                      <c:pt idx="439">
                        <c:v>7.4789584724345506E-3</c:v>
                      </c:pt>
                      <c:pt idx="440">
                        <c:v>6.7168382186607997E-3</c:v>
                      </c:pt>
                      <c:pt idx="441">
                        <c:v>6.0190265322474399E-3</c:v>
                      </c:pt>
                      <c:pt idx="442">
                        <c:v>5.3817712070742098E-3</c:v>
                      </c:pt>
                      <c:pt idx="443">
                        <c:v>4.8013327740726803E-3</c:v>
                      </c:pt>
                      <c:pt idx="444">
                        <c:v>4.2740144621346799E-3</c:v>
                      </c:pt>
                      <c:pt idx="445">
                        <c:v>3.7961885136252697E-3</c:v>
                      </c:pt>
                      <c:pt idx="446">
                        <c:v>3.3643189173628201E-3</c:v>
                      </c:pt>
                      <c:pt idx="447">
                        <c:v>2.97498066744371E-3</c:v>
                      </c:pt>
                      <c:pt idx="448">
                        <c:v>2.62487569500422E-3</c:v>
                      </c:pt>
                      <c:pt idx="449">
                        <c:v>2.3108456519531401E-3</c:v>
                      </c:pt>
                      <c:pt idx="450">
                        <c:v>2.0298817510407798E-3</c:v>
                      </c:pt>
                      <c:pt idx="451">
                        <c:v>1.7791318856355302E-3</c:v>
                      </c:pt>
                      <c:pt idx="452">
                        <c:v>1.5559052656404302E-3</c:v>
                      </c:pt>
                      <c:pt idx="453">
                        <c:v>1.35767481356011E-3</c:v>
                      </c:pt>
                      <c:pt idx="454">
                        <c:v>1.18207756734043E-3</c:v>
                      </c:pt>
                      <c:pt idx="455">
                        <c:v>1.0269133348103899E-3</c:v>
                      </c:pt>
                      <c:pt idx="456">
                        <c:v>8.9014183893702901E-4</c:v>
                      </c:pt>
                      <c:pt idx="457">
                        <c:v>7.6987858424852607E-4</c:v>
                      </c:pt>
                      <c:pt idx="458">
                        <c:v>6.6438966326629902E-4</c:v>
                      </c:pt>
                      <c:pt idx="459">
                        <c:v>5.7208570817419903E-4</c:v>
                      </c:pt>
                      <c:pt idx="460">
                        <c:v>4.9151517777063598E-4</c:v>
                      </c:pt>
                      <c:pt idx="461">
                        <c:v>4.21357153489059E-4</c:v>
                      </c:pt>
                      <c:pt idx="462">
                        <c:v>3.6041380138083395E-4</c:v>
                      </c:pt>
                      <c:pt idx="463">
                        <c:v>3.0760263983110701E-4</c:v>
                      </c:pt>
                      <c:pt idx="464">
                        <c:v>2.6194873577109099E-4</c:v>
                      </c:pt>
                      <c:pt idx="465">
                        <c:v>2.2257693555636899E-4</c:v>
                      </c:pt>
                      <c:pt idx="466">
                        <c:v>1.8870422074649803E-4</c:v>
                      </c:pt>
                      <c:pt idx="467">
                        <c:v>1.59632263943624E-4</c:v>
                      </c:pt>
                      <c:pt idx="468">
                        <c:v>1.34740245777822E-4</c:v>
                      </c:pt>
                      <c:pt idx="469">
                        <c:v>1.1347798117241201E-4</c:v>
                      </c:pt>
                      <c:pt idx="470">
                        <c:v>9.5359391252628501E-5</c:v>
                      </c:pt>
                      <c:pt idx="471">
                        <c:v>7.9956346710114088E-5</c:v>
                      </c:pt>
                      <c:pt idx="472">
                        <c:v>6.6892899108203494E-5</c:v>
                      </c:pt>
                      <c:pt idx="473">
                        <c:v>5.5839908487598503E-5</c:v>
                      </c:pt>
                      <c:pt idx="474">
                        <c:v>4.6510068666687401E-5</c:v>
                      </c:pt>
                      <c:pt idx="475">
                        <c:v>3.8653325766365202E-5</c:v>
                      </c:pt>
                      <c:pt idx="476">
                        <c:v>3.2052680654029102E-5</c:v>
                      </c:pt>
                      <c:pt idx="477">
                        <c:v>2.6520362114580001E-5</c:v>
                      </c:pt>
                      <c:pt idx="478">
                        <c:v>2.1894354531055101E-5</c:v>
                      </c:pt>
                      <c:pt idx="479">
                        <c:v>1.8035261604349202E-5</c:v>
                      </c:pt>
                      <c:pt idx="480">
                        <c:v>1.4823486070276401E-5</c:v>
                      </c:pt>
                      <c:pt idx="481">
                        <c:v>1.2156704394549901E-5</c:v>
                      </c:pt>
                      <c:pt idx="482">
                        <c:v>9.947614956972641E-6</c:v>
                      </c:pt>
                      <c:pt idx="483">
                        <c:v>8.1219381947087391E-6</c:v>
                      </c:pt>
                      <c:pt idx="484">
                        <c:v>6.6166474860052304E-6</c:v>
                      </c:pt>
                      <c:pt idx="485">
                        <c:v>5.3784101514581696E-6</c:v>
                      </c:pt>
                      <c:pt idx="486">
                        <c:v>4.3622187678159099E-6</c:v>
                      </c:pt>
                      <c:pt idx="487">
                        <c:v>3.5301939741525901E-6</c:v>
                      </c:pt>
                      <c:pt idx="488">
                        <c:v>2.8505410535696701E-6</c:v>
                      </c:pt>
                      <c:pt idx="489">
                        <c:v>2.2966437535414501E-6</c:v>
                      </c:pt>
                      <c:pt idx="490">
                        <c:v>1.8462800290516602E-6</c:v>
                      </c:pt>
                      <c:pt idx="491">
                        <c:v>1.4809456250979101E-6</c:v>
                      </c:pt>
                      <c:pt idx="492">
                        <c:v>1.18527263472236E-6</c:v>
                      </c:pt>
                      <c:pt idx="493">
                        <c:v>9.46531356127013E-7</c:v>
                      </c:pt>
                      <c:pt idx="494">
                        <c:v>7.5420491270755409E-7</c:v>
                      </c:pt>
                      <c:pt idx="495">
                        <c:v>5.9962718190759302E-7</c:v>
                      </c:pt>
                      <c:pt idx="496">
                        <c:v>4.7567559491569904E-7</c:v>
                      </c:pt>
                      <c:pt idx="497">
                        <c:v>3.76511314508011E-7</c:v>
                      </c:pt>
                      <c:pt idx="498">
                        <c:v>2.9736017027240203E-7</c:v>
                      </c:pt>
                      <c:pt idx="499">
                        <c:v>2.3432852848537599E-7</c:v>
                      </c:pt>
                      <c:pt idx="500">
                        <c:v>1.84248999070685E-7</c:v>
                      </c:pt>
                      <c:pt idx="501">
                        <c:v>1.44551536594926E-7</c:v>
                      </c:pt>
                      <c:pt idx="502">
                        <c:v>1.13156079319382E-7</c:v>
                      </c:pt>
                      <c:pt idx="503">
                        <c:v>8.8383393759932008E-8</c:v>
                      </c:pt>
                      <c:pt idx="504">
                        <c:v>6.8881256278167402E-8</c:v>
                      </c:pt>
                      <c:pt idx="505">
                        <c:v>5.3563512461040297E-8</c:v>
                      </c:pt>
                      <c:pt idx="506">
                        <c:v>4.1559914069447499E-8</c:v>
                      </c:pt>
                      <c:pt idx="507">
                        <c:v>3.2174946754290203E-8</c:v>
                      </c:pt>
                      <c:pt idx="508">
                        <c:v>2.4854134043419099E-8</c:v>
                      </c:pt>
                      <c:pt idx="509">
                        <c:v>1.9156538600007401E-8</c:v>
                      </c:pt>
                      <c:pt idx="510">
                        <c:v>1.47323845105078E-8</c:v>
                      </c:pt>
                      <c:pt idx="511">
                        <c:v>1.1304898174883E-8</c:v>
                      </c:pt>
                      <c:pt idx="512">
                        <c:v>8.6556137475880307E-9</c:v>
                      </c:pt>
                      <c:pt idx="513">
                        <c:v>6.6125152181446298E-9</c:v>
                      </c:pt>
                      <c:pt idx="514">
                        <c:v>5.0404940274679495E-9</c:v>
                      </c:pt>
                      <c:pt idx="515">
                        <c:v>3.8336911989922101E-9</c:v>
                      </c:pt>
                      <c:pt idx="516">
                        <c:v>2.9093686491881398E-9</c:v>
                      </c:pt>
                      <c:pt idx="517">
                        <c:v>2.2030176918844502E-9</c:v>
                      </c:pt>
                      <c:pt idx="518">
                        <c:v>1.6644655794439399E-9</c:v>
                      </c:pt>
                      <c:pt idx="519">
                        <c:v>4.0997591337731306E-9</c:v>
                      </c:pt>
                      <c:pt idx="520">
                        <c:v>5.3174059109377208E-9</c:v>
                      </c:pt>
                      <c:pt idx="521">
                        <c:v>5.9262292995200201E-9</c:v>
                      </c:pt>
                      <c:pt idx="522">
                        <c:v>6.2306409938111697E-9</c:v>
                      </c:pt>
                      <c:pt idx="523">
                        <c:v>6.3828468409567503E-9</c:v>
                      </c:pt>
                      <c:pt idx="524">
                        <c:v>6.4589497645295299E-9</c:v>
                      </c:pt>
                      <c:pt idx="525">
                        <c:v>6.4970012263159296E-9</c:v>
                      </c:pt>
                      <c:pt idx="526">
                        <c:v>6.5160269572091203E-9</c:v>
                      </c:pt>
                      <c:pt idx="527">
                        <c:v>6.5255398226557198E-9</c:v>
                      </c:pt>
                      <c:pt idx="528">
                        <c:v>6.5350526881023202E-9</c:v>
                      </c:pt>
                      <c:pt idx="529">
                        <c:v>8.6495250289862405E-9</c:v>
                      </c:pt>
                      <c:pt idx="530">
                        <c:v>1.1422812010272599E-8</c:v>
                      </c:pt>
                      <c:pt idx="531">
                        <c:v>1.5051902715643999E-8</c:v>
                      </c:pt>
                      <c:pt idx="532">
                        <c:v>1.9790072231215901E-8</c:v>
                      </c:pt>
                      <c:pt idx="533">
                        <c:v>2.5962168208903499E-8</c:v>
                      </c:pt>
                      <c:pt idx="534">
                        <c:v>3.39838159388358E-8</c:v>
                      </c:pt>
                      <c:pt idx="535">
                        <c:v>4.4385480912842501E-8</c:v>
                      </c:pt>
                      <c:pt idx="536">
                        <c:v>5.7842535277728694E-8</c:v>
                      </c:pt>
                      <c:pt idx="537">
                        <c:v>7.5212723302176596E-8</c:v>
                      </c:pt>
                      <c:pt idx="538">
                        <c:v>9.7582718138973613E-8</c:v>
                      </c:pt>
                      <c:pt idx="539">
                        <c:v>1.26325815849204E-7</c:v>
                      </c:pt>
                      <c:pt idx="540">
                        <c:v>1.6317323200373901E-7</c:v>
                      </c:pt>
                      <c:pt idx="541">
                        <c:v>2.1030196143176699E-7</c:v>
                      </c:pt>
                      <c:pt idx="542">
                        <c:v>2.7044274424159903E-7</c:v>
                      </c:pt>
                      <c:pt idx="543">
                        <c:v>3.4701236367255499E-7</c:v>
                      </c:pt>
                      <c:pt idx="544">
                        <c:v>4.4427529740704501E-7</c:v>
                      </c:pt>
                      <c:pt idx="545">
                        <c:v>5.6754066858479599E-7</c:v>
                      </c:pt>
                      <c:pt idx="546">
                        <c:v>7.2340151188905902E-7</c:v>
                      </c:pt>
                      <c:pt idx="547">
                        <c:v>9.2002460062226604E-7</c:v>
                      </c:pt>
                      <c:pt idx="548">
                        <c:v>1.16750049029096E-6</c:v>
                      </c:pt>
                      <c:pt idx="549">
                        <c:v>1.4782650409619898E-6</c:v>
                      </c:pt>
                      <c:pt idx="550">
                        <c:v>1.8676055026965499E-6</c:v>
                      </c:pt>
                      <c:pt idx="551">
                        <c:v>2.3542663034783499E-6</c:v>
                      </c:pt>
                      <c:pt idx="552">
                        <c:v>2.9611719839926403E-6</c:v>
                      </c:pt>
                      <c:pt idx="553">
                        <c:v>3.71628729342511E-6</c:v>
                      </c:pt>
                      <c:pt idx="554">
                        <c:v>4.6536373075760304E-6</c:v>
                      </c:pt>
                      <c:pt idx="555">
                        <c:v>5.81451356384473E-6</c:v>
                      </c:pt>
                      <c:pt idx="556">
                        <c:v>7.2488956310376397E-6</c:v>
                      </c:pt>
                      <c:pt idx="557">
                        <c:v>9.0171212433293701E-6</c:v>
                      </c:pt>
                      <c:pt idx="558">
                        <c:v>1.1191842117215701E-5</c:v>
                      </c:pt>
                      <c:pt idx="559">
                        <c:v>1.38603068187302E-5</c:v>
                      </c:pt>
                      <c:pt idx="560">
                        <c:v>1.7127016525165599E-5</c:v>
                      </c:pt>
                      <c:pt idx="561">
                        <c:v>2.1116804187531301E-5</c:v>
                      </c:pt>
                      <c:pt idx="562">
                        <c:v>2.5978392388318101E-5</c:v>
                      </c:pt>
                      <c:pt idx="563">
                        <c:v>3.1888490027930902E-5</c:v>
                      </c:pt>
                      <c:pt idx="564">
                        <c:v>3.90564927671792E-5</c:v>
                      </c:pt>
                      <c:pt idx="565">
                        <c:v>4.7729856785989605E-5</c:v>
                      </c:pt>
                      <c:pt idx="566">
                        <c:v>5.82002197503956E-5</c:v>
                      </c:pt>
                      <c:pt idx="567">
                        <c:v>7.0810346746554898E-5</c:v>
                      </c:pt>
                      <c:pt idx="568">
                        <c:v>8.5961982151794801E-5</c:v>
                      </c:pt>
                      <c:pt idx="569">
                        <c:v>1.0412469075163E-4</c:v>
                      </c:pt>
                      <c:pt idx="570">
                        <c:v>1.25845772634707E-4</c:v>
                      </c:pt>
                      <c:pt idx="571">
                        <c:v>1.5176133623500201E-4</c:v>
                      </c:pt>
                      <c:pt idx="572">
                        <c:v>1.82608612048079E-4</c:v>
                      </c:pt>
                      <c:pt idx="573">
                        <c:v>2.1923958570965401E-4</c:v>
                      </c:pt>
                      <c:pt idx="574">
                        <c:v>2.6263602295582703E-4</c:v>
                      </c:pt>
                      <c:pt idx="575">
                        <c:v>3.13925950137902E-4</c:v>
                      </c:pt>
                      <c:pt idx="576">
                        <c:v>3.7440164208711401E-4</c:v>
                      </c:pt>
                      <c:pt idx="577">
                        <c:v>4.4553915386399501E-4</c:v>
                      </c:pt>
                      <c:pt idx="578">
                        <c:v>5.2901941394311593E-4</c:v>
                      </c:pt>
                      <c:pt idx="579">
                        <c:v>6.2675087335909308E-4</c:v>
                      </c:pt>
                      <c:pt idx="580">
                        <c:v>7.4089367799220899E-4</c:v>
                      </c:pt>
                      <c:pt idx="581">
                        <c:v>8.7388529927014905E-4</c:v>
                      </c:pt>
                      <c:pt idx="582">
                        <c:v>1.02846752194044E-3</c:v>
                      </c:pt>
                      <c:pt idx="583">
                        <c:v>1.2077146461431799E-3</c:v>
                      </c:pt>
                      <c:pt idx="584">
                        <c:v>1.4150627148023401E-3</c:v>
                      </c:pt>
                      <c:pt idx="585">
                        <c:v>1.65433952649218E-3</c:v>
                      </c:pt>
                      <c:pt idx="586">
                        <c:v>1.9297951386932099E-3</c:v>
                      </c:pt>
                      <c:pt idx="587">
                        <c:v>2.24613250715446E-3</c:v>
                      </c:pt>
                      <c:pt idx="588">
                        <c:v>2.6085378445172302E-3</c:v>
                      </c:pt>
                      <c:pt idx="589">
                        <c:v>3.02271021620438E-3</c:v>
                      </c:pt>
                      <c:pt idx="590">
                        <c:v>3.4948898248055998E-3</c:v>
                      </c:pt>
                      <c:pt idx="591">
                        <c:v>4.03188436695864E-3</c:v>
                      </c:pt>
                      <c:pt idx="592">
                        <c:v>4.6410927804072001E-3</c:v>
                      </c:pt>
                      <c:pt idx="593">
                        <c:v>5.3305256350743499E-3</c:v>
                      </c:pt>
                      <c:pt idx="594">
                        <c:v>6.1088213623816199E-3</c:v>
                      </c:pt>
                      <c:pt idx="595">
                        <c:v>6.9852574635969498E-3</c:v>
                      </c:pt>
                      <c:pt idx="596">
                        <c:v>7.9697557927876101E-3</c:v>
                      </c:pt>
                      <c:pt idx="597">
                        <c:v>9.0728809751842391E-3</c:v>
                      </c:pt>
                      <c:pt idx="598">
                        <c:v>1.0305830999702901E-2</c:v>
                      </c:pt>
                      <c:pt idx="599">
                        <c:v>1.1680419017331401E-2</c:v>
                      </c:pt>
                      <c:pt idx="600">
                        <c:v>1.3209045387343099E-2</c:v>
                      </c:pt>
                      <c:pt idx="601">
                        <c:v>1.4904659043053301E-2</c:v>
                      </c:pt>
                      <c:pt idx="602">
                        <c:v>1.6780707300112802E-2</c:v>
                      </c:pt>
                      <c:pt idx="603">
                        <c:v>1.88510733049582E-2</c:v>
                      </c:pt>
                      <c:pt idx="604">
                        <c:v>2.1130000420490198E-2</c:v>
                      </c:pt>
                      <c:pt idx="605">
                        <c:v>2.36320029714665E-2</c:v>
                      </c:pt>
                      <c:pt idx="606">
                        <c:v>2.63717629240924E-2</c:v>
                      </c:pt>
                      <c:pt idx="607">
                        <c:v>2.9364012253000296E-2</c:v>
                      </c:pt>
                      <c:pt idx="608">
                        <c:v>3.2623400953694898E-2</c:v>
                      </c:pt>
                      <c:pt idx="609">
                        <c:v>3.6164350888445398E-2</c:v>
                      </c:pt>
                      <c:pt idx="610">
                        <c:v>4.0000895906600303E-2</c:v>
                      </c:pt>
                      <c:pt idx="611">
                        <c:v>4.4146508953740303E-2</c:v>
                      </c:pt>
                      <c:pt idx="612">
                        <c:v>4.8613917174505195E-2</c:v>
                      </c:pt>
                      <c:pt idx="613">
                        <c:v>5.3414906317130501E-2</c:v>
                      </c:pt>
                      <c:pt idx="614">
                        <c:v>5.8560116058718699E-2</c:v>
                      </c:pt>
                      <c:pt idx="615">
                        <c:v>6.4058828183373495E-2</c:v>
                      </c:pt>
                      <c:pt idx="616">
                        <c:v>6.9918749854220502E-2</c:v>
                      </c:pt>
                      <c:pt idx="617">
                        <c:v>7.6145794518166998E-2</c:v>
                      </c:pt>
                      <c:pt idx="618">
                        <c:v>8.2743863261732303E-2</c:v>
                      </c:pt>
                      <c:pt idx="619">
                        <c:v>8.9714629689854705E-2</c:v>
                      </c:pt>
                      <c:pt idx="620">
                        <c:v>9.7057331619585088E-2</c:v>
                      </c:pt>
                      <c:pt idx="621">
                        <c:v>0.10476857305942101</c:v>
                      </c:pt>
                      <c:pt idx="622">
                        <c:v>0.11284214007538899</c:v>
                      </c:pt>
                      <c:pt idx="623">
                        <c:v>0.121268834220045</c:v>
                      </c:pt>
                      <c:pt idx="624">
                        <c:v>0.130036327214125</c:v>
                      </c:pt>
                      <c:pt idx="625">
                        <c:v>0.13912904051751901</c:v>
                      </c:pt>
                      <c:pt idx="626">
                        <c:v>0.14852805330233398</c:v>
                      </c:pt>
                      <c:pt idx="627">
                        <c:v>0.15821104214332599</c:v>
                      </c:pt>
                      <c:pt idx="628">
                        <c:v>0.168152255468557</c:v>
                      </c:pt>
                      <c:pt idx="629">
                        <c:v>0.17832252546605801</c:v>
                      </c:pt>
                      <c:pt idx="630">
                        <c:v>0.18868931972254599</c:v>
                      </c:pt>
                      <c:pt idx="631">
                        <c:v>0.199216834381718</c:v>
                      </c:pt>
                      <c:pt idx="632">
                        <c:v>0.20986613005781099</c:v>
                      </c:pt>
                      <c:pt idx="633">
                        <c:v>0.22059531113257499</c:v>
                      </c:pt>
                      <c:pt idx="634">
                        <c:v>0.231359748409491</c:v>
                      </c:pt>
                      <c:pt idx="635">
                        <c:v>0.24211234440881502</c:v>
                      </c:pt>
                      <c:pt idx="636">
                        <c:v>0.25280383987293198</c:v>
                      </c:pt>
                      <c:pt idx="637">
                        <c:v>0.26338315932685202</c:v>
                      </c:pt>
                      <c:pt idx="638">
                        <c:v>0.273797792817775</c:v>
                      </c:pt>
                      <c:pt idx="639">
                        <c:v>0.28399421025521998</c:v>
                      </c:pt>
                      <c:pt idx="640">
                        <c:v>0.29391830410451097</c:v>
                      </c:pt>
                      <c:pt idx="641">
                        <c:v>0.30351585556632199</c:v>
                      </c:pt>
                      <c:pt idx="642">
                        <c:v>0.31273301881816301</c:v>
                      </c:pt>
                      <c:pt idx="643">
                        <c:v>0.32151681741375598</c:v>
                      </c:pt>
                      <c:pt idx="644">
                        <c:v>0.32981564654572798</c:v>
                      </c:pt>
                      <c:pt idx="645">
                        <c:v>0.33757977458688304</c:v>
                      </c:pt>
                      <c:pt idx="646">
                        <c:v>0.34476183714437297</c:v>
                      </c:pt>
                      <c:pt idx="647">
                        <c:v>0.35131731679643996</c:v>
                      </c:pt>
                      <c:pt idx="648">
                        <c:v>0.35720500173722497</c:v>
                      </c:pt>
                      <c:pt idx="649">
                        <c:v>0.36238741673347197</c:v>
                      </c:pt>
                      <c:pt idx="650">
                        <c:v>0.36683122009685298</c:v>
                      </c:pt>
                      <c:pt idx="651">
                        <c:v>0.370507560793573</c:v>
                      </c:pt>
                      <c:pt idx="652">
                        <c:v>0.373392390342555</c:v>
                      </c:pt>
                      <c:pt idx="653">
                        <c:v>0.37546672478607696</c:v>
                      </c:pt>
                      <c:pt idx="654">
                        <c:v>0.37671685274087402</c:v>
                      </c:pt>
                      <c:pt idx="655">
                        <c:v>0.37713448633999902</c:v>
                      </c:pt>
                      <c:pt idx="656">
                        <c:v>0.37671685274087402</c:v>
                      </c:pt>
                      <c:pt idx="657">
                        <c:v>0.37546672478607696</c:v>
                      </c:pt>
                      <c:pt idx="658">
                        <c:v>0.373392390342555</c:v>
                      </c:pt>
                      <c:pt idx="659">
                        <c:v>0.370507560793573</c:v>
                      </c:pt>
                      <c:pt idx="660">
                        <c:v>0.36683122009685298</c:v>
                      </c:pt>
                      <c:pt idx="661">
                        <c:v>0.36238741673347197</c:v>
                      </c:pt>
                      <c:pt idx="662">
                        <c:v>0.35720500173722497</c:v>
                      </c:pt>
                      <c:pt idx="663">
                        <c:v>0.35131731679643996</c:v>
                      </c:pt>
                      <c:pt idx="664">
                        <c:v>0.34476183714437297</c:v>
                      </c:pt>
                      <c:pt idx="665">
                        <c:v>0.33757977458688304</c:v>
                      </c:pt>
                      <c:pt idx="666">
                        <c:v>0.32981564654572798</c:v>
                      </c:pt>
                      <c:pt idx="667">
                        <c:v>0.32151681741375598</c:v>
                      </c:pt>
                      <c:pt idx="668">
                        <c:v>0.31273301881816301</c:v>
                      </c:pt>
                      <c:pt idx="669">
                        <c:v>0.30351585556632199</c:v>
                      </c:pt>
                      <c:pt idx="670">
                        <c:v>0.29391830410451097</c:v>
                      </c:pt>
                      <c:pt idx="671">
                        <c:v>0.28399421025521998</c:v>
                      </c:pt>
                      <c:pt idx="672">
                        <c:v>0.273797792817775</c:v>
                      </c:pt>
                      <c:pt idx="673">
                        <c:v>0.26338315932685202</c:v>
                      </c:pt>
                      <c:pt idx="674">
                        <c:v>0.25280383987293198</c:v>
                      </c:pt>
                      <c:pt idx="675">
                        <c:v>0.24211234440881502</c:v>
                      </c:pt>
                      <c:pt idx="676">
                        <c:v>0.231359748409491</c:v>
                      </c:pt>
                      <c:pt idx="677">
                        <c:v>0.22059531113257499</c:v>
                      </c:pt>
                      <c:pt idx="678">
                        <c:v>0.20986613005781099</c:v>
                      </c:pt>
                      <c:pt idx="679">
                        <c:v>0.199216834381718</c:v>
                      </c:pt>
                      <c:pt idx="680">
                        <c:v>0.18868931972254599</c:v>
                      </c:pt>
                      <c:pt idx="681">
                        <c:v>0.17832252546605801</c:v>
                      </c:pt>
                      <c:pt idx="682">
                        <c:v>0.168152255468557</c:v>
                      </c:pt>
                      <c:pt idx="683">
                        <c:v>0.15821104214332599</c:v>
                      </c:pt>
                      <c:pt idx="684">
                        <c:v>0.14852805330233398</c:v>
                      </c:pt>
                      <c:pt idx="685">
                        <c:v>0.13912904051751901</c:v>
                      </c:pt>
                      <c:pt idx="686">
                        <c:v>0.130036327214125</c:v>
                      </c:pt>
                      <c:pt idx="687">
                        <c:v>0.121268834220045</c:v>
                      </c:pt>
                      <c:pt idx="688">
                        <c:v>0.11284214007538899</c:v>
                      </c:pt>
                      <c:pt idx="689">
                        <c:v>0.10476857305942101</c:v>
                      </c:pt>
                      <c:pt idx="690">
                        <c:v>9.7057331619585088E-2</c:v>
                      </c:pt>
                      <c:pt idx="691">
                        <c:v>8.9714629689854705E-2</c:v>
                      </c:pt>
                      <c:pt idx="692">
                        <c:v>8.2743863261732303E-2</c:v>
                      </c:pt>
                      <c:pt idx="693">
                        <c:v>7.6145794518166998E-2</c:v>
                      </c:pt>
                      <c:pt idx="694">
                        <c:v>6.9918749854220502E-2</c:v>
                      </c:pt>
                      <c:pt idx="695">
                        <c:v>6.4058828183373495E-2</c:v>
                      </c:pt>
                      <c:pt idx="696">
                        <c:v>5.8560116058718699E-2</c:v>
                      </c:pt>
                      <c:pt idx="697">
                        <c:v>5.3414906317130501E-2</c:v>
                      </c:pt>
                      <c:pt idx="698">
                        <c:v>4.8613917174505195E-2</c:v>
                      </c:pt>
                      <c:pt idx="699">
                        <c:v>4.4146508953740303E-2</c:v>
                      </c:pt>
                      <c:pt idx="700">
                        <c:v>4.0000895906600303E-2</c:v>
                      </c:pt>
                      <c:pt idx="701">
                        <c:v>3.6164350888445398E-2</c:v>
                      </c:pt>
                      <c:pt idx="702">
                        <c:v>3.2623400953694898E-2</c:v>
                      </c:pt>
                      <c:pt idx="703">
                        <c:v>2.9364012253000296E-2</c:v>
                      </c:pt>
                      <c:pt idx="704">
                        <c:v>2.63717629240924E-2</c:v>
                      </c:pt>
                      <c:pt idx="705">
                        <c:v>2.36320029714665E-2</c:v>
                      </c:pt>
                      <c:pt idx="706">
                        <c:v>2.1130000420490198E-2</c:v>
                      </c:pt>
                      <c:pt idx="707">
                        <c:v>1.88510733049582E-2</c:v>
                      </c:pt>
                      <c:pt idx="708">
                        <c:v>1.6780707300112802E-2</c:v>
                      </c:pt>
                      <c:pt idx="709">
                        <c:v>1.4904659043053301E-2</c:v>
                      </c:pt>
                      <c:pt idx="710">
                        <c:v>1.3209045387343099E-2</c:v>
                      </c:pt>
                      <c:pt idx="711">
                        <c:v>1.1680419017331401E-2</c:v>
                      </c:pt>
                      <c:pt idx="712">
                        <c:v>1.0305830999702901E-2</c:v>
                      </c:pt>
                      <c:pt idx="713">
                        <c:v>9.0728809751842391E-3</c:v>
                      </c:pt>
                      <c:pt idx="714">
                        <c:v>7.9697557927876101E-3</c:v>
                      </c:pt>
                      <c:pt idx="715">
                        <c:v>6.9852574635969498E-3</c:v>
                      </c:pt>
                      <c:pt idx="716">
                        <c:v>6.1088213623816199E-3</c:v>
                      </c:pt>
                      <c:pt idx="717">
                        <c:v>5.3305256350743499E-3</c:v>
                      </c:pt>
                      <c:pt idx="718">
                        <c:v>4.6410927804072001E-3</c:v>
                      </c:pt>
                      <c:pt idx="719">
                        <c:v>4.03188436695864E-3</c:v>
                      </c:pt>
                      <c:pt idx="720">
                        <c:v>3.4948898248055998E-3</c:v>
                      </c:pt>
                      <c:pt idx="721">
                        <c:v>3.02271021620438E-3</c:v>
                      </c:pt>
                      <c:pt idx="722">
                        <c:v>2.6085378445172302E-3</c:v>
                      </c:pt>
                      <c:pt idx="723">
                        <c:v>2.24613250715446E-3</c:v>
                      </c:pt>
                      <c:pt idx="724">
                        <c:v>1.9297951386932099E-3</c:v>
                      </c:pt>
                      <c:pt idx="725">
                        <c:v>1.65433952649218E-3</c:v>
                      </c:pt>
                      <c:pt idx="726">
                        <c:v>1.4150627148023401E-3</c:v>
                      </c:pt>
                      <c:pt idx="727">
                        <c:v>1.2077146461431799E-3</c:v>
                      </c:pt>
                      <c:pt idx="728">
                        <c:v>1.02846752194044E-3</c:v>
                      </c:pt>
                      <c:pt idx="729">
                        <c:v>8.7388529927014905E-4</c:v>
                      </c:pt>
                      <c:pt idx="730">
                        <c:v>7.4089367799220899E-4</c:v>
                      </c:pt>
                      <c:pt idx="731">
                        <c:v>6.2675087335909308E-4</c:v>
                      </c:pt>
                      <c:pt idx="732">
                        <c:v>5.2901941394311593E-4</c:v>
                      </c:pt>
                      <c:pt idx="733">
                        <c:v>4.4553915386399501E-4</c:v>
                      </c:pt>
                      <c:pt idx="734">
                        <c:v>3.7440164208711401E-4</c:v>
                      </c:pt>
                      <c:pt idx="735">
                        <c:v>3.13925950137902E-4</c:v>
                      </c:pt>
                      <c:pt idx="736">
                        <c:v>2.6263602295582703E-4</c:v>
                      </c:pt>
                      <c:pt idx="737">
                        <c:v>2.1923958570965401E-4</c:v>
                      </c:pt>
                      <c:pt idx="738">
                        <c:v>1.82608612048079E-4</c:v>
                      </c:pt>
                      <c:pt idx="739">
                        <c:v>1.5176133623500201E-4</c:v>
                      </c:pt>
                      <c:pt idx="740">
                        <c:v>1.25845772634707E-4</c:v>
                      </c:pt>
                      <c:pt idx="741">
                        <c:v>1.0412469075163E-4</c:v>
                      </c:pt>
                      <c:pt idx="742">
                        <c:v>8.5961982151794801E-5</c:v>
                      </c:pt>
                      <c:pt idx="743">
                        <c:v>7.0810346746554898E-5</c:v>
                      </c:pt>
                      <c:pt idx="744">
                        <c:v>5.82002197503956E-5</c:v>
                      </c:pt>
                      <c:pt idx="745">
                        <c:v>4.7729856785989605E-5</c:v>
                      </c:pt>
                      <c:pt idx="746">
                        <c:v>3.90564927671792E-5</c:v>
                      </c:pt>
                      <c:pt idx="747">
                        <c:v>3.1888490027930902E-5</c:v>
                      </c:pt>
                      <c:pt idx="748">
                        <c:v>2.5978392388318101E-5</c:v>
                      </c:pt>
                      <c:pt idx="749">
                        <c:v>2.1116804187531301E-5</c:v>
                      </c:pt>
                      <c:pt idx="750">
                        <c:v>1.7127016525165599E-5</c:v>
                      </c:pt>
                      <c:pt idx="751">
                        <c:v>1.38603068187302E-5</c:v>
                      </c:pt>
                      <c:pt idx="752">
                        <c:v>1.1191842117215701E-5</c:v>
                      </c:pt>
                      <c:pt idx="753">
                        <c:v>9.0171212433293701E-6</c:v>
                      </c:pt>
                      <c:pt idx="754">
                        <c:v>7.2488956310376397E-6</c:v>
                      </c:pt>
                      <c:pt idx="755">
                        <c:v>5.81451356384473E-6</c:v>
                      </c:pt>
                      <c:pt idx="756">
                        <c:v>4.6536373075760304E-6</c:v>
                      </c:pt>
                      <c:pt idx="757">
                        <c:v>3.71628729342511E-6</c:v>
                      </c:pt>
                      <c:pt idx="758">
                        <c:v>2.9611719839926403E-6</c:v>
                      </c:pt>
                      <c:pt idx="759">
                        <c:v>2.3542663034783499E-6</c:v>
                      </c:pt>
                      <c:pt idx="760">
                        <c:v>1.8676055026965499E-6</c:v>
                      </c:pt>
                      <c:pt idx="761">
                        <c:v>1.4782650409619898E-6</c:v>
                      </c:pt>
                      <c:pt idx="762">
                        <c:v>1.16750049029096E-6</c:v>
                      </c:pt>
                      <c:pt idx="763">
                        <c:v>9.2002460062226604E-7</c:v>
                      </c:pt>
                      <c:pt idx="764">
                        <c:v>7.2340151188905902E-7</c:v>
                      </c:pt>
                      <c:pt idx="765">
                        <c:v>5.6754066858479599E-7</c:v>
                      </c:pt>
                      <c:pt idx="766">
                        <c:v>4.4427529740704501E-7</c:v>
                      </c:pt>
                      <c:pt idx="767">
                        <c:v>3.4701236367255499E-7</c:v>
                      </c:pt>
                      <c:pt idx="768">
                        <c:v>2.7044274424159903E-7</c:v>
                      </c:pt>
                      <c:pt idx="769">
                        <c:v>2.1030196143176699E-7</c:v>
                      </c:pt>
                      <c:pt idx="770">
                        <c:v>1.6317323200373901E-7</c:v>
                      </c:pt>
                      <c:pt idx="771">
                        <c:v>1.26325815849204E-7</c:v>
                      </c:pt>
                      <c:pt idx="772">
                        <c:v>9.7582718138973613E-8</c:v>
                      </c:pt>
                      <c:pt idx="773">
                        <c:v>7.5212723302176596E-8</c:v>
                      </c:pt>
                      <c:pt idx="774">
                        <c:v>5.7842535277728694E-8</c:v>
                      </c:pt>
                      <c:pt idx="775">
                        <c:v>4.4385480912842501E-8</c:v>
                      </c:pt>
                      <c:pt idx="776">
                        <c:v>3.39838159388358E-8</c:v>
                      </c:pt>
                      <c:pt idx="777">
                        <c:v>2.5962168208903499E-8</c:v>
                      </c:pt>
                      <c:pt idx="778">
                        <c:v>1.9790072231215901E-8</c:v>
                      </c:pt>
                      <c:pt idx="779">
                        <c:v>1.5051902715643999E-8</c:v>
                      </c:pt>
                      <c:pt idx="780">
                        <c:v>1.1422812010272599E-8</c:v>
                      </c:pt>
                      <c:pt idx="781">
                        <c:v>8.6495250289862405E-9</c:v>
                      </c:pt>
                      <c:pt idx="782">
                        <c:v>6.5350526881023202E-9</c:v>
                      </c:pt>
                      <c:pt idx="783">
                        <c:v>3.5756993538386402E-9</c:v>
                      </c:pt>
                      <c:pt idx="784">
                        <c:v>2.0960226867067998E-9</c:v>
                      </c:pt>
                      <c:pt idx="785">
                        <c:v>1.35618435314088E-9</c:v>
                      </c:pt>
                      <c:pt idx="786">
                        <c:v>9.8626518635791593E-10</c:v>
                      </c:pt>
                      <c:pt idx="787">
                        <c:v>8.0130560296643598E-10</c:v>
                      </c:pt>
                      <c:pt idx="788">
                        <c:v>7.088258112706959E-10</c:v>
                      </c:pt>
                      <c:pt idx="789">
                        <c:v>6.6258591542282597E-10</c:v>
                      </c:pt>
                      <c:pt idx="790">
                        <c:v>6.394659674988909E-10</c:v>
                      </c:pt>
                      <c:pt idx="791">
                        <c:v>6.2790599353692305E-10</c:v>
                      </c:pt>
                      <c:pt idx="792">
                        <c:v>6.1634601957495603E-10</c:v>
                      </c:pt>
                      <c:pt idx="793">
                        <c:v>8.1577005990103097E-10</c:v>
                      </c:pt>
                      <c:pt idx="794">
                        <c:v>1.07732944949353E-9</c:v>
                      </c:pt>
                      <c:pt idx="795">
                        <c:v>1.4196029884665902E-9</c:v>
                      </c:pt>
                      <c:pt idx="796">
                        <c:v>1.8664780268745999E-9</c:v>
                      </c:pt>
                      <c:pt idx="797">
                        <c:v>2.4485921994516897E-9</c:v>
                      </c:pt>
                      <c:pt idx="798">
                        <c:v>3.20514473004987E-9</c:v>
                      </c:pt>
                      <c:pt idx="799">
                        <c:v>4.1861658647919301E-9</c:v>
                      </c:pt>
                      <c:pt idx="800">
                        <c:v>5.4553525552224104E-9</c:v>
                      </c:pt>
                      <c:pt idx="801">
                        <c:v>7.0936019709659698E-9</c:v>
                      </c:pt>
                      <c:pt idx="802">
                        <c:v>9.203402447505951E-9</c:v>
                      </c:pt>
                      <c:pt idx="803">
                        <c:v>1.1914274832086299E-8</c:v>
                      </c:pt>
                      <c:pt idx="804">
                        <c:v>1.53894967411334E-8</c:v>
                      </c:pt>
                      <c:pt idx="805">
                        <c:v>1.9834388951945103E-8</c:v>
                      </c:pt>
                      <c:pt idx="806">
                        <c:v>2.5506498094453901E-8</c:v>
                      </c:pt>
                      <c:pt idx="807">
                        <c:v>3.2728074171806503E-8</c:v>
                      </c:pt>
                      <c:pt idx="808">
                        <c:v>4.1901316518968604E-8</c:v>
                      </c:pt>
                      <c:pt idx="809">
                        <c:v>5.3526949012361394E-8</c:v>
                      </c:pt>
                      <c:pt idx="810">
                        <c:v>6.8226786177113303E-8</c:v>
                      </c:pt>
                      <c:pt idx="811">
                        <c:v>8.6771067896200293E-8</c:v>
                      </c:pt>
                      <c:pt idx="812">
                        <c:v>1.10111473370783E-7</c:v>
                      </c:pt>
                      <c:pt idx="813">
                        <c:v>1.3942087651910101E-7</c:v>
                      </c:pt>
                      <c:pt idx="814">
                        <c:v>1.7614107684532898E-7</c:v>
                      </c:pt>
                      <c:pt idx="815">
                        <c:v>2.22039933635131E-7</c:v>
                      </c:pt>
                      <c:pt idx="816">
                        <c:v>2.7927954872246399E-7</c:v>
                      </c:pt>
                      <c:pt idx="817">
                        <c:v>3.5049738544107797E-7</c:v>
                      </c:pt>
                      <c:pt idx="818">
                        <c:v>4.3890247989766401E-7</c:v>
                      </c:pt>
                      <c:pt idx="819">
                        <c:v>5.4838919621334504E-7</c:v>
                      </c:pt>
                      <c:pt idx="820">
                        <c:v>6.8367130025415709E-7</c:v>
                      </c:pt>
                      <c:pt idx="821">
                        <c:v>8.5043947640530695E-7</c:v>
                      </c:pt>
                      <c:pt idx="822">
                        <c:v>1.0555457882100601E-6</c:v>
                      </c:pt>
                      <c:pt idx="823">
                        <c:v>1.30721898438016E-6</c:v>
                      </c:pt>
                      <c:pt idx="824">
                        <c:v>1.6153149739249699E-6</c:v>
                      </c:pt>
                      <c:pt idx="825">
                        <c:v>1.9916072338367203E-6</c:v>
                      </c:pt>
                      <c:pt idx="826">
                        <c:v>2.4501223643761901E-6</c:v>
                      </c:pt>
                      <c:pt idx="827">
                        <c:v>3.0075264633678401E-6</c:v>
                      </c:pt>
                      <c:pt idx="828">
                        <c:v>3.6835684430570601E-6</c:v>
                      </c:pt>
                      <c:pt idx="829">
                        <c:v>4.50158685001666E-6</c:v>
                      </c:pt>
                      <c:pt idx="830">
                        <c:v>5.4890871571474002E-6</c:v>
                      </c:pt>
                      <c:pt idx="831">
                        <c:v>6.6783968615002897E-6</c:v>
                      </c:pt>
                      <c:pt idx="832">
                        <c:v>8.1074060245132295E-6</c:v>
                      </c:pt>
                      <c:pt idx="833">
                        <c:v>9.8204011118502986E-6</c:v>
                      </c:pt>
                      <c:pt idx="834">
                        <c:v>1.1869000105377901E-5</c:v>
                      </c:pt>
                      <c:pt idx="835">
                        <c:v>1.4313196844474401E-5</c:v>
                      </c:pt>
                      <c:pt idx="836">
                        <c:v>1.72225223800948E-5</c:v>
                      </c:pt>
                      <c:pt idx="837">
                        <c:v>2.0677330762982198E-5</c:v>
                      </c:pt>
                      <c:pt idx="838">
                        <c:v>2.47702161056068E-5</c:v>
                      </c:pt>
                      <c:pt idx="839">
                        <c:v>2.9607566923070598E-5</c:v>
                      </c:pt>
                      <c:pt idx="840">
                        <c:v>3.5311262637995602E-5</c:v>
                      </c:pt>
                      <c:pt idx="841">
                        <c:v>4.2020515695124198E-5</c:v>
                      </c:pt>
                      <c:pt idx="842">
                        <c:v>4.9893860940912798E-5</c:v>
                      </c:pt>
                      <c:pt idx="843">
                        <c:v>5.9111291751831106E-5</c:v>
                      </c:pt>
                      <c:pt idx="844">
                        <c:v>6.9876539815832801E-5</c:v>
                      </c:pt>
                      <c:pt idx="845">
                        <c:v>8.2419492462673801E-5</c:v>
                      </c:pt>
                      <c:pt idx="846">
                        <c:v>9.6998737984801804E-5</c:v>
                      </c:pt>
                      <c:pt idx="847">
                        <c:v>1.13904225483587E-4</c:v>
                      </c:pt>
                      <c:pt idx="848">
                        <c:v>1.3346002141730501E-4</c:v>
                      </c:pt>
                      <c:pt idx="849">
                        <c:v>1.56027140230305E-4</c:v>
                      </c:pt>
                      <c:pt idx="850">
                        <c:v>1.8200642123270301E-4</c:v>
                      </c:pt>
                      <c:pt idx="851">
                        <c:v>2.1184141831679298E-4</c:v>
                      </c:pt>
                      <c:pt idx="852">
                        <c:v>2.4602126319592103E-4</c:v>
                      </c:pt>
                      <c:pt idx="853">
                        <c:v>2.8508345670692997E-4</c:v>
                      </c:pt>
                      <c:pt idx="854">
                        <c:v>3.29616536419609E-4</c:v>
                      </c:pt>
                      <c:pt idx="855">
                        <c:v>3.8026256245580001E-4</c:v>
                      </c:pt>
                      <c:pt idx="856">
                        <c:v>4.37719357165993E-4</c:v>
                      </c:pt>
                      <c:pt idx="857">
                        <c:v>5.0274242829010502E-4</c:v>
                      </c:pt>
                      <c:pt idx="858">
                        <c:v>5.7614649960713792E-4</c:v>
                      </c:pt>
                      <c:pt idx="859">
                        <c:v>6.5880656803769897E-4</c:v>
                      </c:pt>
                      <c:pt idx="860">
                        <c:v>7.5165840189966404E-4</c:v>
                      </c:pt>
                      <c:pt idx="861">
                        <c:v>8.5569839173798494E-4</c:v>
                      </c:pt>
                      <c:pt idx="862">
                        <c:v>9.7198266306917599E-4</c:v>
                      </c:pt>
                      <c:pt idx="863">
                        <c:v>1.10162535971693E-3</c:v>
                      </c:pt>
                      <c:pt idx="864">
                        <c:v>1.2457960073827699E-3</c:v>
                      </c:pt>
                      <c:pt idx="865">
                        <c:v>1.4057158699014799E-3</c:v>
                      </c:pt>
                      <c:pt idx="866">
                        <c:v>1.58265321546785E-3</c:v>
                      </c:pt>
                      <c:pt idx="867">
                        <c:v>1.77791741715867E-3</c:v>
                      </c:pt>
                      <c:pt idx="868">
                        <c:v>1.9928518214545701E-3</c:v>
                      </c:pt>
                      <c:pt idx="869">
                        <c:v>2.22882533029378E-3</c:v>
                      </c:pt>
                      <c:pt idx="870">
                        <c:v>2.4872226565259298E-3</c:v>
                      </c:pt>
                      <c:pt idx="871">
                        <c:v>2.76943322948823E-3</c:v>
                      </c:pt>
                      <c:pt idx="872">
                        <c:v>3.0768387467502599E-3</c:v>
                      </c:pt>
                      <c:pt idx="873">
                        <c:v>3.4107993897563998E-3</c:v>
                      </c:pt>
                      <c:pt idx="874">
                        <c:v>3.77263874495624E-3</c:v>
                      </c:pt>
                      <c:pt idx="875">
                        <c:v>4.1636274978020501E-3</c:v>
                      </c:pt>
                      <c:pt idx="876">
                        <c:v>4.5849659943833802E-3</c:v>
                      </c:pt>
                      <c:pt idx="877">
                        <c:v>5.0377657940647103E-3</c:v>
                      </c:pt>
                      <c:pt idx="878">
                        <c:v>5.5230303658224504E-3</c:v>
                      </c:pt>
                      <c:pt idx="879">
                        <c:v>6.0416351105079405E-3</c:v>
                      </c:pt>
                      <c:pt idx="880">
                        <c:v>6.5943069203960305E-3</c:v>
                      </c:pt>
                      <c:pt idx="881">
                        <c:v>7.1816035154680805E-3</c:v>
                      </c:pt>
                      <c:pt idx="882">
                        <c:v>7.8038928222371297E-3</c:v>
                      </c:pt>
                      <c:pt idx="883">
                        <c:v>8.4613326848386912E-3</c:v>
                      </c:pt>
                      <c:pt idx="884">
                        <c:v>9.1538512188597005E-3</c:v>
                      </c:pt>
                      <c:pt idx="885">
                        <c:v>9.8811281352458504E-3</c:v>
                      </c:pt>
                      <c:pt idx="886">
                        <c:v>1.0642577373922E-2</c:v>
                      </c:pt>
                      <c:pt idx="887">
                        <c:v>1.1437331393838299E-2</c:v>
                      </c:pt>
                      <c:pt idx="888">
                        <c:v>1.2264227467437001E-2</c:v>
                      </c:pt>
                      <c:pt idx="889">
                        <c:v>1.3121796322526101E-2</c:v>
                      </c:pt>
                      <c:pt idx="890">
                        <c:v>1.4008253462864299E-2</c:v>
                      </c:pt>
                      <c:pt idx="891">
                        <c:v>1.4921493480132999E-2</c:v>
                      </c:pt>
                      <c:pt idx="892">
                        <c:v>1.58590876442791E-2</c:v>
                      </c:pt>
                      <c:pt idx="893">
                        <c:v>1.6818285026478298E-2</c:v>
                      </c:pt>
                      <c:pt idx="894">
                        <c:v>1.77960173693823E-2</c:v>
                      </c:pt>
                      <c:pt idx="895">
                        <c:v>1.8788907873235602E-2</c:v>
                      </c:pt>
                      <c:pt idx="896">
                        <c:v>1.9793284014408302E-2</c:v>
                      </c:pt>
                      <c:pt idx="897">
                        <c:v>2.0805194455584899E-2</c:v>
                      </c:pt>
                      <c:pt idx="898">
                        <c:v>2.1820430045141902E-2</c:v>
                      </c:pt>
                      <c:pt idx="899">
                        <c:v>2.2834548838146701E-2</c:v>
                      </c:pt>
                      <c:pt idx="900">
                        <c:v>2.3842905004059299E-2</c:v>
                      </c:pt>
                      <c:pt idx="901">
                        <c:v>2.4840681417875602E-2</c:v>
                      </c:pt>
                      <c:pt idx="902">
                        <c:v>2.58229256634574E-2</c:v>
                      </c:pt>
                      <c:pt idx="903">
                        <c:v>2.6784589111548001E-2</c:v>
                      </c:pt>
                      <c:pt idx="904">
                        <c:v>2.7720568671901803E-2</c:v>
                      </c:pt>
                      <c:pt idx="905">
                        <c:v>2.8625750760475101E-2</c:v>
                      </c:pt>
                      <c:pt idx="906">
                        <c:v>2.9495056970107899E-2</c:v>
                      </c:pt>
                      <c:pt idx="907">
                        <c:v>3.0323490887863097E-2</c:v>
                      </c:pt>
                      <c:pt idx="908">
                        <c:v>3.11061854653585E-2</c:v>
                      </c:pt>
                      <c:pt idx="909">
                        <c:v>3.1838450321057102E-2</c:v>
                      </c:pt>
                      <c:pt idx="910">
                        <c:v>3.2515818336422302E-2</c:v>
                      </c:pt>
                      <c:pt idx="911">
                        <c:v>3.3134090901739501E-2</c:v>
                      </c:pt>
                      <c:pt idx="912">
                        <c:v>3.36893811726766E-2</c:v>
                      </c:pt>
                      <c:pt idx="913">
                        <c:v>3.41781547154726E-2</c:v>
                      </c:pt>
                      <c:pt idx="914">
                        <c:v>3.4597266946928704E-2</c:v>
                      </c:pt>
                      <c:pt idx="915">
                        <c:v>3.4943996814791899E-2</c:v>
                      </c:pt>
                      <c:pt idx="916">
                        <c:v>3.5216076214075701E-2</c:v>
                      </c:pt>
                      <c:pt idx="917">
                        <c:v>3.5411714694521298E-2</c:v>
                      </c:pt>
                      <c:pt idx="918">
                        <c:v>3.5529619082698798E-2</c:v>
                      </c:pt>
                      <c:pt idx="919">
                        <c:v>3.5569007717916698E-2</c:v>
                      </c:pt>
                      <c:pt idx="920">
                        <c:v>3.5529619082698798E-2</c:v>
                      </c:pt>
                      <c:pt idx="921">
                        <c:v>3.5411714694521298E-2</c:v>
                      </c:pt>
                      <c:pt idx="922">
                        <c:v>3.5216076214075701E-2</c:v>
                      </c:pt>
                      <c:pt idx="923">
                        <c:v>3.4943996814791899E-2</c:v>
                      </c:pt>
                      <c:pt idx="924">
                        <c:v>3.4597266946928704E-2</c:v>
                      </c:pt>
                      <c:pt idx="925">
                        <c:v>3.41781547154726E-2</c:v>
                      </c:pt>
                      <c:pt idx="926">
                        <c:v>3.36893811726766E-2</c:v>
                      </c:pt>
                      <c:pt idx="927">
                        <c:v>3.3134090901739501E-2</c:v>
                      </c:pt>
                      <c:pt idx="928">
                        <c:v>3.2515818336422302E-2</c:v>
                      </c:pt>
                      <c:pt idx="929">
                        <c:v>3.1838450321057102E-2</c:v>
                      </c:pt>
                      <c:pt idx="930">
                        <c:v>3.11061854653585E-2</c:v>
                      </c:pt>
                      <c:pt idx="931">
                        <c:v>3.0323490887863097E-2</c:v>
                      </c:pt>
                      <c:pt idx="932">
                        <c:v>2.9495056970107899E-2</c:v>
                      </c:pt>
                      <c:pt idx="933">
                        <c:v>2.8625750760475101E-2</c:v>
                      </c:pt>
                      <c:pt idx="934">
                        <c:v>2.7720568671901803E-2</c:v>
                      </c:pt>
                      <c:pt idx="935">
                        <c:v>2.6784589111548001E-2</c:v>
                      </c:pt>
                      <c:pt idx="936">
                        <c:v>2.58229256634574E-2</c:v>
                      </c:pt>
                      <c:pt idx="937">
                        <c:v>2.4840681417875602E-2</c:v>
                      </c:pt>
                      <c:pt idx="938">
                        <c:v>2.3842905004059299E-2</c:v>
                      </c:pt>
                      <c:pt idx="939">
                        <c:v>2.2834548838146701E-2</c:v>
                      </c:pt>
                      <c:pt idx="940">
                        <c:v>2.1820430045141902E-2</c:v>
                      </c:pt>
                      <c:pt idx="941">
                        <c:v>2.0805194455584899E-2</c:v>
                      </c:pt>
                      <c:pt idx="942">
                        <c:v>1.9793284014408302E-2</c:v>
                      </c:pt>
                      <c:pt idx="943">
                        <c:v>1.8788907873235602E-2</c:v>
                      </c:pt>
                      <c:pt idx="944">
                        <c:v>1.77960173693823E-2</c:v>
                      </c:pt>
                      <c:pt idx="945">
                        <c:v>1.6818285026478298E-2</c:v>
                      </c:pt>
                      <c:pt idx="946">
                        <c:v>1.58590876442791E-2</c:v>
                      </c:pt>
                      <c:pt idx="947">
                        <c:v>1.4921493480132999E-2</c:v>
                      </c:pt>
                      <c:pt idx="948">
                        <c:v>1.4008253462864299E-2</c:v>
                      </c:pt>
                      <c:pt idx="949">
                        <c:v>1.3121796322526101E-2</c:v>
                      </c:pt>
                      <c:pt idx="950">
                        <c:v>1.2264227467437001E-2</c:v>
                      </c:pt>
                      <c:pt idx="951">
                        <c:v>1.1437331393838299E-2</c:v>
                      </c:pt>
                      <c:pt idx="952">
                        <c:v>1.0642577373922E-2</c:v>
                      </c:pt>
                      <c:pt idx="953">
                        <c:v>9.8811281352458504E-3</c:v>
                      </c:pt>
                      <c:pt idx="954">
                        <c:v>9.1538512188597005E-3</c:v>
                      </c:pt>
                      <c:pt idx="955">
                        <c:v>8.4613326848386912E-3</c:v>
                      </c:pt>
                      <c:pt idx="956">
                        <c:v>7.8038928222371297E-3</c:v>
                      </c:pt>
                      <c:pt idx="957">
                        <c:v>7.1816035154680805E-3</c:v>
                      </c:pt>
                      <c:pt idx="958">
                        <c:v>6.5943069203960305E-3</c:v>
                      </c:pt>
                      <c:pt idx="959">
                        <c:v>6.0416351105079405E-3</c:v>
                      </c:pt>
                      <c:pt idx="960">
                        <c:v>5.5230303658224504E-3</c:v>
                      </c:pt>
                      <c:pt idx="961">
                        <c:v>5.0377657940647103E-3</c:v>
                      </c:pt>
                      <c:pt idx="962">
                        <c:v>4.5849659943833802E-3</c:v>
                      </c:pt>
                      <c:pt idx="963">
                        <c:v>4.1636274978020501E-3</c:v>
                      </c:pt>
                      <c:pt idx="964">
                        <c:v>3.77263874495624E-3</c:v>
                      </c:pt>
                      <c:pt idx="965">
                        <c:v>3.4107993897563998E-3</c:v>
                      </c:pt>
                      <c:pt idx="966">
                        <c:v>3.0768387467502599E-3</c:v>
                      </c:pt>
                      <c:pt idx="967">
                        <c:v>2.76943322948823E-3</c:v>
                      </c:pt>
                      <c:pt idx="968">
                        <c:v>2.4872226565259298E-3</c:v>
                      </c:pt>
                      <c:pt idx="969">
                        <c:v>2.22882533029378E-3</c:v>
                      </c:pt>
                      <c:pt idx="970">
                        <c:v>1.9928518214545701E-3</c:v>
                      </c:pt>
                      <c:pt idx="971">
                        <c:v>1.77791741715867E-3</c:v>
                      </c:pt>
                      <c:pt idx="972">
                        <c:v>1.58265321546785E-3</c:v>
                      </c:pt>
                      <c:pt idx="973">
                        <c:v>1.4057158699014799E-3</c:v>
                      </c:pt>
                      <c:pt idx="974">
                        <c:v>1.2457960073827699E-3</c:v>
                      </c:pt>
                      <c:pt idx="975">
                        <c:v>1.10162535971693E-3</c:v>
                      </c:pt>
                      <c:pt idx="976">
                        <c:v>9.7198266306917599E-4</c:v>
                      </c:pt>
                      <c:pt idx="977">
                        <c:v>8.5569839173798494E-4</c:v>
                      </c:pt>
                      <c:pt idx="978">
                        <c:v>7.5165840189966404E-4</c:v>
                      </c:pt>
                      <c:pt idx="979">
                        <c:v>6.5880656803769897E-4</c:v>
                      </c:pt>
                      <c:pt idx="980">
                        <c:v>5.7614649960713792E-4</c:v>
                      </c:pt>
                      <c:pt idx="981">
                        <c:v>5.0274242829010502E-4</c:v>
                      </c:pt>
                      <c:pt idx="982">
                        <c:v>4.37719357165993E-4</c:v>
                      </c:pt>
                      <c:pt idx="983">
                        <c:v>3.8026256245580001E-4</c:v>
                      </c:pt>
                      <c:pt idx="984">
                        <c:v>3.29616536419609E-4</c:v>
                      </c:pt>
                      <c:pt idx="985">
                        <c:v>2.8508345670692997E-4</c:v>
                      </c:pt>
                      <c:pt idx="986">
                        <c:v>2.4602126319592103E-4</c:v>
                      </c:pt>
                      <c:pt idx="987">
                        <c:v>2.1184141831679298E-4</c:v>
                      </c:pt>
                      <c:pt idx="988">
                        <c:v>1.8200642123270301E-4</c:v>
                      </c:pt>
                      <c:pt idx="989">
                        <c:v>1.56027140230305E-4</c:v>
                      </c:pt>
                      <c:pt idx="990">
                        <c:v>1.3346002141730501E-4</c:v>
                      </c:pt>
                      <c:pt idx="991">
                        <c:v>1.13904225483587E-4</c:v>
                      </c:pt>
                      <c:pt idx="992">
                        <c:v>9.6998737984801804E-5</c:v>
                      </c:pt>
                      <c:pt idx="993">
                        <c:v>8.2419492462673801E-5</c:v>
                      </c:pt>
                      <c:pt idx="994">
                        <c:v>6.9876539815832801E-5</c:v>
                      </c:pt>
                      <c:pt idx="995">
                        <c:v>5.9111291751831106E-5</c:v>
                      </c:pt>
                      <c:pt idx="996">
                        <c:v>4.9893860940912798E-5</c:v>
                      </c:pt>
                      <c:pt idx="997">
                        <c:v>4.2020515695124198E-5</c:v>
                      </c:pt>
                      <c:pt idx="998">
                        <c:v>3.5311262637995602E-5</c:v>
                      </c:pt>
                      <c:pt idx="999">
                        <c:v>2.9607566923070598E-5</c:v>
                      </c:pt>
                      <c:pt idx="1000">
                        <c:v>2.47702161056068E-5</c:v>
                      </c:pt>
                      <c:pt idx="1001">
                        <c:v>2.0677330762982198E-5</c:v>
                      </c:pt>
                      <c:pt idx="1002">
                        <c:v>1.72225223800948E-5</c:v>
                      </c:pt>
                      <c:pt idx="1003">
                        <c:v>1.4313196844474401E-5</c:v>
                      </c:pt>
                      <c:pt idx="1004">
                        <c:v>1.1869000105377901E-5</c:v>
                      </c:pt>
                      <c:pt idx="1005">
                        <c:v>9.8204011118502986E-6</c:v>
                      </c:pt>
                      <c:pt idx="1006">
                        <c:v>8.1074060245132295E-6</c:v>
                      </c:pt>
                      <c:pt idx="1007">
                        <c:v>6.6783968615002897E-6</c:v>
                      </c:pt>
                      <c:pt idx="1008">
                        <c:v>5.4890871571474002E-6</c:v>
                      </c:pt>
                      <c:pt idx="1009">
                        <c:v>4.50158685001666E-6</c:v>
                      </c:pt>
                      <c:pt idx="1010">
                        <c:v>3.6835684430570601E-6</c:v>
                      </c:pt>
                      <c:pt idx="1011">
                        <c:v>3.0075264633678401E-6</c:v>
                      </c:pt>
                      <c:pt idx="1012">
                        <c:v>2.4501223643761901E-6</c:v>
                      </c:pt>
                      <c:pt idx="1013">
                        <c:v>1.9916072338367203E-6</c:v>
                      </c:pt>
                      <c:pt idx="1014">
                        <c:v>1.6153149739249699E-6</c:v>
                      </c:pt>
                      <c:pt idx="1015">
                        <c:v>1.30721898438016E-6</c:v>
                      </c:pt>
                      <c:pt idx="1016">
                        <c:v>1.0555457882100601E-6</c:v>
                      </c:pt>
                      <c:pt idx="1017">
                        <c:v>8.5043947640530695E-7</c:v>
                      </c:pt>
                      <c:pt idx="1018">
                        <c:v>6.8367130025415709E-7</c:v>
                      </c:pt>
                      <c:pt idx="1019">
                        <c:v>5.4838919621334504E-7</c:v>
                      </c:pt>
                      <c:pt idx="1020">
                        <c:v>4.3890247989766401E-7</c:v>
                      </c:pt>
                      <c:pt idx="1021">
                        <c:v>3.5049738544107797E-7</c:v>
                      </c:pt>
                      <c:pt idx="1022">
                        <c:v>2.7927954872246399E-7</c:v>
                      </c:pt>
                      <c:pt idx="1023">
                        <c:v>2.22039933635131E-7</c:v>
                      </c:pt>
                      <c:pt idx="1024">
                        <c:v>1.7614107684532898E-7</c:v>
                      </c:pt>
                      <c:pt idx="1025">
                        <c:v>1.3942087651910101E-7</c:v>
                      </c:pt>
                      <c:pt idx="1026">
                        <c:v>1.10111473370783E-7</c:v>
                      </c:pt>
                      <c:pt idx="1027">
                        <c:v>8.6771067896200293E-8</c:v>
                      </c:pt>
                      <c:pt idx="1028">
                        <c:v>6.8226786177113303E-8</c:v>
                      </c:pt>
                      <c:pt idx="1029">
                        <c:v>5.3526949012361394E-8</c:v>
                      </c:pt>
                      <c:pt idx="1030">
                        <c:v>4.1901316518968604E-8</c:v>
                      </c:pt>
                      <c:pt idx="1031">
                        <c:v>3.2728074171806503E-8</c:v>
                      </c:pt>
                      <c:pt idx="1032">
                        <c:v>2.5506498094453901E-8</c:v>
                      </c:pt>
                      <c:pt idx="1033">
                        <c:v>1.9834388951945103E-8</c:v>
                      </c:pt>
                      <c:pt idx="1034">
                        <c:v>1.53894967411334E-8</c:v>
                      </c:pt>
                      <c:pt idx="1035">
                        <c:v>1.1914274832086299E-8</c:v>
                      </c:pt>
                      <c:pt idx="1036">
                        <c:v>9.203402447505951E-9</c:v>
                      </c:pt>
                      <c:pt idx="1037">
                        <c:v>7.0936019709659698E-9</c:v>
                      </c:pt>
                      <c:pt idx="1038">
                        <c:v>5.4553525552224104E-9</c:v>
                      </c:pt>
                      <c:pt idx="1039">
                        <c:v>4.1861658647919301E-9</c:v>
                      </c:pt>
                      <c:pt idx="1040">
                        <c:v>3.20514473004987E-9</c:v>
                      </c:pt>
                      <c:pt idx="1041">
                        <c:v>2.4485921994516897E-9</c:v>
                      </c:pt>
                      <c:pt idx="1042">
                        <c:v>1.8664780268745999E-9</c:v>
                      </c:pt>
                      <c:pt idx="1043">
                        <c:v>1.4196029884665902E-9</c:v>
                      </c:pt>
                      <c:pt idx="1044">
                        <c:v>1.07732944949353E-9</c:v>
                      </c:pt>
                      <c:pt idx="1045">
                        <c:v>8.1577005990103097E-10</c:v>
                      </c:pt>
                      <c:pt idx="1046">
                        <c:v>6.1634601957495603E-10</c:v>
                      </c:pt>
                      <c:pt idx="1047">
                        <c:v>4.7437845592833603E-10</c:v>
                      </c:pt>
                      <c:pt idx="1048">
                        <c:v>4.0339467410502602E-10</c:v>
                      </c:pt>
                      <c:pt idx="1049">
                        <c:v>3.67902783193371E-10</c:v>
                      </c:pt>
                      <c:pt idx="1050">
                        <c:v>3.5015683773754304E-10</c:v>
                      </c:pt>
                      <c:pt idx="1051">
                        <c:v>3.4128386500963002E-10</c:v>
                      </c:pt>
                      <c:pt idx="1052">
                        <c:v>3.3684737864567305E-10</c:v>
                      </c:pt>
                      <c:pt idx="1053">
                        <c:v>3.3462913546369402E-10</c:v>
                      </c:pt>
                      <c:pt idx="1054">
                        <c:v>3.3352001387270499E-10</c:v>
                      </c:pt>
                      <c:pt idx="1055">
                        <c:v>3.3296545307721004E-10</c:v>
                      </c:pt>
                      <c:pt idx="1056">
                        <c:v>3.3241089228171602E-10</c:v>
                      </c:pt>
                      <c:pt idx="1057">
                        <c:v>4.39965287186271E-10</c:v>
                      </c:pt>
                      <c:pt idx="1058">
                        <c:v>5.8103083692254404E-10</c:v>
                      </c:pt>
                      <c:pt idx="1059">
                        <c:v>7.6562755513111799E-10</c:v>
                      </c:pt>
                      <c:pt idx="1060">
                        <c:v>1.00663848979745E-9</c:v>
                      </c:pt>
                      <c:pt idx="1061">
                        <c:v>1.3205872870163E-9</c:v>
                      </c:pt>
                      <c:pt idx="1062">
                        <c:v>1.7286150729790601E-9</c:v>
                      </c:pt>
                      <c:pt idx="1063">
                        <c:v>2.25770441628611E-9</c:v>
                      </c:pt>
                      <c:pt idx="1064">
                        <c:v>2.94220868310854E-9</c:v>
                      </c:pt>
                      <c:pt idx="1065">
                        <c:v>3.8257577493341398E-9</c:v>
                      </c:pt>
                      <c:pt idx="1066">
                        <c:v>4.9636261490143801E-9</c:v>
                      </c:pt>
                      <c:pt idx="1067">
                        <c:v>6.4256677289075395E-9</c:v>
                      </c:pt>
                      <c:pt idx="1068">
                        <c:v>8.2999422094338308E-9</c:v>
                      </c:pt>
                      <c:pt idx="1069">
                        <c:v>1.06971842438854E-8</c:v>
                      </c:pt>
                      <c:pt idx="1070">
                        <c:v>1.37562951999047E-8</c:v>
                      </c:pt>
                      <c:pt idx="1071">
                        <c:v>1.76510725997952E-8</c:v>
                      </c:pt>
                      <c:pt idx="1072">
                        <c:v>2.2598432649008298E-8</c:v>
                      </c:pt>
                      <c:pt idx="1073">
                        <c:v>2.8868428313347899E-8</c:v>
                      </c:pt>
                      <c:pt idx="1074">
                        <c:v>3.6796419787521602E-8</c:v>
                      </c:pt>
                      <c:pt idx="1075">
                        <c:v>4.6797816790484704E-8</c:v>
                      </c:pt>
                      <c:pt idx="1076">
                        <c:v>5.9385883823632099E-8</c:v>
                      </c:pt>
                      <c:pt idx="1077">
                        <c:v>7.5193181256161304E-8</c:v>
                      </c:pt>
                      <c:pt idx="1078">
                        <c:v>9.4997307781749301E-8</c:v>
                      </c:pt>
                      <c:pt idx="1079">
                        <c:v>1.1975171432554501E-7</c:v>
                      </c:pt>
                      <c:pt idx="1080">
                        <c:v>1.5062247672320601E-7</c:v>
                      </c:pt>
                      <c:pt idx="1081">
                        <c:v>1.8903204520932003E-7</c:v>
                      </c:pt>
                      <c:pt idx="1082">
                        <c:v>2.3671113357404801E-7</c:v>
                      </c:pt>
                      <c:pt idx="1083">
                        <c:v>2.9576007022263598E-7</c:v>
                      </c:pt>
                      <c:pt idx="1084">
                        <c:v>3.6872110750647501E-7</c:v>
                      </c:pt>
                      <c:pt idx="1085">
                        <c:v>4.5866337447662196E-7</c:v>
                      </c:pt>
                      <c:pt idx="1086">
                        <c:v>5.6928236114039303E-7</c:v>
                      </c:pt>
                      <c:pt idx="1087">
                        <c:v>7.0501603840172599E-7</c:v>
                      </c:pt>
                      <c:pt idx="1088">
                        <c:v>8.711799455908021E-7</c:v>
                      </c:pt>
                      <c:pt idx="1089">
                        <c:v>1.0741238146243499E-6</c:v>
                      </c:pt>
                      <c:pt idx="1090">
                        <c:v>1.3214125434010801E-6</c:v>
                      </c:pt>
                      <c:pt idx="1091">
                        <c:v>1.62203457716562E-6</c:v>
                      </c:pt>
                      <c:pt idx="1092">
                        <c:v>1.9866410004266397E-6</c:v>
                      </c:pt>
                      <c:pt idx="1093">
                        <c:v>2.4278188776648599E-6</c:v>
                      </c:pt>
                      <c:pt idx="1094">
                        <c:v>2.96040260141175E-6</c:v>
                      </c:pt>
                      <c:pt idx="1095">
                        <c:v>3.6018272029624799E-6</c:v>
                      </c:pt>
                      <c:pt idx="1096">
                        <c:v>4.3725277443295897E-6</c:v>
                      </c:pt>
                      <c:pt idx="1097">
                        <c:v>5.2963890290160603E-6</c:v>
                      </c:pt>
                      <c:pt idx="1098">
                        <c:v>6.4012499313961096E-6</c:v>
                      </c:pt>
                      <c:pt idx="1099">
                        <c:v>7.7194666362195298E-6</c:v>
                      </c:pt>
                      <c:pt idx="1100">
                        <c:v>9.2885389860344402E-6</c:v>
                      </c:pt>
                      <c:pt idx="1101">
                        <c:v>1.11518039390716E-5</c:v>
                      </c:pt>
                      <c:pt idx="1102">
                        <c:v>1.3359199826347399E-5</c:v>
                      </c:pt>
                      <c:pt idx="1103">
                        <c:v>1.5968104646762701E-5</c:v>
                      </c:pt>
                      <c:pt idx="1104">
                        <c:v>1.9044251034808002E-5</c:v>
                      </c:pt>
                      <c:pt idx="1105">
                        <c:v>2.26627197592462E-5</c:v>
                      </c:pt>
                      <c:pt idx="1106">
                        <c:v>2.6909012645504201E-5</c:v>
                      </c:pt>
                      <c:pt idx="1107">
                        <c:v>3.18802046433293E-5</c:v>
                      </c:pt>
                      <c:pt idx="1108">
                        <c:v>3.7686173370208704E-5</c:v>
                      </c:pt>
                      <c:pt idx="1109">
                        <c:v>4.4450902838339296E-5</c:v>
                      </c:pt>
                      <c:pt idx="1110">
                        <c:v>5.2313856210127001E-5</c:v>
                      </c:pt>
                      <c:pt idx="1111">
                        <c:v>6.1431410320079402E-5</c:v>
                      </c:pt>
                      <c:pt idx="1112">
                        <c:v>7.1978342350385096E-5</c:v>
                      </c:pt>
                      <c:pt idx="1113">
                        <c:v>8.4149356460332494E-5</c:v>
                      </c:pt>
                      <c:pt idx="1114">
                        <c:v>9.8160635359805209E-5</c:v>
                      </c:pt>
                      <c:pt idx="1115">
                        <c:v>1.14251398805936E-4</c:v>
                      </c:pt>
                      <c:pt idx="1116">
                        <c:v>1.3268544781976199E-4</c:v>
                      </c:pt>
                      <c:pt idx="1117">
                        <c:v>1.5375267010576E-4</c:v>
                      </c:pt>
                      <c:pt idx="1118">
                        <c:v>1.77770478760634E-4</c:v>
                      </c:pt>
                      <c:pt idx="1119">
                        <c:v>2.05085152938011E-4</c:v>
                      </c:pt>
                      <c:pt idx="1120">
                        <c:v>2.36073045762295E-4</c:v>
                      </c:pt>
                      <c:pt idx="1121">
                        <c:v>2.7114162153758602E-4</c:v>
                      </c:pt>
                      <c:pt idx="1122">
                        <c:v>3.1073028126549804E-4</c:v>
                      </c:pt>
                      <c:pt idx="1123">
                        <c:v>3.5531093276709898E-4</c:v>
                      </c:pt>
                      <c:pt idx="1124">
                        <c:v>4.0538825940471501E-4</c:v>
                      </c:pt>
                      <c:pt idx="1125">
                        <c:v>4.61499639630691E-4</c:v>
                      </c:pt>
                      <c:pt idx="1126">
                        <c:v>5.24214668468205E-4</c:v>
                      </c:pt>
                      <c:pt idx="1127">
                        <c:v>5.9413423167104201E-4</c:v>
                      </c:pt>
                      <c:pt idx="1128">
                        <c:v>6.71889083831006E-4</c:v>
                      </c:pt>
                      <c:pt idx="1129">
                        <c:v>7.5813788321495298E-4</c:v>
                      </c:pt>
                      <c:pt idx="1130">
                        <c:v>8.5356463872192704E-4</c:v>
                      </c:pt>
                      <c:pt idx="1131">
                        <c:v>9.5887552814648096E-4</c:v>
                      </c:pt>
                      <c:pt idx="1132">
                        <c:v>1.0747950519933499E-3</c:v>
                      </c:pt>
                      <c:pt idx="1133">
                        <c:v>1.20206149346754E-3</c:v>
                      </c:pt>
                      <c:pt idx="1134">
                        <c:v>1.3414216629958101E-3</c:v>
                      </c:pt>
                      <c:pt idx="1135">
                        <c:v>1.4936249147251299E-3</c:v>
                      </c:pt>
                      <c:pt idx="1136">
                        <c:v>1.65941643286597E-3</c:v>
                      </c:pt>
                      <c:pt idx="1137">
                        <c:v>1.8395297974419301E-3</c:v>
                      </c:pt>
                      <c:pt idx="1138">
                        <c:v>2.0346788518765899E-3</c:v>
                      </c:pt>
                      <c:pt idx="1139">
                        <c:v>2.2455489087566797E-3</c:v>
                      </c:pt>
                      <c:pt idx="1140">
                        <c:v>2.4727873448835598E-3</c:v>
                      </c:pt>
                      <c:pt idx="1141">
                        <c:v>2.7169936521472099E-3</c:v>
                      </c:pt>
                      <c:pt idx="1142">
                        <c:v>2.9787090265759098E-3</c:v>
                      </c:pt>
                      <c:pt idx="1143">
                        <c:v>3.2584055938407004E-3</c:v>
                      </c:pt>
                      <c:pt idx="1144">
                        <c:v>3.5564753852065103E-3</c:v>
                      </c:pt>
                      <c:pt idx="1145">
                        <c:v>3.8732191930703802E-3</c:v>
                      </c:pt>
                      <c:pt idx="1146">
                        <c:v>4.2088354494439102E-3</c:v>
                      </c:pt>
                      <c:pt idx="1147">
                        <c:v>4.5634092836347399E-3</c:v>
                      </c:pt>
                      <c:pt idx="1148">
                        <c:v>4.9369019265730401E-3</c:v>
                      </c:pt>
                      <c:pt idx="1149">
                        <c:v>5.3291406383254702E-3</c:v>
                      </c:pt>
                      <c:pt idx="1150">
                        <c:v>5.7398093419704001E-3</c:v>
                      </c:pt>
                      <c:pt idx="1151">
                        <c:v>6.1684401508252298E-3</c:v>
                      </c:pt>
                      <c:pt idx="1152">
                        <c:v>6.6144059767078104E-3</c:v>
                      </c:pt>
                      <c:pt idx="1153">
                        <c:v>7.0769144042137902E-3</c:v>
                      </c:pt>
                      <c:pt idx="1154">
                        <c:v>7.5550030096898802E-3</c:v>
                      </c:pt>
                      <c:pt idx="1155">
                        <c:v>8.0475362935374696E-3</c:v>
                      </c:pt>
                      <c:pt idx="1156">
                        <c:v>8.5532043806241104E-3</c:v>
                      </c:pt>
                      <c:pt idx="1157">
                        <c:v>9.0705236259256798E-3</c:v>
                      </c:pt>
                      <c:pt idx="1158">
                        <c:v>9.597839241173009E-3</c:v>
                      </c:pt>
                      <c:pt idx="1159">
                        <c:v>1.01333300334256E-2</c:v>
                      </c:pt>
                      <c:pt idx="1160">
                        <c:v>1.06750153184282E-2</c:v>
                      </c:pt>
                      <c:pt idx="1161">
                        <c:v>1.12207640407005E-2</c:v>
                      </c:pt>
                      <c:pt idx="1162">
                        <c:v>1.17683060990293E-2</c:v>
                      </c:pt>
                      <c:pt idx="1163">
                        <c:v>1.2315245840921101E-2</c:v>
                      </c:pt>
                      <c:pt idx="1164">
                        <c:v>1.28590776532527E-2</c:v>
                      </c:pt>
                      <c:pt idx="1165">
                        <c:v>1.3397203539492799E-2</c:v>
                      </c:pt>
                      <c:pt idx="1166">
                        <c:v>1.39269525372029E-2</c:v>
                      </c:pt>
                      <c:pt idx="1167">
                        <c:v>1.44456017937924E-2</c:v>
                      </c:pt>
                      <c:pt idx="1168">
                        <c:v>1.4950399084491599E-2</c:v>
                      </c:pt>
                      <c:pt idx="1169">
                        <c:v>1.54385865249614E-2</c:v>
                      </c:pt>
                      <c:pt idx="1170">
                        <c:v>1.5907425202640199E-2</c:v>
                      </c:pt>
                      <c:pt idx="1171">
                        <c:v>1.6354220426510298E-2</c:v>
                      </c:pt>
                      <c:pt idx="1172">
                        <c:v>1.67763472751086E-2</c:v>
                      </c:pt>
                      <c:pt idx="1173">
                        <c:v>1.7171276107839899E-2</c:v>
                      </c:pt>
                      <c:pt idx="1174">
                        <c:v>1.75365976954538E-2</c:v>
                      </c:pt>
                      <c:pt idx="1175">
                        <c:v>1.7870047622253301E-2</c:v>
                      </c:pt>
                      <c:pt idx="1176">
                        <c:v>1.8169529615444099E-2</c:v>
                      </c:pt>
                      <c:pt idx="1177">
                        <c:v>1.84331374661066E-2</c:v>
                      </c:pt>
                      <c:pt idx="1178">
                        <c:v>1.8659175221522897E-2</c:v>
                      </c:pt>
                      <c:pt idx="1179">
                        <c:v>1.8846175349854399E-2</c:v>
                      </c:pt>
                      <c:pt idx="1180">
                        <c:v>1.8992914605102301E-2</c:v>
                      </c:pt>
                      <c:pt idx="1181">
                        <c:v>1.9098427352461901E-2</c:v>
                      </c:pt>
                      <c:pt idx="1182">
                        <c:v>1.9162016151015499E-2</c:v>
                      </c:pt>
                      <c:pt idx="1183">
                        <c:v>1.9183259431514901E-2</c:v>
                      </c:pt>
                      <c:pt idx="1184">
                        <c:v>1.9162016151015499E-2</c:v>
                      </c:pt>
                      <c:pt idx="1185">
                        <c:v>1.9098427352461901E-2</c:v>
                      </c:pt>
                      <c:pt idx="1186">
                        <c:v>1.8992914605102301E-2</c:v>
                      </c:pt>
                      <c:pt idx="1187">
                        <c:v>1.8846175349854399E-2</c:v>
                      </c:pt>
                      <c:pt idx="1188">
                        <c:v>1.8659175221522897E-2</c:v>
                      </c:pt>
                      <c:pt idx="1189">
                        <c:v>1.84331374661066E-2</c:v>
                      </c:pt>
                      <c:pt idx="1190">
                        <c:v>1.8169529615444099E-2</c:v>
                      </c:pt>
                      <c:pt idx="1191">
                        <c:v>1.7870047622253301E-2</c:v>
                      </c:pt>
                      <c:pt idx="1192">
                        <c:v>1.75365976954538E-2</c:v>
                      </c:pt>
                      <c:pt idx="1193">
                        <c:v>1.7171276107839899E-2</c:v>
                      </c:pt>
                      <c:pt idx="1194">
                        <c:v>1.67763472751086E-2</c:v>
                      </c:pt>
                      <c:pt idx="1195">
                        <c:v>1.6354220426510298E-2</c:v>
                      </c:pt>
                      <c:pt idx="1196">
                        <c:v>1.5907425202640199E-2</c:v>
                      </c:pt>
                      <c:pt idx="1197">
                        <c:v>1.54385865249614E-2</c:v>
                      </c:pt>
                      <c:pt idx="1198">
                        <c:v>1.4950399084491599E-2</c:v>
                      </c:pt>
                      <c:pt idx="1199">
                        <c:v>1.44456017937924E-2</c:v>
                      </c:pt>
                      <c:pt idx="1200">
                        <c:v>1.39269525372029E-2</c:v>
                      </c:pt>
                      <c:pt idx="1201">
                        <c:v>1.3397203539492799E-2</c:v>
                      </c:pt>
                      <c:pt idx="1202">
                        <c:v>1.28590776532527E-2</c:v>
                      </c:pt>
                      <c:pt idx="1203">
                        <c:v>1.2315245840921101E-2</c:v>
                      </c:pt>
                      <c:pt idx="1204">
                        <c:v>1.17683060990293E-2</c:v>
                      </c:pt>
                      <c:pt idx="1205">
                        <c:v>1.12207640407005E-2</c:v>
                      </c:pt>
                      <c:pt idx="1206">
                        <c:v>1.06750153184282E-2</c:v>
                      </c:pt>
                      <c:pt idx="1207">
                        <c:v>1.01333300334256E-2</c:v>
                      </c:pt>
                      <c:pt idx="1208">
                        <c:v>9.597839241173009E-3</c:v>
                      </c:pt>
                      <c:pt idx="1209">
                        <c:v>9.0705236259256798E-3</c:v>
                      </c:pt>
                      <c:pt idx="1210">
                        <c:v>8.5532043806241104E-3</c:v>
                      </c:pt>
                      <c:pt idx="1211">
                        <c:v>8.0475362935374696E-3</c:v>
                      </c:pt>
                      <c:pt idx="1212">
                        <c:v>7.5550030096898802E-3</c:v>
                      </c:pt>
                      <c:pt idx="1213">
                        <c:v>7.0769144042137902E-3</c:v>
                      </c:pt>
                      <c:pt idx="1214">
                        <c:v>6.6144059767078104E-3</c:v>
                      </c:pt>
                      <c:pt idx="1215">
                        <c:v>6.1684401508252298E-3</c:v>
                      </c:pt>
                      <c:pt idx="1216">
                        <c:v>5.7398093419704001E-3</c:v>
                      </c:pt>
                      <c:pt idx="1217">
                        <c:v>5.3291406383254702E-3</c:v>
                      </c:pt>
                      <c:pt idx="1218">
                        <c:v>4.9369019265730401E-3</c:v>
                      </c:pt>
                      <c:pt idx="1219">
                        <c:v>4.5634092836347399E-3</c:v>
                      </c:pt>
                      <c:pt idx="1220">
                        <c:v>4.2088354494439102E-3</c:v>
                      </c:pt>
                      <c:pt idx="1221">
                        <c:v>3.8732191930703802E-3</c:v>
                      </c:pt>
                      <c:pt idx="1222">
                        <c:v>3.5564753852065103E-3</c:v>
                      </c:pt>
                      <c:pt idx="1223">
                        <c:v>3.2584055938407004E-3</c:v>
                      </c:pt>
                      <c:pt idx="1224">
                        <c:v>2.9787090265759098E-3</c:v>
                      </c:pt>
                      <c:pt idx="1225">
                        <c:v>2.7169936521472099E-3</c:v>
                      </c:pt>
                      <c:pt idx="1226">
                        <c:v>2.4727873448835598E-3</c:v>
                      </c:pt>
                      <c:pt idx="1227">
                        <c:v>2.2455489087566797E-3</c:v>
                      </c:pt>
                      <c:pt idx="1228">
                        <c:v>2.0346788518765899E-3</c:v>
                      </c:pt>
                      <c:pt idx="1229">
                        <c:v>1.8395297974419301E-3</c:v>
                      </c:pt>
                      <c:pt idx="1230">
                        <c:v>1.65941643286597E-3</c:v>
                      </c:pt>
                      <c:pt idx="1231">
                        <c:v>1.4936249147251299E-3</c:v>
                      </c:pt>
                      <c:pt idx="1232">
                        <c:v>1.3414216629958101E-3</c:v>
                      </c:pt>
                      <c:pt idx="1233">
                        <c:v>1.20206149346754E-3</c:v>
                      </c:pt>
                      <c:pt idx="1234">
                        <c:v>1.0747950519933499E-3</c:v>
                      </c:pt>
                      <c:pt idx="1235">
                        <c:v>9.5887552814648096E-4</c:v>
                      </c:pt>
                      <c:pt idx="1236">
                        <c:v>8.5356463872192704E-4</c:v>
                      </c:pt>
                      <c:pt idx="1237">
                        <c:v>7.5813788321495298E-4</c:v>
                      </c:pt>
                      <c:pt idx="1238">
                        <c:v>6.71889083831006E-4</c:v>
                      </c:pt>
                      <c:pt idx="1239">
                        <c:v>5.9413423167104201E-4</c:v>
                      </c:pt>
                      <c:pt idx="1240">
                        <c:v>5.24214668468205E-4</c:v>
                      </c:pt>
                      <c:pt idx="1241">
                        <c:v>4.61499639630691E-4</c:v>
                      </c:pt>
                      <c:pt idx="1242">
                        <c:v>4.0538825940471501E-4</c:v>
                      </c:pt>
                      <c:pt idx="1243">
                        <c:v>3.5531093276709898E-4</c:v>
                      </c:pt>
                      <c:pt idx="1244">
                        <c:v>3.1073028126549804E-4</c:v>
                      </c:pt>
                      <c:pt idx="1245">
                        <c:v>2.7114162153758602E-4</c:v>
                      </c:pt>
                      <c:pt idx="1246">
                        <c:v>2.36073045762295E-4</c:v>
                      </c:pt>
                      <c:pt idx="1247">
                        <c:v>2.05085152938011E-4</c:v>
                      </c:pt>
                      <c:pt idx="1248">
                        <c:v>1.77770478760634E-4</c:v>
                      </c:pt>
                      <c:pt idx="1249">
                        <c:v>1.5375267010576E-4</c:v>
                      </c:pt>
                      <c:pt idx="1250">
                        <c:v>1.3268544781976199E-4</c:v>
                      </c:pt>
                      <c:pt idx="1251">
                        <c:v>1.14251398805936E-4</c:v>
                      </c:pt>
                      <c:pt idx="1252">
                        <c:v>9.8160635359805209E-5</c:v>
                      </c:pt>
                      <c:pt idx="1253">
                        <c:v>8.4149356460332494E-5</c:v>
                      </c:pt>
                      <c:pt idx="1254">
                        <c:v>7.1978342350385096E-5</c:v>
                      </c:pt>
                      <c:pt idx="1255">
                        <c:v>6.1431410320079402E-5</c:v>
                      </c:pt>
                      <c:pt idx="1256">
                        <c:v>5.2313856210127001E-5</c:v>
                      </c:pt>
                      <c:pt idx="1257">
                        <c:v>4.4450902838339296E-5</c:v>
                      </c:pt>
                      <c:pt idx="1258">
                        <c:v>3.7686173370208704E-5</c:v>
                      </c:pt>
                      <c:pt idx="1259">
                        <c:v>3.18802046433293E-5</c:v>
                      </c:pt>
                      <c:pt idx="1260">
                        <c:v>2.6909012645504201E-5</c:v>
                      </c:pt>
                      <c:pt idx="1261">
                        <c:v>2.26627197592462E-5</c:v>
                      </c:pt>
                      <c:pt idx="1262">
                        <c:v>1.9044251034808002E-5</c:v>
                      </c:pt>
                      <c:pt idx="1263">
                        <c:v>1.5968104646762701E-5</c:v>
                      </c:pt>
                      <c:pt idx="1264">
                        <c:v>1.3359199826347399E-5</c:v>
                      </c:pt>
                      <c:pt idx="1265">
                        <c:v>1.11518039390716E-5</c:v>
                      </c:pt>
                      <c:pt idx="1266">
                        <c:v>9.2885389860344402E-6</c:v>
                      </c:pt>
                      <c:pt idx="1267">
                        <c:v>7.7194666362195298E-6</c:v>
                      </c:pt>
                      <c:pt idx="1268">
                        <c:v>6.4012499313961096E-6</c:v>
                      </c:pt>
                      <c:pt idx="1269">
                        <c:v>5.2963890290160603E-6</c:v>
                      </c:pt>
                      <c:pt idx="1270">
                        <c:v>4.3725277443295897E-6</c:v>
                      </c:pt>
                      <c:pt idx="1271">
                        <c:v>3.6018272029624799E-6</c:v>
                      </c:pt>
                      <c:pt idx="1272">
                        <c:v>2.96040260141175E-6</c:v>
                      </c:pt>
                      <c:pt idx="1273">
                        <c:v>2.4278188776648599E-6</c:v>
                      </c:pt>
                      <c:pt idx="1274">
                        <c:v>1.9866410004266397E-6</c:v>
                      </c:pt>
                      <c:pt idx="1275">
                        <c:v>1.62203457716562E-6</c:v>
                      </c:pt>
                      <c:pt idx="1276">
                        <c:v>1.3214125434010801E-6</c:v>
                      </c:pt>
                      <c:pt idx="1277">
                        <c:v>1.0741238146243499E-6</c:v>
                      </c:pt>
                      <c:pt idx="1278">
                        <c:v>8.711799455908021E-7</c:v>
                      </c:pt>
                      <c:pt idx="1279">
                        <c:v>7.0501603840172599E-7</c:v>
                      </c:pt>
                      <c:pt idx="1280">
                        <c:v>5.6928236114039303E-7</c:v>
                      </c:pt>
                      <c:pt idx="1281">
                        <c:v>4.5866337447662196E-7</c:v>
                      </c:pt>
                      <c:pt idx="1282">
                        <c:v>3.6872110750647501E-7</c:v>
                      </c:pt>
                      <c:pt idx="1283">
                        <c:v>2.9576007022263598E-7</c:v>
                      </c:pt>
                      <c:pt idx="1284">
                        <c:v>2.3671113357404801E-7</c:v>
                      </c:pt>
                      <c:pt idx="1285">
                        <c:v>1.8903204520932003E-7</c:v>
                      </c:pt>
                      <c:pt idx="1286">
                        <c:v>1.5062247672320601E-7</c:v>
                      </c:pt>
                      <c:pt idx="1287">
                        <c:v>1.1975171432554501E-7</c:v>
                      </c:pt>
                      <c:pt idx="1288">
                        <c:v>9.4997307781749301E-8</c:v>
                      </c:pt>
                      <c:pt idx="1289">
                        <c:v>7.5193181256161304E-8</c:v>
                      </c:pt>
                      <c:pt idx="1290">
                        <c:v>5.9385883823632099E-8</c:v>
                      </c:pt>
                      <c:pt idx="1291">
                        <c:v>4.6797816790484704E-8</c:v>
                      </c:pt>
                      <c:pt idx="1292">
                        <c:v>3.6796419787521602E-8</c:v>
                      </c:pt>
                      <c:pt idx="1293">
                        <c:v>2.8868428313347899E-8</c:v>
                      </c:pt>
                      <c:pt idx="1294">
                        <c:v>2.2598432649008298E-8</c:v>
                      </c:pt>
                      <c:pt idx="1295">
                        <c:v>1.76510725997952E-8</c:v>
                      </c:pt>
                      <c:pt idx="1296">
                        <c:v>1.37562951999047E-8</c:v>
                      </c:pt>
                      <c:pt idx="1297">
                        <c:v>1.06971842438854E-8</c:v>
                      </c:pt>
                      <c:pt idx="1298">
                        <c:v>8.2999422094338308E-9</c:v>
                      </c:pt>
                      <c:pt idx="1299">
                        <c:v>6.4256677289075395E-9</c:v>
                      </c:pt>
                      <c:pt idx="1300">
                        <c:v>4.9636261490143801E-9</c:v>
                      </c:pt>
                      <c:pt idx="1301">
                        <c:v>3.8257577493341398E-9</c:v>
                      </c:pt>
                      <c:pt idx="1302">
                        <c:v>2.94220868310854E-9</c:v>
                      </c:pt>
                      <c:pt idx="1303">
                        <c:v>2.25770441628611E-9</c:v>
                      </c:pt>
                      <c:pt idx="1304">
                        <c:v>1.7286150729790601E-9</c:v>
                      </c:pt>
                      <c:pt idx="1305">
                        <c:v>1.3205872870163E-9</c:v>
                      </c:pt>
                      <c:pt idx="1306">
                        <c:v>1.00663848979745E-9</c:v>
                      </c:pt>
                      <c:pt idx="1307">
                        <c:v>7.6562755513111799E-10</c:v>
                      </c:pt>
                      <c:pt idx="1308">
                        <c:v>5.8103083692254404E-10</c:v>
                      </c:pt>
                      <c:pt idx="1309">
                        <c:v>4.39965287186271E-10</c:v>
                      </c:pt>
                      <c:pt idx="1310">
                        <c:v>3.3241089228171602E-10</c:v>
                      </c:pt>
                      <c:pt idx="1311">
                        <c:v>1.8018852997378599E-10</c:v>
                      </c:pt>
                      <c:pt idx="1312">
                        <c:v>1.04077348819821E-10</c:v>
                      </c:pt>
                      <c:pt idx="1313">
                        <c:v>6.6021758242838904E-11</c:v>
                      </c:pt>
                      <c:pt idx="1314">
                        <c:v>4.6993962954347699E-11</c:v>
                      </c:pt>
                      <c:pt idx="1315">
                        <c:v>3.7480065310102097E-11</c:v>
                      </c:pt>
                      <c:pt idx="1316">
                        <c:v>3.2723116487979299E-11</c:v>
                      </c:pt>
                      <c:pt idx="1317">
                        <c:v>3.0344642076917896E-11</c:v>
                      </c:pt>
                      <c:pt idx="1318">
                        <c:v>2.9155404871387202E-11</c:v>
                      </c:pt>
                      <c:pt idx="1319">
                        <c:v>2.85607862686219E-11</c:v>
                      </c:pt>
                      <c:pt idx="1320">
                        <c:v>2.7966167665856501E-11</c:v>
                      </c:pt>
                      <c:pt idx="1321">
                        <c:v>3.7014861047875299E-11</c:v>
                      </c:pt>
                      <c:pt idx="1322">
                        <c:v>4.8882892172611797E-11</c:v>
                      </c:pt>
                      <c:pt idx="1323">
                        <c:v>6.4413258029614805E-11</c:v>
                      </c:pt>
                      <c:pt idx="1324">
                        <c:v>8.4689826471515112E-11</c:v>
                      </c:pt>
                      <c:pt idx="1325">
                        <c:v>1.11102753681119E-10</c:v>
                      </c:pt>
                      <c:pt idx="1326">
                        <c:v>1.45430670544E-10</c:v>
                      </c:pt>
                      <c:pt idx="1327">
                        <c:v>1.8994365621536899E-10</c:v>
                      </c:pt>
                      <c:pt idx="1328">
                        <c:v>2.4753190479095003E-10</c:v>
                      </c:pt>
                      <c:pt idx="1329">
                        <c:v>3.2186605538832201E-10</c:v>
                      </c:pt>
                      <c:pt idx="1330">
                        <c:v>4.1759642760539397E-10</c:v>
                      </c:pt>
                      <c:pt idx="1331">
                        <c:v>5.4059991788541102E-10</c:v>
                      </c:pt>
                      <c:pt idx="1332">
                        <c:v>6.9828510688280399E-10</c:v>
                      </c:pt>
                      <c:pt idx="1333">
                        <c:v>8.9996824732061094E-10</c:v>
                      </c:pt>
                      <c:pt idx="1334">
                        <c:v>1.15733529482395E-9</c:v>
                      </c:pt>
                      <c:pt idx="1335">
                        <c:v>1.48500806462662E-9</c:v>
                      </c:pt>
                      <c:pt idx="1336">
                        <c:v>1.9012360037592301E-9</c:v>
                      </c:pt>
                      <c:pt idx="1337">
                        <c:v>2.4287390251238597E-9</c:v>
                      </c:pt>
                      <c:pt idx="1338">
                        <c:v>3.09573142509708E-9</c:v>
                      </c:pt>
                      <c:pt idx="1339">
                        <c:v>3.9371621723200605E-9</c:v>
                      </c:pt>
                      <c:pt idx="1340">
                        <c:v>4.9962128876007402E-9</c:v>
                      </c:pt>
                      <c:pt idx="1341">
                        <c:v>6.3261017107609804E-9</c:v>
                      </c:pt>
                      <c:pt idx="1342">
                        <c:v>7.9922490475367195E-9</c:v>
                      </c:pt>
                      <c:pt idx="1343">
                        <c:v>1.00748699842955E-8</c:v>
                      </c:pt>
                      <c:pt idx="1344">
                        <c:v>1.26720680221207E-8</c:v>
                      </c:pt>
                      <c:pt idx="1345">
                        <c:v>1.59035157790898E-8</c:v>
                      </c:pt>
                      <c:pt idx="1346">
                        <c:v>1.9914820493597001E-8</c:v>
                      </c:pt>
                      <c:pt idx="1347">
                        <c:v>2.4882685570068199E-8</c:v>
                      </c:pt>
                      <c:pt idx="1348">
                        <c:v>3.1020994058543901E-8</c:v>
                      </c:pt>
                      <c:pt idx="1349">
                        <c:v>3.8587955842102498E-8</c:v>
                      </c:pt>
                      <c:pt idx="1350">
                        <c:v>4.7894477378840702E-8</c:v>
                      </c:pt>
                      <c:pt idx="1351">
                        <c:v>5.9313931025915098E-8</c:v>
                      </c:pt>
                      <c:pt idx="1352">
                        <c:v>7.3293520131934104E-8</c:v>
                      </c:pt>
                      <c:pt idx="1353">
                        <c:v>9.0367456034551285E-8</c:v>
                      </c:pt>
                      <c:pt idx="1354">
                        <c:v>1.1117218359139E-7</c:v>
                      </c:pt>
                      <c:pt idx="1355">
                        <c:v>1.3646391257957501E-7</c:v>
                      </c:pt>
                      <c:pt idx="1356">
                        <c:v>1.6713873281477998E-7</c:v>
                      </c:pt>
                      <c:pt idx="1357">
                        <c:v>2.0425561066622698E-7</c:v>
                      </c:pt>
                      <c:pt idx="1358">
                        <c:v>2.4906258318200301E-7</c:v>
                      </c:pt>
                      <c:pt idx="1359">
                        <c:v>3.0302648258627002E-7</c:v>
                      </c:pt>
                      <c:pt idx="1360">
                        <c:v>3.67866537652132E-7</c:v>
                      </c:pt>
                      <c:pt idx="1361">
                        <c:v>4.45592208463301E-7</c:v>
                      </c:pt>
                      <c:pt idx="1362">
                        <c:v>5.3854561631139101E-7</c:v>
                      </c:pt>
                      <c:pt idx="1363">
                        <c:v>6.494489297797759E-7</c:v>
                      </c:pt>
                      <c:pt idx="1364">
                        <c:v>7.8145706018001106E-7</c:v>
                      </c:pt>
                      <c:pt idx="1365">
                        <c:v>9.3821600308008104E-7</c:v>
                      </c:pt>
                      <c:pt idx="1366">
                        <c:v>1.12392713626449E-6</c:v>
                      </c:pt>
                      <c:pt idx="1367">
                        <c:v>1.34341774660875E-6</c:v>
                      </c:pt>
                      <c:pt idx="1368">
                        <c:v>1.60221800752164E-6</c:v>
                      </c:pt>
                      <c:pt idx="1369">
                        <c:v>1.9066445633023E-6</c:v>
                      </c:pt>
                      <c:pt idx="1370">
                        <c:v>2.2638907955189697E-6</c:v>
                      </c:pt>
                      <c:pt idx="1371">
                        <c:v>2.6821237479834599E-6</c:v>
                      </c:pt>
                      <c:pt idx="1372">
                        <c:v>3.1705875698639502E-6</c:v>
                      </c:pt>
                      <c:pt idx="1373">
                        <c:v>3.7397131999578402E-6</c:v>
                      </c:pt>
                      <c:pt idx="1374">
                        <c:v>4.4012338584261E-6</c:v>
                      </c:pt>
                      <c:pt idx="1375">
                        <c:v>5.1683057350159804E-6</c:v>
                      </c:pt>
                      <c:pt idx="1376">
                        <c:v>6.0556330650420595E-6</c:v>
                      </c:pt>
                      <c:pt idx="1377">
                        <c:v>7.0795965667369004E-6</c:v>
                      </c:pt>
                      <c:pt idx="1378">
                        <c:v>8.25838397717965E-6</c:v>
                      </c:pt>
                      <c:pt idx="1379">
                        <c:v>9.6121211706792003E-6</c:v>
                      </c:pt>
                      <c:pt idx="1380">
                        <c:v>1.1163002075762101E-5</c:v>
                      </c:pt>
                      <c:pt idx="1381">
                        <c:v>1.29354153281075E-5</c:v>
                      </c:pt>
                      <c:pt idx="1382">
                        <c:v>1.49560653110191E-5</c:v>
                      </c:pt>
                      <c:pt idx="1383">
                        <c:v>1.7254084947317201E-5</c:v>
                      </c:pt>
                      <c:pt idx="1384">
                        <c:v>1.9861137322728199E-5</c:v>
                      </c:pt>
                      <c:pt idx="1385">
                        <c:v>2.2811502947640999E-5</c:v>
                      </c:pt>
                      <c:pt idx="1386">
                        <c:v>2.6142149209012697E-5</c:v>
                      </c:pt>
                      <c:pt idx="1387">
                        <c:v>2.9892778335480398E-5</c:v>
                      </c:pt>
                      <c:pt idx="1388">
                        <c:v>3.4105850005281499E-5</c:v>
                      </c:pt>
                      <c:pt idx="1389">
                        <c:v>3.8826574577785501E-5</c:v>
                      </c:pt>
                      <c:pt idx="1390">
                        <c:v>4.4102872835041506E-5</c:v>
                      </c:pt>
                      <c:pt idx="1391">
                        <c:v>4.9985298089617202E-5</c:v>
                      </c:pt>
                      <c:pt idx="1392">
                        <c:v>5.6526916558895696E-5</c:v>
                      </c:pt>
                      <c:pt idx="1393">
                        <c:v>6.3783142033318804E-5</c:v>
                      </c:pt>
                      <c:pt idx="1394">
                        <c:v>7.1811521085515998E-5</c:v>
                      </c:pt>
                      <c:pt idx="1395">
                        <c:v>8.0671465386593805E-5</c:v>
                      </c:pt>
                      <c:pt idx="1396">
                        <c:v>9.0423928121479991E-5</c:v>
                      </c:pt>
                      <c:pt idx="1397">
                        <c:v>1.0113102203189201E-4</c:v>
                      </c:pt>
                      <c:pt idx="1398">
                        <c:v>1.1285557726598099E-4</c:v>
                      </c:pt>
                      <c:pt idx="1399">
                        <c:v>1.2566063797844198E-4</c:v>
                      </c:pt>
                      <c:pt idx="1400">
                        <c:v>1.3960889750170099E-4</c:v>
                      </c:pt>
                      <c:pt idx="1401">
                        <c:v>1.5476207289260902E-4</c:v>
                      </c:pt>
                      <c:pt idx="1402">
                        <c:v>1.71180220741771E-4</c:v>
                      </c:pt>
                      <c:pt idx="1403">
                        <c:v>1.8892099730278501E-4</c:v>
                      </c:pt>
                      <c:pt idx="1404">
                        <c:v>2.0803886724149199E-4</c:v>
                      </c:pt>
                      <c:pt idx="1405">
                        <c:v>2.2858426660285602E-4</c:v>
                      </c:pt>
                      <c:pt idx="1406">
                        <c:v>2.5060272692395202E-4</c:v>
                      </c:pt>
                      <c:pt idx="1407">
                        <c:v>2.7413396876142701E-4</c:v>
                      </c:pt>
                      <c:pt idx="1408">
                        <c:v>2.9921097422368599E-4</c:v>
                      </c:pt>
                      <c:pt idx="1409">
                        <c:v>3.25859049372606E-4</c:v>
                      </c:pt>
                      <c:pt idx="1410">
                        <c:v>3.54094888555561E-4</c:v>
                      </c:pt>
                      <c:pt idx="1411">
                        <c:v>3.8392565381370703E-4</c:v>
                      </c:pt>
                      <c:pt idx="1412">
                        <c:v>4.1534808345396098E-4</c:v>
                      </c:pt>
                      <c:pt idx="1413">
                        <c:v>4.48347644637448E-4</c:v>
                      </c:pt>
                      <c:pt idx="1414">
                        <c:v>4.8289774539503902E-4</c:v>
                      </c:pt>
                      <c:pt idx="1415">
                        <c:v>5.1895902180179002E-4</c:v>
                      </c:pt>
                      <c:pt idx="1416">
                        <c:v>5.56478716100208E-4</c:v>
                      </c:pt>
                      <c:pt idx="1417">
                        <c:v>5.9539016133510706E-4</c:v>
                      </c:pt>
                      <c:pt idx="1418">
                        <c:v>6.3561238753264305E-4</c:v>
                      </c:pt>
                      <c:pt idx="1419">
                        <c:v>6.77049863610963E-4</c:v>
                      </c:pt>
                      <c:pt idx="1420">
                        <c:v>7.1959238804410696E-4</c:v>
                      </c:pt>
                      <c:pt idx="1421">
                        <c:v>7.6311513981547991E-4</c:v>
                      </c:pt>
                      <c:pt idx="1422">
                        <c:v>8.07478899401112E-4</c:v>
                      </c:pt>
                      <c:pt idx="1423">
                        <c:v>8.5253044743211393E-4</c:v>
                      </c:pt>
                      <c:pt idx="1424">
                        <c:v>8.9810314632451796E-4</c:v>
                      </c:pt>
                      <c:pt idx="1425">
                        <c:v>9.4401770756446905E-4</c:v>
                      </c:pt>
                      <c:pt idx="1426">
                        <c:v>9.9008314453682901E-4</c:v>
                      </c:pt>
                      <c:pt idx="1427">
                        <c:v>1.0360979078313599E-3</c:v>
                      </c:pt>
                      <c:pt idx="1428">
                        <c:v>1.0818511969047E-3</c:v>
                      </c:pt>
                      <c:pt idx="1429">
                        <c:v>1.12712443887528E-3</c:v>
                      </c:pt>
                      <c:pt idx="1430">
                        <c:v>1.17169292214335E-3</c:v>
                      </c:pt>
                      <c:pt idx="1431">
                        <c:v>1.2153275695220599E-3</c:v>
                      </c:pt>
                      <c:pt idx="1432">
                        <c:v>1.25779683270432E-3</c:v>
                      </c:pt>
                      <c:pt idx="1433">
                        <c:v>1.29886868723601E-3</c:v>
                      </c:pt>
                      <c:pt idx="1434">
                        <c:v>1.3383127047837001E-3</c:v>
                      </c:pt>
                      <c:pt idx="1435">
                        <c:v>1.3759021774308999E-3</c:v>
                      </c:pt>
                      <c:pt idx="1436">
                        <c:v>1.4114162670659501E-3</c:v>
                      </c:pt>
                      <c:pt idx="1437">
                        <c:v>1.4446421516825299E-3</c:v>
                      </c:pt>
                      <c:pt idx="1438">
                        <c:v>1.4753771396398699E-3</c:v>
                      </c:pt>
                      <c:pt idx="1439">
                        <c:v>1.5034307226528402E-3</c:v>
                      </c:pt>
                      <c:pt idx="1440">
                        <c:v>1.52862653852094E-3</c:v>
                      </c:pt>
                      <c:pt idx="1441">
                        <c:v>1.55080421536859E-3</c:v>
                      </c:pt>
                      <c:pt idx="1442">
                        <c:v>1.56982107045235E-3</c:v>
                      </c:pt>
                      <c:pt idx="1443">
                        <c:v>1.5855536383792301E-3</c:v>
                      </c:pt>
                      <c:pt idx="1444">
                        <c:v>1.5978990058467498E-3</c:v>
                      </c:pt>
                      <c:pt idx="1445">
                        <c:v>1.6067759327226699E-3</c:v>
                      </c:pt>
                      <c:pt idx="1446">
                        <c:v>1.6121257423808699E-3</c:v>
                      </c:pt>
                      <c:pt idx="1447">
                        <c:v>1.61391296764338E-3</c:v>
                      </c:pt>
                      <c:pt idx="1448">
                        <c:v>1.6121257423808699E-3</c:v>
                      </c:pt>
                      <c:pt idx="1449">
                        <c:v>1.6067759327226699E-3</c:v>
                      </c:pt>
                      <c:pt idx="1450">
                        <c:v>1.5978990058467498E-3</c:v>
                      </c:pt>
                      <c:pt idx="1451">
                        <c:v>1.5855536383792301E-3</c:v>
                      </c:pt>
                      <c:pt idx="1452">
                        <c:v>1.56982107045235E-3</c:v>
                      </c:pt>
                      <c:pt idx="1453">
                        <c:v>1.55080421536859E-3</c:v>
                      </c:pt>
                      <c:pt idx="1454">
                        <c:v>1.52862653852094E-3</c:v>
                      </c:pt>
                      <c:pt idx="1455">
                        <c:v>1.5034307226528402E-3</c:v>
                      </c:pt>
                      <c:pt idx="1456">
                        <c:v>1.4753771396398699E-3</c:v>
                      </c:pt>
                      <c:pt idx="1457">
                        <c:v>1.4446421516825299E-3</c:v>
                      </c:pt>
                      <c:pt idx="1458">
                        <c:v>1.4114162670659501E-3</c:v>
                      </c:pt>
                      <c:pt idx="1459">
                        <c:v>1.3759021774308999E-3</c:v>
                      </c:pt>
                      <c:pt idx="1460">
                        <c:v>1.3383127047837001E-3</c:v>
                      </c:pt>
                      <c:pt idx="1461">
                        <c:v>1.29886868723601E-3</c:v>
                      </c:pt>
                      <c:pt idx="1462">
                        <c:v>1.25779683270432E-3</c:v>
                      </c:pt>
                      <c:pt idx="1463">
                        <c:v>1.2153275695220599E-3</c:v>
                      </c:pt>
                      <c:pt idx="1464">
                        <c:v>1.17169292214335E-3</c:v>
                      </c:pt>
                      <c:pt idx="1465">
                        <c:v>1.12712443887528E-3</c:v>
                      </c:pt>
                      <c:pt idx="1466">
                        <c:v>1.0818511969047E-3</c:v>
                      </c:pt>
                      <c:pt idx="1467">
                        <c:v>1.0360979078313599E-3</c:v>
                      </c:pt>
                      <c:pt idx="1468">
                        <c:v>9.9008314453682901E-4</c:v>
                      </c:pt>
                      <c:pt idx="1469">
                        <c:v>9.4401770756446905E-4</c:v>
                      </c:pt>
                      <c:pt idx="1470">
                        <c:v>8.9810314632451796E-4</c:v>
                      </c:pt>
                      <c:pt idx="1471">
                        <c:v>8.5253044743211393E-4</c:v>
                      </c:pt>
                      <c:pt idx="1472">
                        <c:v>8.07478899401112E-4</c:v>
                      </c:pt>
                      <c:pt idx="1473">
                        <c:v>7.6311513981547991E-4</c:v>
                      </c:pt>
                      <c:pt idx="1474">
                        <c:v>7.1959238804410696E-4</c:v>
                      </c:pt>
                      <c:pt idx="1475">
                        <c:v>6.77049863610963E-4</c:v>
                      </c:pt>
                      <c:pt idx="1476">
                        <c:v>6.3561238753264305E-4</c:v>
                      </c:pt>
                      <c:pt idx="1477">
                        <c:v>5.9539016133510706E-4</c:v>
                      </c:pt>
                      <c:pt idx="1478">
                        <c:v>5.56478716100208E-4</c:v>
                      </c:pt>
                      <c:pt idx="1479">
                        <c:v>5.1895902180179002E-4</c:v>
                      </c:pt>
                      <c:pt idx="1480">
                        <c:v>4.8289774539503902E-4</c:v>
                      </c:pt>
                      <c:pt idx="1481">
                        <c:v>4.48347644637448E-4</c:v>
                      </c:pt>
                      <c:pt idx="1482">
                        <c:v>4.1534808345396098E-4</c:v>
                      </c:pt>
                      <c:pt idx="1483">
                        <c:v>3.8392565381370703E-4</c:v>
                      </c:pt>
                      <c:pt idx="1484">
                        <c:v>3.54094888555561E-4</c:v>
                      </c:pt>
                      <c:pt idx="1485">
                        <c:v>3.25859049372606E-4</c:v>
                      </c:pt>
                      <c:pt idx="1486">
                        <c:v>2.9921097422368599E-4</c:v>
                      </c:pt>
                      <c:pt idx="1487">
                        <c:v>2.7413396876142701E-4</c:v>
                      </c:pt>
                      <c:pt idx="1488">
                        <c:v>2.5060272692395202E-4</c:v>
                      </c:pt>
                      <c:pt idx="1489">
                        <c:v>2.2858426660285602E-4</c:v>
                      </c:pt>
                      <c:pt idx="1490">
                        <c:v>2.0803886724149199E-4</c:v>
                      </c:pt>
                      <c:pt idx="1491">
                        <c:v>1.8892099730278501E-4</c:v>
                      </c:pt>
                      <c:pt idx="1492">
                        <c:v>1.71180220741771E-4</c:v>
                      </c:pt>
                      <c:pt idx="1493">
                        <c:v>1.5476207289260902E-4</c:v>
                      </c:pt>
                      <c:pt idx="1494">
                        <c:v>1.3960889750170099E-4</c:v>
                      </c:pt>
                      <c:pt idx="1495">
                        <c:v>1.2566063797844198E-4</c:v>
                      </c:pt>
                      <c:pt idx="1496">
                        <c:v>1.1285557726598099E-4</c:v>
                      </c:pt>
                      <c:pt idx="1497">
                        <c:v>1.0113102203189201E-4</c:v>
                      </c:pt>
                      <c:pt idx="1498">
                        <c:v>9.0423928121479991E-5</c:v>
                      </c:pt>
                      <c:pt idx="1499">
                        <c:v>8.0671465386593805E-5</c:v>
                      </c:pt>
                      <c:pt idx="1500">
                        <c:v>7.1811521085515998E-5</c:v>
                      </c:pt>
                      <c:pt idx="1501">
                        <c:v>6.3783142033318804E-5</c:v>
                      </c:pt>
                      <c:pt idx="1502">
                        <c:v>5.6526916558895696E-5</c:v>
                      </c:pt>
                      <c:pt idx="1503">
                        <c:v>4.9985298089617202E-5</c:v>
                      </c:pt>
                      <c:pt idx="1504">
                        <c:v>4.4102872835041506E-5</c:v>
                      </c:pt>
                      <c:pt idx="1505">
                        <c:v>3.8826574577785501E-5</c:v>
                      </c:pt>
                      <c:pt idx="1506">
                        <c:v>3.4105850005281499E-5</c:v>
                      </c:pt>
                      <c:pt idx="1507">
                        <c:v>2.9892778335480398E-5</c:v>
                      </c:pt>
                      <c:pt idx="1508">
                        <c:v>2.6142149209012697E-5</c:v>
                      </c:pt>
                      <c:pt idx="1509">
                        <c:v>2.2811502947640999E-5</c:v>
                      </c:pt>
                      <c:pt idx="1510">
                        <c:v>1.9861137322728199E-5</c:v>
                      </c:pt>
                      <c:pt idx="1511">
                        <c:v>1.7254084947317201E-5</c:v>
                      </c:pt>
                      <c:pt idx="1512">
                        <c:v>1.49560653110191E-5</c:v>
                      </c:pt>
                      <c:pt idx="1513">
                        <c:v>1.29354153281075E-5</c:v>
                      </c:pt>
                      <c:pt idx="1514">
                        <c:v>1.1163002075762101E-5</c:v>
                      </c:pt>
                      <c:pt idx="1515">
                        <c:v>9.6121211706792003E-6</c:v>
                      </c:pt>
                      <c:pt idx="1516">
                        <c:v>8.25838397717965E-6</c:v>
                      </c:pt>
                      <c:pt idx="1517">
                        <c:v>7.0795965667369004E-6</c:v>
                      </c:pt>
                      <c:pt idx="1518">
                        <c:v>6.0556330650420595E-6</c:v>
                      </c:pt>
                      <c:pt idx="1519">
                        <c:v>5.1683057350159804E-6</c:v>
                      </c:pt>
                      <c:pt idx="1520">
                        <c:v>4.4012338584261E-6</c:v>
                      </c:pt>
                      <c:pt idx="1521">
                        <c:v>3.7397131999578402E-6</c:v>
                      </c:pt>
                      <c:pt idx="1522">
                        <c:v>3.1705875698639502E-6</c:v>
                      </c:pt>
                      <c:pt idx="1523">
                        <c:v>2.6821237479834599E-6</c:v>
                      </c:pt>
                      <c:pt idx="1524">
                        <c:v>2.2638907955189697E-6</c:v>
                      </c:pt>
                      <c:pt idx="1525">
                        <c:v>1.9066445633023E-6</c:v>
                      </c:pt>
                      <c:pt idx="1526">
                        <c:v>1.60221800752164E-6</c:v>
                      </c:pt>
                      <c:pt idx="1527">
                        <c:v>1.34341774660875E-6</c:v>
                      </c:pt>
                      <c:pt idx="1528">
                        <c:v>1.12392713626449E-6</c:v>
                      </c:pt>
                      <c:pt idx="1529">
                        <c:v>9.3821600308008104E-7</c:v>
                      </c:pt>
                      <c:pt idx="1530">
                        <c:v>7.8145706018001106E-7</c:v>
                      </c:pt>
                      <c:pt idx="1531">
                        <c:v>6.494489297797759E-7</c:v>
                      </c:pt>
                      <c:pt idx="1532">
                        <c:v>5.3854561631139101E-7</c:v>
                      </c:pt>
                      <c:pt idx="1533">
                        <c:v>4.45592208463301E-7</c:v>
                      </c:pt>
                      <c:pt idx="1534">
                        <c:v>3.67866537652132E-7</c:v>
                      </c:pt>
                      <c:pt idx="1535">
                        <c:v>3.0302648258627002E-7</c:v>
                      </c:pt>
                      <c:pt idx="1536">
                        <c:v>2.4906258318200301E-7</c:v>
                      </c:pt>
                      <c:pt idx="1537">
                        <c:v>2.0425561066622698E-7</c:v>
                      </c:pt>
                      <c:pt idx="1538">
                        <c:v>1.6713873281477998E-7</c:v>
                      </c:pt>
                      <c:pt idx="1539">
                        <c:v>1.3646391257957501E-7</c:v>
                      </c:pt>
                      <c:pt idx="1540">
                        <c:v>1.1117218359139E-7</c:v>
                      </c:pt>
                      <c:pt idx="1541">
                        <c:v>9.0367456034551285E-8</c:v>
                      </c:pt>
                      <c:pt idx="1542">
                        <c:v>7.3293520131934104E-8</c:v>
                      </c:pt>
                      <c:pt idx="1543">
                        <c:v>5.9313931025915098E-8</c:v>
                      </c:pt>
                      <c:pt idx="1544">
                        <c:v>4.7894477378840702E-8</c:v>
                      </c:pt>
                      <c:pt idx="1545">
                        <c:v>3.8587955842102498E-8</c:v>
                      </c:pt>
                      <c:pt idx="1546">
                        <c:v>3.1020994058543901E-8</c:v>
                      </c:pt>
                      <c:pt idx="1547">
                        <c:v>2.4882685570068199E-8</c:v>
                      </c:pt>
                      <c:pt idx="1548">
                        <c:v>1.9914820493597001E-8</c:v>
                      </c:pt>
                      <c:pt idx="1549">
                        <c:v>1.59035157790898E-8</c:v>
                      </c:pt>
                      <c:pt idx="1550">
                        <c:v>1.26720680221207E-8</c:v>
                      </c:pt>
                      <c:pt idx="1551">
                        <c:v>1.00748699842955E-8</c:v>
                      </c:pt>
                      <c:pt idx="1552">
                        <c:v>7.9922490475367195E-9</c:v>
                      </c:pt>
                      <c:pt idx="1553">
                        <c:v>6.3261017107609804E-9</c:v>
                      </c:pt>
                      <c:pt idx="1554">
                        <c:v>4.9962128876007402E-9</c:v>
                      </c:pt>
                      <c:pt idx="1555">
                        <c:v>3.9371621723200605E-9</c:v>
                      </c:pt>
                      <c:pt idx="1556">
                        <c:v>3.09573142509708E-9</c:v>
                      </c:pt>
                      <c:pt idx="1557">
                        <c:v>2.4287390251238597E-9</c:v>
                      </c:pt>
                      <c:pt idx="1558">
                        <c:v>1.9012360037592301E-9</c:v>
                      </c:pt>
                      <c:pt idx="1559">
                        <c:v>1.48500806462662E-9</c:v>
                      </c:pt>
                      <c:pt idx="1560">
                        <c:v>1.15733529482395E-9</c:v>
                      </c:pt>
                      <c:pt idx="1561">
                        <c:v>8.9996824732061094E-10</c:v>
                      </c:pt>
                      <c:pt idx="1562">
                        <c:v>6.9828510688280399E-10</c:v>
                      </c:pt>
                      <c:pt idx="1563">
                        <c:v>5.4059991788541102E-10</c:v>
                      </c:pt>
                      <c:pt idx="1564">
                        <c:v>4.1759642760539397E-10</c:v>
                      </c:pt>
                      <c:pt idx="1565">
                        <c:v>3.2186605538832201E-10</c:v>
                      </c:pt>
                      <c:pt idx="1566">
                        <c:v>2.4753190479095003E-10</c:v>
                      </c:pt>
                      <c:pt idx="1567">
                        <c:v>1.8994365621536899E-10</c:v>
                      </c:pt>
                      <c:pt idx="1568">
                        <c:v>1.45430670544E-10</c:v>
                      </c:pt>
                      <c:pt idx="1569">
                        <c:v>1.11102753681119E-10</c:v>
                      </c:pt>
                      <c:pt idx="1570">
                        <c:v>8.4689826471515112E-11</c:v>
                      </c:pt>
                      <c:pt idx="1571">
                        <c:v>6.4413258029614805E-11</c:v>
                      </c:pt>
                      <c:pt idx="1572">
                        <c:v>4.8882892172611797E-11</c:v>
                      </c:pt>
                      <c:pt idx="1573">
                        <c:v>3.7014861047875299E-11</c:v>
                      </c:pt>
                      <c:pt idx="1574">
                        <c:v>2.7966167665856501E-11</c:v>
                      </c:pt>
                      <c:pt idx="1575">
                        <c:v>1.62358621898543E-11</c:v>
                      </c:pt>
                      <c:pt idx="1576">
                        <c:v>1.0370709451853099E-11</c:v>
                      </c:pt>
                      <c:pt idx="1577">
                        <c:v>7.43813308285259E-12</c:v>
                      </c:pt>
                      <c:pt idx="1578">
                        <c:v>5.9718448983523105E-12</c:v>
                      </c:pt>
                      <c:pt idx="1579">
                        <c:v>5.2387008061021703E-12</c:v>
                      </c:pt>
                      <c:pt idx="1580">
                        <c:v>4.8721287599770998E-12</c:v>
                      </c:pt>
                      <c:pt idx="1581">
                        <c:v>4.6888427369145702E-12</c:v>
                      </c:pt>
                      <c:pt idx="1582">
                        <c:v>4.5971997253833002E-12</c:v>
                      </c:pt>
                      <c:pt idx="1583">
                        <c:v>4.5513782196176599E-12</c:v>
                      </c:pt>
                      <c:pt idx="1584">
                        <c:v>4.5055567138520301E-12</c:v>
                      </c:pt>
                      <c:pt idx="1585">
                        <c:v>5.9633682276089895E-12</c:v>
                      </c:pt>
                      <c:pt idx="1586">
                        <c:v>7.8753959302657496E-12</c:v>
                      </c:pt>
                      <c:pt idx="1587">
                        <c:v>1.0377452879635601E-11</c:v>
                      </c:pt>
                      <c:pt idx="1588">
                        <c:v>1.3644158213338499E-11</c:v>
                      </c:pt>
                      <c:pt idx="1589">
                        <c:v>1.7899476387197799E-11</c:v>
                      </c:pt>
                      <c:pt idx="1590">
                        <c:v>2.3429958008494E-11</c:v>
                      </c:pt>
                      <c:pt idx="1591">
                        <c:v>3.0601329640156299E-11</c:v>
                      </c:pt>
                      <c:pt idx="1592">
                        <c:v>3.9879222954279207E-11</c:v>
                      </c:pt>
                      <c:pt idx="1593">
                        <c:v>5.1855005095547498E-11</c:v>
                      </c:pt>
                      <c:pt idx="1594">
                        <c:v>6.7277876989030805E-11</c:v>
                      </c:pt>
                      <c:pt idx="1595">
                        <c:v>8.7094650172972503E-11</c:v>
                      </c:pt>
                      <c:pt idx="1596">
                        <c:v>1.12498901854894E-10</c:v>
                      </c:pt>
                      <c:pt idx="1597">
                        <c:v>1.4499154933979501E-10</c:v>
                      </c:pt>
                      <c:pt idx="1598">
                        <c:v>1.8645528661898802E-10</c:v>
                      </c:pt>
                      <c:pt idx="1599">
                        <c:v>2.3924579640819301E-10</c:v>
                      </c:pt>
                      <c:pt idx="1600">
                        <c:v>3.06303199769945E-10</c:v>
                      </c:pt>
                      <c:pt idx="1601">
                        <c:v>3.9128784292461999E-10</c:v>
                      </c:pt>
                      <c:pt idx="1602">
                        <c:v>4.9874525795887904E-10</c:v>
                      </c:pt>
                      <c:pt idx="1603">
                        <c:v>6.3430598253468699E-10</c:v>
                      </c:pt>
                      <c:pt idx="1604">
                        <c:v>8.0492689554481202E-10</c:v>
                      </c:pt>
                      <c:pt idx="1605">
                        <c:v>1.0191818334204E-9</c:v>
                      </c:pt>
                      <c:pt idx="1606">
                        <c:v>1.2876105079949899E-9</c:v>
                      </c:pt>
                      <c:pt idx="1607">
                        <c:v>1.6231361637135801E-9</c:v>
                      </c:pt>
                      <c:pt idx="1608">
                        <c:v>2.0415640011041498E-9</c:v>
                      </c:pt>
                      <c:pt idx="1609">
                        <c:v>2.5621741651721399E-9</c:v>
                      </c:pt>
                      <c:pt idx="1610">
                        <c:v>3.2084250603142502E-9</c:v>
                      </c:pt>
                      <c:pt idx="1611">
                        <c:v>4.0087849135569499E-9</c:v>
                      </c:pt>
                      <c:pt idx="1612">
                        <c:v>4.9977118681683301E-9</c:v>
                      </c:pt>
                      <c:pt idx="1613">
                        <c:v>6.2168054484803099E-9</c:v>
                      </c:pt>
                      <c:pt idx="1614">
                        <c:v>7.71615498730369E-9</c:v>
                      </c:pt>
                      <c:pt idx="1615">
                        <c:v>9.5559135363777608E-9</c:v>
                      </c:pt>
                      <c:pt idx="1616">
                        <c:v>1.1808128866918601E-8</c:v>
                      </c:pt>
                      <c:pt idx="1617">
                        <c:v>1.45588663815132E-8</c:v>
                      </c:pt>
                      <c:pt idx="1618">
                        <c:v>1.79106620599042E-8</c:v>
                      </c:pt>
                      <c:pt idx="1619">
                        <c:v>2.1985346897282402E-8</c:v>
                      </c:pt>
                      <c:pt idx="1620">
                        <c:v>2.6927287598927798E-8</c:v>
                      </c:pt>
                      <c:pt idx="1621">
                        <c:v>3.2907091489075498E-8</c:v>
                      </c:pt>
                      <c:pt idx="1622">
                        <c:v>4.0125826578485402E-8</c:v>
                      </c:pt>
                      <c:pt idx="1623">
                        <c:v>4.8819810401065801E-8</c:v>
                      </c:pt>
                      <c:pt idx="1624">
                        <c:v>5.9266023443877597E-8</c:v>
                      </c:pt>
                      <c:pt idx="1625">
                        <c:v>7.1788204607421997E-8</c:v>
                      </c:pt>
                      <c:pt idx="1626">
                        <c:v>8.6763686976309598E-8</c:v>
                      </c:pt>
                      <c:pt idx="1627">
                        <c:v>1.04631032068286E-7</c:v>
                      </c:pt>
                      <c:pt idx="1628">
                        <c:v>1.25898519459273E-7</c:v>
                      </c:pt>
                      <c:pt idx="1629">
                        <c:v>1.51153546035619E-7</c:v>
                      </c:pt>
                      <c:pt idx="1630">
                        <c:v>1.8107298487162498E-7</c:v>
                      </c:pt>
                      <c:pt idx="1631">
                        <c:v>2.1643454763131E-7</c:v>
                      </c:pt>
                      <c:pt idx="1632">
                        <c:v>2.58129186204415E-7</c:v>
                      </c:pt>
                      <c:pt idx="1633">
                        <c:v>3.0717455876530897E-7</c:v>
                      </c:pt>
                      <c:pt idx="1634">
                        <c:v>3.6472957235508002E-7</c:v>
                      </c:pt>
                      <c:pt idx="1635">
                        <c:v>4.3210999821268401E-7</c:v>
                      </c:pt>
                      <c:pt idx="1636">
                        <c:v>5.1080513722647103E-7</c:v>
                      </c:pt>
                      <c:pt idx="1637">
                        <c:v>6.0249549088280601E-7</c:v>
                      </c:pt>
                      <c:pt idx="1638">
                        <c:v>7.0907136783974806E-7</c:v>
                      </c:pt>
                      <c:pt idx="1639">
                        <c:v>8.3265232769346699E-7</c:v>
                      </c:pt>
                      <c:pt idx="1640">
                        <c:v>9.7560733164505883E-7</c:v>
                      </c:pt>
                      <c:pt idx="1641">
                        <c:v>1.14057543470886E-6</c:v>
                      </c:pt>
                      <c:pt idx="1642">
                        <c:v>1.3304868160172401E-6</c:v>
                      </c:pt>
                      <c:pt idx="1643">
                        <c:v>1.5485839029631098E-6</c:v>
                      </c:pt>
                      <c:pt idx="1644">
                        <c:v>1.7984423017887899E-6</c:v>
                      </c:pt>
                      <c:pt idx="1645">
                        <c:v>2.0839912023117199E-6</c:v>
                      </c:pt>
                      <c:pt idx="1646">
                        <c:v>2.4095328784408798E-6</c:v>
                      </c:pt>
                      <c:pt idx="1647">
                        <c:v>2.7797608597859098E-6</c:v>
                      </c:pt>
                      <c:pt idx="1648">
                        <c:v>3.1997763039376502E-6</c:v>
                      </c:pt>
                      <c:pt idx="1649">
                        <c:v>3.6751020549833898E-6</c:v>
                      </c:pt>
                      <c:pt idx="1650">
                        <c:v>4.21169383272312E-6</c:v>
                      </c:pt>
                      <c:pt idx="1651">
                        <c:v>4.8159479602043402E-6</c:v>
                      </c:pt>
                      <c:pt idx="1652">
                        <c:v>5.4947050060253702E-6</c:v>
                      </c:pt>
                      <c:pt idx="1653">
                        <c:v>6.2552486938850005E-6</c:v>
                      </c:pt>
                      <c:pt idx="1654">
                        <c:v>7.1052994166477599E-6</c:v>
                      </c:pt>
                      <c:pt idx="1655">
                        <c:v>8.0530016873397793E-6</c:v>
                      </c:pt>
                      <c:pt idx="1656">
                        <c:v>9.1069048665623101E-6</c:v>
                      </c:pt>
                      <c:pt idx="1657">
                        <c:v>1.0275936526321201E-5</c:v>
                      </c:pt>
                      <c:pt idx="1658">
                        <c:v>1.1569367845627001E-5</c:v>
                      </c:pt>
                      <c:pt idx="1659">
                        <c:v>1.2996770484666901E-5</c:v>
                      </c:pt>
                      <c:pt idx="1660">
                        <c:v>1.4567964452920301E-5</c:v>
                      </c:pt>
                      <c:pt idx="1661">
                        <c:v>1.6292956573052599E-5</c:v>
                      </c:pt>
                      <c:pt idx="1662">
                        <c:v>1.81818692472183E-5</c:v>
                      </c:pt>
                      <c:pt idx="1663">
                        <c:v>2.02448593556109E-5</c:v>
                      </c:pt>
                      <c:pt idx="1664">
                        <c:v>2.2492027258358599E-5</c:v>
                      </c:pt>
                      <c:pt idx="1665">
                        <c:v>2.4933316030364099E-5</c:v>
                      </c:pt>
                      <c:pt idx="1666">
                        <c:v>2.7578401233122098E-5</c:v>
                      </c:pt>
                      <c:pt idx="1667">
                        <c:v>3.0436571716059499E-5</c:v>
                      </c:pt>
                      <c:pt idx="1668">
                        <c:v>3.3516602140179801E-5</c:v>
                      </c:pt>
                      <c:pt idx="1669">
                        <c:v>3.68266181258302E-5</c:v>
                      </c:pt>
                      <c:pt idx="1670">
                        <c:v>4.03739551408163E-5</c:v>
                      </c:pt>
                      <c:pt idx="1671">
                        <c:v>4.4165012460963598E-5</c:v>
                      </c:pt>
                      <c:pt idx="1672">
                        <c:v>4.8205103748184404E-5</c:v>
                      </c:pt>
                      <c:pt idx="1673">
                        <c:v>5.24983059964509E-5</c:v>
                      </c:pt>
                      <c:pt idx="1674">
                        <c:v>5.7047308788754404E-5</c:v>
                      </c:pt>
                      <c:pt idx="1675">
                        <c:v>6.1853265982963497E-5</c:v>
                      </c:pt>
                      <c:pt idx="1676">
                        <c:v>6.691565209616841E-5</c:v>
                      </c:pt>
                      <c:pt idx="1677">
                        <c:v>7.22321257804033E-5</c:v>
                      </c:pt>
                      <c:pt idx="1678">
                        <c:v>7.7798402872515706E-5</c:v>
                      </c:pt>
                      <c:pt idx="1679">
                        <c:v>8.3608141552688099E-5</c:v>
                      </c:pt>
                      <c:pt idx="1680">
                        <c:v>8.9652842155491801E-5</c:v>
                      </c:pt>
                      <c:pt idx="1681">
                        <c:v>9.5921764140745707E-5</c:v>
                      </c:pt>
                      <c:pt idx="1682">
                        <c:v>1.02401862646042E-4</c:v>
                      </c:pt>
                      <c:pt idx="1683">
                        <c:v>1.0907774690664101E-4</c:v>
                      </c:pt>
                      <c:pt idx="1684">
                        <c:v>1.15931662640615E-4</c:v>
                      </c:pt>
                      <c:pt idx="1685">
                        <c:v>1.2294350025783101E-4</c:v>
                      </c:pt>
                      <c:pt idx="1686">
                        <c:v>1.3009083046199E-4</c:v>
                      </c:pt>
                      <c:pt idx="1687">
                        <c:v>1.37348968478102E-4</c:v>
                      </c:pt>
                      <c:pt idx="1688">
                        <c:v>1.4469106775735798E-4</c:v>
                      </c:pt>
                      <c:pt idx="1689">
                        <c:v>1.5208824359245801E-4</c:v>
                      </c:pt>
                      <c:pt idx="1690">
                        <c:v>1.59509726625356E-4</c:v>
                      </c:pt>
                      <c:pt idx="1691">
                        <c:v>1.6692304575349301E-4</c:v>
                      </c:pt>
                      <c:pt idx="1692">
                        <c:v>1.7429423944825403E-4</c:v>
                      </c:pt>
                      <c:pt idx="1693">
                        <c:v>1.81588093999783E-4</c:v>
                      </c:pt>
                      <c:pt idx="1694">
                        <c:v>1.8876840670525901E-4</c:v>
                      </c:pt>
                      <c:pt idx="1695">
                        <c:v>1.95798271533458E-4</c:v>
                      </c:pt>
                      <c:pt idx="1696">
                        <c:v>2.0264038433737998E-4</c:v>
                      </c:pt>
                      <c:pt idx="1697">
                        <c:v>2.0925736425921398E-4</c:v>
                      </c:pt>
                      <c:pt idx="1698">
                        <c:v>2.1561208758801202E-4</c:v>
                      </c:pt>
                      <c:pt idx="1699">
                        <c:v>2.2166802999954701E-4</c:v>
                      </c:pt>
                      <c:pt idx="1700">
                        <c:v>2.27389612838618E-4</c:v>
                      </c:pt>
                      <c:pt idx="1701">
                        <c:v>2.3274254890395598E-4</c:v>
                      </c:pt>
                      <c:pt idx="1702">
                        <c:v>2.3769418307120898E-4</c:v>
                      </c:pt>
                      <c:pt idx="1703">
                        <c:v>2.4221382304483399E-4</c:v>
                      </c:pt>
                      <c:pt idx="1704">
                        <c:v>2.4627305556828303E-4</c:v>
                      </c:pt>
                      <c:pt idx="1705">
                        <c:v>2.4984604354477203E-4</c:v>
                      </c:pt>
                      <c:pt idx="1706">
                        <c:v>2.5290979972769802E-4</c:v>
                      </c:pt>
                      <c:pt idx="1707">
                        <c:v>2.5544443292792698E-4</c:v>
                      </c:pt>
                      <c:pt idx="1708">
                        <c:v>2.5743336305031101E-4</c:v>
                      </c:pt>
                      <c:pt idx="1709">
                        <c:v>2.58863501707923E-4</c:v>
                      </c:pt>
                      <c:pt idx="1710">
                        <c:v>2.5972539566176402E-4</c:v>
                      </c:pt>
                      <c:pt idx="1711">
                        <c:v>2.6001333088681504E-4</c:v>
                      </c:pt>
                      <c:pt idx="1712">
                        <c:v>2.5972539566176402E-4</c:v>
                      </c:pt>
                      <c:pt idx="1713">
                        <c:v>2.58863501707923E-4</c:v>
                      </c:pt>
                      <c:pt idx="1714">
                        <c:v>2.5743336305031101E-4</c:v>
                      </c:pt>
                      <c:pt idx="1715">
                        <c:v>2.5544443292792698E-4</c:v>
                      </c:pt>
                      <c:pt idx="1716">
                        <c:v>2.5290979972769802E-4</c:v>
                      </c:pt>
                      <c:pt idx="1717">
                        <c:v>2.4984604354477203E-4</c:v>
                      </c:pt>
                      <c:pt idx="1718">
                        <c:v>2.4627305556828303E-4</c:v>
                      </c:pt>
                      <c:pt idx="1719">
                        <c:v>2.4221382304483399E-4</c:v>
                      </c:pt>
                      <c:pt idx="1720">
                        <c:v>2.3769418307120898E-4</c:v>
                      </c:pt>
                      <c:pt idx="1721">
                        <c:v>2.3274254890395598E-4</c:v>
                      </c:pt>
                      <c:pt idx="1722">
                        <c:v>2.27389612838618E-4</c:v>
                      </c:pt>
                      <c:pt idx="1723">
                        <c:v>2.2166802999954701E-4</c:v>
                      </c:pt>
                      <c:pt idx="1724">
                        <c:v>2.1561208758801202E-4</c:v>
                      </c:pt>
                      <c:pt idx="1725">
                        <c:v>2.0925736425921398E-4</c:v>
                      </c:pt>
                      <c:pt idx="1726">
                        <c:v>2.0264038433737998E-4</c:v>
                      </c:pt>
                      <c:pt idx="1727">
                        <c:v>1.95798271533458E-4</c:v>
                      </c:pt>
                      <c:pt idx="1728">
                        <c:v>1.8876840670525901E-4</c:v>
                      </c:pt>
                      <c:pt idx="1729">
                        <c:v>1.81588093999783E-4</c:v>
                      </c:pt>
                      <c:pt idx="1730">
                        <c:v>1.7429423944825403E-4</c:v>
                      </c:pt>
                      <c:pt idx="1731">
                        <c:v>1.6692304575349301E-4</c:v>
                      </c:pt>
                      <c:pt idx="1732">
                        <c:v>1.59509726625356E-4</c:v>
                      </c:pt>
                      <c:pt idx="1733">
                        <c:v>1.5208824359245801E-4</c:v>
                      </c:pt>
                      <c:pt idx="1734">
                        <c:v>1.4469106775735798E-4</c:v>
                      </c:pt>
                      <c:pt idx="1735">
                        <c:v>1.37348968478102E-4</c:v>
                      </c:pt>
                      <c:pt idx="1736">
                        <c:v>1.3009083046199E-4</c:v>
                      </c:pt>
                      <c:pt idx="1737">
                        <c:v>1.2294350025783101E-4</c:v>
                      </c:pt>
                      <c:pt idx="1738">
                        <c:v>1.15931662640615E-4</c:v>
                      </c:pt>
                      <c:pt idx="1739">
                        <c:v>1.0907774690664101E-4</c:v>
                      </c:pt>
                      <c:pt idx="1740">
                        <c:v>1.02401862646042E-4</c:v>
                      </c:pt>
                      <c:pt idx="1741">
                        <c:v>9.5921764140745707E-5</c:v>
                      </c:pt>
                      <c:pt idx="1742">
                        <c:v>8.9652842155491801E-5</c:v>
                      </c:pt>
                      <c:pt idx="1743">
                        <c:v>8.3608141552688099E-5</c:v>
                      </c:pt>
                      <c:pt idx="1744">
                        <c:v>7.7798402872515706E-5</c:v>
                      </c:pt>
                      <c:pt idx="1745">
                        <c:v>7.22321257804033E-5</c:v>
                      </c:pt>
                      <c:pt idx="1746">
                        <c:v>6.691565209616841E-5</c:v>
                      </c:pt>
                      <c:pt idx="1747">
                        <c:v>6.1853265982963497E-5</c:v>
                      </c:pt>
                      <c:pt idx="1748">
                        <c:v>5.7047308788754404E-5</c:v>
                      </c:pt>
                      <c:pt idx="1749">
                        <c:v>5.24983059964509E-5</c:v>
                      </c:pt>
                      <c:pt idx="1750">
                        <c:v>4.8205103748184404E-5</c:v>
                      </c:pt>
                      <c:pt idx="1751">
                        <c:v>4.4165012460963598E-5</c:v>
                      </c:pt>
                      <c:pt idx="1752">
                        <c:v>4.03739551408163E-5</c:v>
                      </c:pt>
                      <c:pt idx="1753">
                        <c:v>3.68266181258302E-5</c:v>
                      </c:pt>
                      <c:pt idx="1754">
                        <c:v>3.3516602140179801E-5</c:v>
                      </c:pt>
                      <c:pt idx="1755">
                        <c:v>3.0436571716059499E-5</c:v>
                      </c:pt>
                      <c:pt idx="1756">
                        <c:v>2.7578401233122098E-5</c:v>
                      </c:pt>
                      <c:pt idx="1757">
                        <c:v>2.4933316030364099E-5</c:v>
                      </c:pt>
                      <c:pt idx="1758">
                        <c:v>2.2492027258358599E-5</c:v>
                      </c:pt>
                      <c:pt idx="1759">
                        <c:v>2.02448593556109E-5</c:v>
                      </c:pt>
                      <c:pt idx="1760">
                        <c:v>1.81818692472183E-5</c:v>
                      </c:pt>
                      <c:pt idx="1761">
                        <c:v>1.6292956573052599E-5</c:v>
                      </c:pt>
                      <c:pt idx="1762">
                        <c:v>1.4567964452920301E-5</c:v>
                      </c:pt>
                      <c:pt idx="1763">
                        <c:v>1.2996770484666901E-5</c:v>
                      </c:pt>
                      <c:pt idx="1764">
                        <c:v>1.1569367845627001E-5</c:v>
                      </c:pt>
                      <c:pt idx="1765">
                        <c:v>1.0275936526321201E-5</c:v>
                      </c:pt>
                      <c:pt idx="1766">
                        <c:v>9.1069048665623101E-6</c:v>
                      </c:pt>
                      <c:pt idx="1767">
                        <c:v>8.0530016873397793E-6</c:v>
                      </c:pt>
                      <c:pt idx="1768">
                        <c:v>7.1052994166477599E-6</c:v>
                      </c:pt>
                      <c:pt idx="1769">
                        <c:v>6.2552486938850005E-6</c:v>
                      </c:pt>
                      <c:pt idx="1770">
                        <c:v>5.4947050060253702E-6</c:v>
                      </c:pt>
                      <c:pt idx="1771">
                        <c:v>4.8159479602043402E-6</c:v>
                      </c:pt>
                      <c:pt idx="1772">
                        <c:v>4.21169383272312E-6</c:v>
                      </c:pt>
                      <c:pt idx="1773">
                        <c:v>3.6751020549833898E-6</c:v>
                      </c:pt>
                      <c:pt idx="1774">
                        <c:v>3.1997763039376502E-6</c:v>
                      </c:pt>
                      <c:pt idx="1775">
                        <c:v>2.7797608597859098E-6</c:v>
                      </c:pt>
                      <c:pt idx="1776">
                        <c:v>2.4095328784408798E-6</c:v>
                      </c:pt>
                      <c:pt idx="1777">
                        <c:v>2.0839912023117199E-6</c:v>
                      </c:pt>
                      <c:pt idx="1778">
                        <c:v>1.7984423017887899E-6</c:v>
                      </c:pt>
                      <c:pt idx="1779">
                        <c:v>1.5485839029631098E-6</c:v>
                      </c:pt>
                      <c:pt idx="1780">
                        <c:v>1.3304868160172401E-6</c:v>
                      </c:pt>
                      <c:pt idx="1781">
                        <c:v>1.14057543470886E-6</c:v>
                      </c:pt>
                      <c:pt idx="1782">
                        <c:v>9.7560733164505883E-7</c:v>
                      </c:pt>
                      <c:pt idx="1783">
                        <c:v>8.3265232769346699E-7</c:v>
                      </c:pt>
                      <c:pt idx="1784">
                        <c:v>7.0907136783974806E-7</c:v>
                      </c:pt>
                      <c:pt idx="1785">
                        <c:v>6.0249549088280601E-7</c:v>
                      </c:pt>
                      <c:pt idx="1786">
                        <c:v>5.1080513722647103E-7</c:v>
                      </c:pt>
                      <c:pt idx="1787">
                        <c:v>4.3210999821268401E-7</c:v>
                      </c:pt>
                      <c:pt idx="1788">
                        <c:v>3.6472957235508002E-7</c:v>
                      </c:pt>
                      <c:pt idx="1789">
                        <c:v>3.0717455876530897E-7</c:v>
                      </c:pt>
                      <c:pt idx="1790">
                        <c:v>2.58129186204415E-7</c:v>
                      </c:pt>
                      <c:pt idx="1791">
                        <c:v>2.1643454763131E-7</c:v>
                      </c:pt>
                      <c:pt idx="1792">
                        <c:v>1.8107298487162498E-7</c:v>
                      </c:pt>
                      <c:pt idx="1793">
                        <c:v>1.51153546035619E-7</c:v>
                      </c:pt>
                      <c:pt idx="1794">
                        <c:v>1.25898519459273E-7</c:v>
                      </c:pt>
                      <c:pt idx="1795">
                        <c:v>1.04631032068286E-7</c:v>
                      </c:pt>
                      <c:pt idx="1796">
                        <c:v>8.6763686976309598E-8</c:v>
                      </c:pt>
                      <c:pt idx="1797">
                        <c:v>7.1788204607421997E-8</c:v>
                      </c:pt>
                      <c:pt idx="1798">
                        <c:v>5.9266023443877597E-8</c:v>
                      </c:pt>
                      <c:pt idx="1799">
                        <c:v>4.8819810401065801E-8</c:v>
                      </c:pt>
                      <c:pt idx="1800">
                        <c:v>4.0125826578485402E-8</c:v>
                      </c:pt>
                      <c:pt idx="1801">
                        <c:v>3.2907091489075498E-8</c:v>
                      </c:pt>
                      <c:pt idx="1802">
                        <c:v>2.6927287598927798E-8</c:v>
                      </c:pt>
                      <c:pt idx="1803">
                        <c:v>2.1985346897282402E-8</c:v>
                      </c:pt>
                      <c:pt idx="1804">
                        <c:v>1.79106620599042E-8</c:v>
                      </c:pt>
                      <c:pt idx="1805">
                        <c:v>1.45588663815132E-8</c:v>
                      </c:pt>
                      <c:pt idx="1806">
                        <c:v>1.1808128866918601E-8</c:v>
                      </c:pt>
                      <c:pt idx="1807">
                        <c:v>9.5559135363777608E-9</c:v>
                      </c:pt>
                      <c:pt idx="1808">
                        <c:v>7.71615498730369E-9</c:v>
                      </c:pt>
                      <c:pt idx="1809">
                        <c:v>6.2168054484803099E-9</c:v>
                      </c:pt>
                      <c:pt idx="1810">
                        <c:v>4.9977118681683301E-9</c:v>
                      </c:pt>
                      <c:pt idx="1811">
                        <c:v>4.0087849135569499E-9</c:v>
                      </c:pt>
                      <c:pt idx="1812">
                        <c:v>3.2084250603142502E-9</c:v>
                      </c:pt>
                      <c:pt idx="1813">
                        <c:v>2.5621741651721399E-9</c:v>
                      </c:pt>
                      <c:pt idx="1814">
                        <c:v>2.0415640011041498E-9</c:v>
                      </c:pt>
                      <c:pt idx="1815">
                        <c:v>1.6231361637135801E-9</c:v>
                      </c:pt>
                      <c:pt idx="1816">
                        <c:v>1.2876105079949899E-9</c:v>
                      </c:pt>
                      <c:pt idx="1817">
                        <c:v>1.0191818334204E-9</c:v>
                      </c:pt>
                      <c:pt idx="1818">
                        <c:v>8.0492689554481202E-10</c:v>
                      </c:pt>
                      <c:pt idx="1819">
                        <c:v>6.3430598253468699E-10</c:v>
                      </c:pt>
                      <c:pt idx="1820">
                        <c:v>4.9874525795887904E-10</c:v>
                      </c:pt>
                      <c:pt idx="1821">
                        <c:v>3.9128784292461999E-10</c:v>
                      </c:pt>
                      <c:pt idx="1822">
                        <c:v>3.06303199769945E-10</c:v>
                      </c:pt>
                      <c:pt idx="1823">
                        <c:v>2.3924579640819301E-10</c:v>
                      </c:pt>
                      <c:pt idx="1824">
                        <c:v>1.8645528661898802E-10</c:v>
                      </c:pt>
                      <c:pt idx="1825">
                        <c:v>1.4499154933979501E-10</c:v>
                      </c:pt>
                      <c:pt idx="1826">
                        <c:v>1.12498901854894E-10</c:v>
                      </c:pt>
                      <c:pt idx="1827">
                        <c:v>8.7094650172972503E-11</c:v>
                      </c:pt>
                      <c:pt idx="1828">
                        <c:v>6.7277876989030805E-11</c:v>
                      </c:pt>
                      <c:pt idx="1829">
                        <c:v>5.1855005095547498E-11</c:v>
                      </c:pt>
                      <c:pt idx="1830">
                        <c:v>3.9879222954279207E-11</c:v>
                      </c:pt>
                      <c:pt idx="1831">
                        <c:v>3.0601329640156299E-11</c:v>
                      </c:pt>
                      <c:pt idx="1832">
                        <c:v>2.3429958008494E-11</c:v>
                      </c:pt>
                      <c:pt idx="1833">
                        <c:v>1.7899476387197799E-11</c:v>
                      </c:pt>
                      <c:pt idx="1834">
                        <c:v>1.3644158213338499E-11</c:v>
                      </c:pt>
                      <c:pt idx="1835">
                        <c:v>1.0377452879635601E-11</c:v>
                      </c:pt>
                      <c:pt idx="1836">
                        <c:v>7.8753959302657496E-12</c:v>
                      </c:pt>
                      <c:pt idx="1837">
                        <c:v>5.9633682276089895E-12</c:v>
                      </c:pt>
                      <c:pt idx="1838">
                        <c:v>4.5055567138520301E-12</c:v>
                      </c:pt>
                      <c:pt idx="1839">
                        <c:v>2.4154133296609596E-12</c:v>
                      </c:pt>
                      <c:pt idx="1840">
                        <c:v>1.37034163756543E-12</c:v>
                      </c:pt>
                      <c:pt idx="1841">
                        <c:v>8.4780579151765793E-13</c:v>
                      </c:pt>
                      <c:pt idx="1842">
                        <c:v>5.8653786849377396E-13</c:v>
                      </c:pt>
                      <c:pt idx="1843">
                        <c:v>4.5590390698183304E-13</c:v>
                      </c:pt>
                      <c:pt idx="1844">
                        <c:v>3.9058692622586197E-13</c:v>
                      </c:pt>
                      <c:pt idx="1845">
                        <c:v>3.5792843584787599E-13</c:v>
                      </c:pt>
                      <c:pt idx="1846">
                        <c:v>3.4159919065888302E-13</c:v>
                      </c:pt>
                      <c:pt idx="1847">
                        <c:v>3.3343456806438701E-13</c:v>
                      </c:pt>
                      <c:pt idx="1848">
                        <c:v>3.2526994546989101E-13</c:v>
                      </c:pt>
                      <c:pt idx="1849">
                        <c:v>4.3051382579377303E-13</c:v>
                      </c:pt>
                      <c:pt idx="1850">
                        <c:v>5.68548964640881E-13</c:v>
                      </c:pt>
                      <c:pt idx="1851">
                        <c:v>7.4918012282428004E-13</c:v>
                      </c:pt>
                      <c:pt idx="1852">
                        <c:v>9.8501359097106504E-13</c:v>
                      </c:pt>
                      <c:pt idx="1853">
                        <c:v>1.29221804943739E-12</c:v>
                      </c:pt>
                      <c:pt idx="1854">
                        <c:v>1.6914804646347599E-12</c:v>
                      </c:pt>
                      <c:pt idx="1855">
                        <c:v>2.2092037578303801E-12</c:v>
                      </c:pt>
                      <c:pt idx="1856">
                        <c:v>2.8790033062595702E-12</c:v>
                      </c:pt>
                      <c:pt idx="1857">
                        <c:v>3.7435717162129098E-12</c:v>
                      </c:pt>
                      <c:pt idx="1858">
                        <c:v>4.8569960982341699E-12</c:v>
                      </c:pt>
                      <c:pt idx="1859">
                        <c:v>6.2876296785668102E-12</c:v>
                      </c:pt>
                      <c:pt idx="1860">
                        <c:v>8.1216404532790994E-12</c:v>
                      </c:pt>
                      <c:pt idx="1861">
                        <c:v>1.0467384241853099E-11</c:v>
                      </c:pt>
                      <c:pt idx="1862">
                        <c:v>1.34607784926271E-11</c:v>
                      </c:pt>
                      <c:pt idx="1863">
                        <c:v>1.7271887159325399E-11</c:v>
                      </c:pt>
                      <c:pt idx="1864">
                        <c:v>2.2112966590813001E-11</c:v>
                      </c:pt>
                      <c:pt idx="1865">
                        <c:v>2.8248268397072099E-11</c:v>
                      </c:pt>
                      <c:pt idx="1866">
                        <c:v>3.6005948468231603E-11</c:v>
                      </c:pt>
                      <c:pt idx="1867">
                        <c:v>4.5792492571664704E-11</c:v>
                      </c:pt>
                      <c:pt idx="1868">
                        <c:v>5.81101391124799E-11</c:v>
                      </c:pt>
                      <c:pt idx="1869">
                        <c:v>7.3577859615295408E-11</c:v>
                      </c:pt>
                      <c:pt idx="1870">
                        <c:v>9.295654817402521E-11</c:v>
                      </c:pt>
                      <c:pt idx="1871">
                        <c:v>1.1717917340561999E-10</c:v>
                      </c:pt>
                      <c:pt idx="1872">
                        <c:v>1.4738676116778899E-10</c:v>
                      </c:pt>
                      <c:pt idx="1873">
                        <c:v>1.8497120420827801E-10</c:v>
                      </c:pt>
                      <c:pt idx="1874">
                        <c:v>2.3162603662365501E-10</c:v>
                      </c:pt>
                      <c:pt idx="1875">
                        <c:v>2.8940646695763899E-10</c:v>
                      </c:pt>
                      <c:pt idx="1876">
                        <c:v>3.6080013416222803E-10</c:v>
                      </c:pt>
                      <c:pt idx="1877">
                        <c:v>4.4881023537161899E-10</c:v>
                      </c:pt>
                      <c:pt idx="1878">
                        <c:v>5.5705287300927399E-10</c:v>
                      </c:pt>
                      <c:pt idx="1879">
                        <c:v>6.8987068020617192E-10</c:v>
                      </c:pt>
                      <c:pt idx="1880">
                        <c:v>8.5246500634109597E-10</c:v>
                      </c:pt>
                      <c:pt idx="1881">
                        <c:v>1.0510491765554901E-9</c:v>
                      </c:pt>
                      <c:pt idx="1882">
                        <c:v>1.2930255774261301E-9</c:v>
                      </c:pt>
                      <c:pt idx="1883">
                        <c:v>1.58718956182038E-9</c:v>
                      </c:pt>
                      <c:pt idx="1884">
                        <c:v>1.9439634045727299E-9</c:v>
                      </c:pt>
                      <c:pt idx="1885">
                        <c:v>2.3756637712086702E-9</c:v>
                      </c:pt>
                      <c:pt idx="1886">
                        <c:v>2.8968063775540998E-9</c:v>
                      </c:pt>
                      <c:pt idx="1887">
                        <c:v>3.5244517105254199E-9</c:v>
                      </c:pt>
                      <c:pt idx="1888">
                        <c:v>4.2785958402299299E-9</c:v>
                      </c:pt>
                      <c:pt idx="1889">
                        <c:v>5.1826104699221395E-9</c:v>
                      </c:pt>
                      <c:pt idx="1890">
                        <c:v>6.2637364312351103E-9</c:v>
                      </c:pt>
                      <c:pt idx="1891">
                        <c:v>7.5536348240110899E-9</c:v>
                      </c:pt>
                      <c:pt idx="1892">
                        <c:v>9.0889999083479493E-9</c:v>
                      </c:pt>
                      <c:pt idx="1893">
                        <c:v>1.0912237665420899E-8</c:v>
                      </c:pt>
                      <c:pt idx="1894">
                        <c:v>1.3072213636593899E-8</c:v>
                      </c:pt>
                      <c:pt idx="1895">
                        <c:v>1.5625073210020399E-8</c:v>
                      </c:pt>
                      <c:pt idx="1896">
                        <c:v>1.86351369327486E-8</c:v>
                      </c:pt>
                      <c:pt idx="1897">
                        <c:v>2.2175872666778101E-8</c:v>
                      </c:pt>
                      <c:pt idx="1898">
                        <c:v>2.6330945462623103E-8</c:v>
                      </c:pt>
                      <c:pt idx="1899">
                        <c:v>3.1195344877918296E-8</c:v>
                      </c:pt>
                      <c:pt idx="1900">
                        <c:v>3.6876588107431605E-8</c:v>
                      </c:pt>
                      <c:pt idx="1901">
                        <c:v>4.3495995702994402E-8</c:v>
                      </c:pt>
                      <c:pt idx="1902">
                        <c:v>5.1190034839070998E-8</c:v>
                      </c:pt>
                      <c:pt idx="1903">
                        <c:v>6.0111723017837498E-8</c:v>
                      </c:pt>
                      <c:pt idx="1904">
                        <c:v>7.0432082807566597E-8</c:v>
                      </c:pt>
                      <c:pt idx="1905">
                        <c:v>8.2341635676552409E-8</c:v>
                      </c:pt>
                      <c:pt idx="1906">
                        <c:v>9.6051920235256009E-8</c:v>
                      </c:pt>
                      <c:pt idx="1907">
                        <c:v>1.11797017252884E-7</c:v>
                      </c:pt>
                      <c:pt idx="1908">
                        <c:v>1.2983506070073498E-7</c:v>
                      </c:pt>
                      <c:pt idx="1909">
                        <c:v>1.50449710831878E-7</c:v>
                      </c:pt>
                      <c:pt idx="1910">
                        <c:v>1.7395156198318202E-7</c:v>
                      </c:pt>
                      <c:pt idx="1911">
                        <c:v>2.0067945443946602E-7</c:v>
                      </c:pt>
                      <c:pt idx="1912">
                        <c:v>2.31001656398599E-7</c:v>
                      </c:pt>
                      <c:pt idx="1913">
                        <c:v>2.6531687889879497E-7</c:v>
                      </c:pt>
                      <c:pt idx="1914">
                        <c:v>3.0405508360241999E-7</c:v>
                      </c:pt>
                      <c:pt idx="1915">
                        <c:v>3.47678040670412E-7</c:v>
                      </c:pt>
                      <c:pt idx="1916">
                        <c:v>3.9667959171131701E-7</c:v>
                      </c:pt>
                      <c:pt idx="1917">
                        <c:v>4.51585571058334E-7</c:v>
                      </c:pt>
                      <c:pt idx="1918">
                        <c:v>5.1295333752981395E-7</c:v>
                      </c:pt>
                      <c:pt idx="1919">
                        <c:v>5.8137086847820203E-7</c:v>
                      </c:pt>
                      <c:pt idx="1920">
                        <c:v>6.5745536844295201E-7</c:v>
                      </c:pt>
                      <c:pt idx="1921">
                        <c:v>7.4185134620376706E-7</c:v>
                      </c:pt>
                      <c:pt idx="1922">
                        <c:v>8.3522811658292796E-7</c:v>
                      </c:pt>
                      <c:pt idx="1923">
                        <c:v>9.3827668705961397E-7</c:v>
                      </c:pt>
                      <c:pt idx="1924">
                        <c:v>1.0517059942094299E-6</c:v>
                      </c:pt>
                      <c:pt idx="1925">
                        <c:v>1.1762384612243E-6</c:v>
                      </c:pt>
                      <c:pt idx="1926">
                        <c:v>1.3126048553336701E-6</c:v>
                      </c:pt>
                      <c:pt idx="1927">
                        <c:v>1.4615384328422499E-6</c:v>
                      </c:pt>
                      <c:pt idx="1928">
                        <c:v>1.62376836969804E-6</c:v>
                      </c:pt>
                      <c:pt idx="1929">
                        <c:v>1.8000124869466799E-6</c:v>
                      </c:pt>
                      <c:pt idx="1930">
                        <c:v>1.9909692930210902E-6</c:v>
                      </c:pt>
                      <c:pt idx="1931">
                        <c:v>2.1973093784250602E-6</c:v>
                      </c:pt>
                      <c:pt idx="1932">
                        <c:v>2.4196662128244902E-6</c:v>
                      </c:pt>
                      <c:pt idx="1933">
                        <c:v>2.6586264096514198E-6</c:v>
                      </c:pt>
                      <c:pt idx="1934">
                        <c:v>2.9147195388046802E-6</c:v>
                      </c:pt>
                      <c:pt idx="1935">
                        <c:v>3.1884075836153003E-6</c:v>
                      </c:pt>
                      <c:pt idx="1936">
                        <c:v>3.4800741536193002E-6</c:v>
                      </c:pt>
                      <c:pt idx="1937">
                        <c:v>3.7900135795045804E-6</c:v>
                      </c:pt>
                      <c:pt idx="1938">
                        <c:v>4.1184200305089197E-6</c:v>
                      </c:pt>
                      <c:pt idx="1939">
                        <c:v>4.4653768071676099E-6</c:v>
                      </c:pt>
                      <c:pt idx="1940">
                        <c:v>4.8308459732591601E-6</c:v>
                      </c:pt>
                      <c:pt idx="1941">
                        <c:v>5.2146584996993703E-6</c:v>
                      </c:pt>
                      <c:pt idx="1942">
                        <c:v>5.6165050996223806E-6</c:v>
                      </c:pt>
                      <c:pt idx="1943">
                        <c:v>6.0359279376224202E-6</c:v>
                      </c:pt>
                      <c:pt idx="1944">
                        <c:v>6.4723133968068503E-6</c:v>
                      </c:pt>
                      <c:pt idx="1945">
                        <c:v>6.9248860846679205E-6</c:v>
                      </c:pt>
                      <c:pt idx="1946">
                        <c:v>7.3927042526153001E-6</c:v>
                      </c:pt>
                      <c:pt idx="1947">
                        <c:v>7.87465679418075E-6</c:v>
                      </c:pt>
                      <c:pt idx="1948">
                        <c:v>8.3694619733478096E-6</c:v>
                      </c:pt>
                      <c:pt idx="1949">
                        <c:v>8.8756680171833402E-6</c:v>
                      </c:pt>
                      <c:pt idx="1950">
                        <c:v>9.3916556860577903E-6</c:v>
                      </c:pt>
                      <c:pt idx="1951">
                        <c:v>9.9156429104235008E-6</c:v>
                      </c:pt>
                      <c:pt idx="1952">
                        <c:v>1.0445691555656599E-5</c:v>
                      </c:pt>
                      <c:pt idx="1953">
                        <c:v>1.0979716346226199E-5</c:v>
                      </c:pt>
                      <c:pt idx="1954">
                        <c:v>1.1515495947888899E-5</c:v>
                      </c:pt>
                      <c:pt idx="1955">
                        <c:v>1.2050686172250501E-5</c:v>
                      </c:pt>
                      <c:pt idx="1956">
                        <c:v>1.2582835232492301E-5</c:v>
                      </c:pt>
                      <c:pt idx="1957">
                        <c:v>1.3109400942995301E-5</c:v>
                      </c:pt>
                      <c:pt idx="1958">
                        <c:v>1.3627769719707501E-5</c:v>
                      </c:pt>
                      <c:pt idx="1959">
                        <c:v>1.41352772031444E-5</c:v>
                      </c:pt>
                      <c:pt idx="1960">
                        <c:v>1.4629230292623501E-5</c:v>
                      </c:pt>
                      <c:pt idx="1961">
                        <c:v>1.5106930349474E-5</c:v>
                      </c:pt>
                      <c:pt idx="1962">
                        <c:v>1.5565697299245001E-5</c:v>
                      </c:pt>
                      <c:pt idx="1963">
                        <c:v>1.60028943390499E-5</c:v>
                      </c:pt>
                      <c:pt idx="1964">
                        <c:v>1.64159529367464E-5</c:v>
                      </c:pt>
                      <c:pt idx="1965">
                        <c:v>1.6802397794209498E-5</c:v>
                      </c:pt>
                      <c:pt idx="1966">
                        <c:v>1.71598714379476E-5</c:v>
                      </c:pt>
                      <c:pt idx="1967">
                        <c:v>1.7486158097095502E-5</c:v>
                      </c:pt>
                      <c:pt idx="1968">
                        <c:v>1.7779206531597001E-5</c:v>
                      </c:pt>
                      <c:pt idx="1969">
                        <c:v>1.8037151482262901E-5</c:v>
                      </c:pt>
                      <c:pt idx="1970">
                        <c:v>1.82583334293217E-5</c:v>
                      </c:pt>
                      <c:pt idx="1971">
                        <c:v>1.8441316366877501E-5</c:v>
                      </c:pt>
                      <c:pt idx="1972">
                        <c:v>1.85849033270554E-5</c:v>
                      </c:pt>
                      <c:pt idx="1973">
                        <c:v>1.8688149419096699E-5</c:v>
                      </c:pt>
                      <c:pt idx="1974">
                        <c:v>1.8750372184710699E-5</c:v>
                      </c:pt>
                      <c:pt idx="1975">
                        <c:v>1.8771159110921901E-5</c:v>
                      </c:pt>
                      <c:pt idx="1976">
                        <c:v>1.8750372184710699E-5</c:v>
                      </c:pt>
                      <c:pt idx="1977">
                        <c:v>1.8688149419096699E-5</c:v>
                      </c:pt>
                      <c:pt idx="1978">
                        <c:v>1.85849033270554E-5</c:v>
                      </c:pt>
                      <c:pt idx="1979">
                        <c:v>1.8441316366877501E-5</c:v>
                      </c:pt>
                      <c:pt idx="1980">
                        <c:v>1.82583334293217E-5</c:v>
                      </c:pt>
                      <c:pt idx="1981">
                        <c:v>1.8037151482262901E-5</c:v>
                      </c:pt>
                      <c:pt idx="1982">
                        <c:v>1.7779206531597001E-5</c:v>
                      </c:pt>
                      <c:pt idx="1983">
                        <c:v>1.7486158097095502E-5</c:v>
                      </c:pt>
                      <c:pt idx="1984">
                        <c:v>1.71598714379476E-5</c:v>
                      </c:pt>
                      <c:pt idx="1985">
                        <c:v>1.6802397794209498E-5</c:v>
                      </c:pt>
                      <c:pt idx="1986">
                        <c:v>1.64159529367464E-5</c:v>
                      </c:pt>
                      <c:pt idx="1987">
                        <c:v>1.60028943390499E-5</c:v>
                      </c:pt>
                      <c:pt idx="1988">
                        <c:v>1.5565697299245001E-5</c:v>
                      </c:pt>
                      <c:pt idx="1989">
                        <c:v>1.5106930349474E-5</c:v>
                      </c:pt>
                      <c:pt idx="1990">
                        <c:v>1.4629230292623501E-5</c:v>
                      </c:pt>
                      <c:pt idx="1991">
                        <c:v>1.41352772031444E-5</c:v>
                      </c:pt>
                      <c:pt idx="1992">
                        <c:v>1.3627769719707501E-5</c:v>
                      </c:pt>
                      <c:pt idx="1993">
                        <c:v>1.3109400942995301E-5</c:v>
                      </c:pt>
                      <c:pt idx="1994">
                        <c:v>1.2582835232492301E-5</c:v>
                      </c:pt>
                      <c:pt idx="1995">
                        <c:v>1.2050686172250501E-5</c:v>
                      </c:pt>
                      <c:pt idx="1996">
                        <c:v>1.1515495947888899E-5</c:v>
                      </c:pt>
                      <c:pt idx="1997">
                        <c:v>1.0979716346226199E-5</c:v>
                      </c:pt>
                      <c:pt idx="1998">
                        <c:v>1.0445691555656599E-5</c:v>
                      </c:pt>
                      <c:pt idx="1999">
                        <c:v>9.9156429104235008E-6</c:v>
                      </c:pt>
                      <c:pt idx="2000">
                        <c:v>9.3916556860577903E-6</c:v>
                      </c:pt>
                      <c:pt idx="2001">
                        <c:v>8.8756680171833402E-6</c:v>
                      </c:pt>
                      <c:pt idx="2002">
                        <c:v>8.3694619733478096E-6</c:v>
                      </c:pt>
                      <c:pt idx="2003">
                        <c:v>7.87465679418075E-6</c:v>
                      </c:pt>
                      <c:pt idx="2004">
                        <c:v>7.3927042526153001E-6</c:v>
                      </c:pt>
                      <c:pt idx="2005">
                        <c:v>6.9248860846679205E-6</c:v>
                      </c:pt>
                      <c:pt idx="2006">
                        <c:v>6.4723133968068503E-6</c:v>
                      </c:pt>
                      <c:pt idx="2007">
                        <c:v>6.0359279376224202E-6</c:v>
                      </c:pt>
                      <c:pt idx="2008">
                        <c:v>5.6165050996223806E-6</c:v>
                      </c:pt>
                      <c:pt idx="2009">
                        <c:v>5.2146584996993703E-6</c:v>
                      </c:pt>
                      <c:pt idx="2010">
                        <c:v>4.8308459732591601E-6</c:v>
                      </c:pt>
                      <c:pt idx="2011">
                        <c:v>4.4653768071676099E-6</c:v>
                      </c:pt>
                      <c:pt idx="2012">
                        <c:v>4.1184200305089197E-6</c:v>
                      </c:pt>
                      <c:pt idx="2013">
                        <c:v>3.7900135795045804E-6</c:v>
                      </c:pt>
                      <c:pt idx="2014">
                        <c:v>3.4800741536193002E-6</c:v>
                      </c:pt>
                      <c:pt idx="2015">
                        <c:v>3.1884075836153003E-6</c:v>
                      </c:pt>
                      <c:pt idx="2016">
                        <c:v>2.9147195388046802E-6</c:v>
                      </c:pt>
                      <c:pt idx="2017">
                        <c:v>2.6586264096514198E-6</c:v>
                      </c:pt>
                      <c:pt idx="2018">
                        <c:v>2.4196662128244902E-6</c:v>
                      </c:pt>
                      <c:pt idx="2019">
                        <c:v>2.1973093784250602E-6</c:v>
                      </c:pt>
                      <c:pt idx="2020">
                        <c:v>1.9909692930210902E-6</c:v>
                      </c:pt>
                      <c:pt idx="2021">
                        <c:v>1.8000124869466799E-6</c:v>
                      </c:pt>
                      <c:pt idx="2022">
                        <c:v>1.62376836969804E-6</c:v>
                      </c:pt>
                      <c:pt idx="2023">
                        <c:v>1.4615384328422499E-6</c:v>
                      </c:pt>
                      <c:pt idx="2024">
                        <c:v>1.3126048553336701E-6</c:v>
                      </c:pt>
                      <c:pt idx="2025">
                        <c:v>1.1762384612243E-6</c:v>
                      </c:pt>
                      <c:pt idx="2026">
                        <c:v>1.0517059942094299E-6</c:v>
                      </c:pt>
                      <c:pt idx="2027">
                        <c:v>9.3827668705961397E-7</c:v>
                      </c:pt>
                      <c:pt idx="2028">
                        <c:v>8.3522811658292796E-7</c:v>
                      </c:pt>
                      <c:pt idx="2029">
                        <c:v>7.4185134620376706E-7</c:v>
                      </c:pt>
                      <c:pt idx="2030">
                        <c:v>6.5745536844295201E-7</c:v>
                      </c:pt>
                      <c:pt idx="2031">
                        <c:v>5.8137086847820203E-7</c:v>
                      </c:pt>
                      <c:pt idx="2032">
                        <c:v>5.1295333752981395E-7</c:v>
                      </c:pt>
                      <c:pt idx="2033">
                        <c:v>4.51585571058334E-7</c:v>
                      </c:pt>
                      <c:pt idx="2034">
                        <c:v>3.9667959171131701E-7</c:v>
                      </c:pt>
                      <c:pt idx="2035">
                        <c:v>3.47678040670412E-7</c:v>
                      </c:pt>
                      <c:pt idx="2036">
                        <c:v>3.0405508360241999E-7</c:v>
                      </c:pt>
                      <c:pt idx="2037">
                        <c:v>2.6531687889879497E-7</c:v>
                      </c:pt>
                      <c:pt idx="2038">
                        <c:v>2.31001656398599E-7</c:v>
                      </c:pt>
                      <c:pt idx="2039">
                        <c:v>2.0067945443946602E-7</c:v>
                      </c:pt>
                      <c:pt idx="2040">
                        <c:v>1.7395156198318202E-7</c:v>
                      </c:pt>
                      <c:pt idx="2041">
                        <c:v>1.50449710831878E-7</c:v>
                      </c:pt>
                      <c:pt idx="2042">
                        <c:v>1.2983506070073498E-7</c:v>
                      </c:pt>
                      <c:pt idx="2043">
                        <c:v>1.11797017252884E-7</c:v>
                      </c:pt>
                      <c:pt idx="2044">
                        <c:v>9.6051920235256009E-8</c:v>
                      </c:pt>
                      <c:pt idx="2045">
                        <c:v>8.2341635676552409E-8</c:v>
                      </c:pt>
                      <c:pt idx="2046">
                        <c:v>7.0432082807566597E-8</c:v>
                      </c:pt>
                      <c:pt idx="2047">
                        <c:v>6.0111723017837498E-8</c:v>
                      </c:pt>
                      <c:pt idx="2048">
                        <c:v>5.1190034839070998E-8</c:v>
                      </c:pt>
                      <c:pt idx="2049">
                        <c:v>4.3495995702994402E-8</c:v>
                      </c:pt>
                      <c:pt idx="2050">
                        <c:v>3.6876588107431605E-8</c:v>
                      </c:pt>
                      <c:pt idx="2051">
                        <c:v>3.1195344877918296E-8</c:v>
                      </c:pt>
                      <c:pt idx="2052">
                        <c:v>2.6330945462623103E-8</c:v>
                      </c:pt>
                      <c:pt idx="2053">
                        <c:v>2.2175872666778101E-8</c:v>
                      </c:pt>
                      <c:pt idx="2054">
                        <c:v>1.86351369327486E-8</c:v>
                      </c:pt>
                      <c:pt idx="2055">
                        <c:v>1.5625073210020399E-8</c:v>
                      </c:pt>
                      <c:pt idx="2056">
                        <c:v>1.3072213636593899E-8</c:v>
                      </c:pt>
                      <c:pt idx="2057">
                        <c:v>1.0912237665420899E-8</c:v>
                      </c:pt>
                      <c:pt idx="2058">
                        <c:v>9.0889999083479493E-9</c:v>
                      </c:pt>
                      <c:pt idx="2059">
                        <c:v>7.5536348240110899E-9</c:v>
                      </c:pt>
                      <c:pt idx="2060">
                        <c:v>6.2637364312351103E-9</c:v>
                      </c:pt>
                      <c:pt idx="2061">
                        <c:v>5.1826104699221395E-9</c:v>
                      </c:pt>
                      <c:pt idx="2062">
                        <c:v>4.2785958402299299E-9</c:v>
                      </c:pt>
                      <c:pt idx="2063">
                        <c:v>3.5244517105254199E-9</c:v>
                      </c:pt>
                      <c:pt idx="2064">
                        <c:v>2.8968063775540998E-9</c:v>
                      </c:pt>
                      <c:pt idx="2065">
                        <c:v>2.3756637712086702E-9</c:v>
                      </c:pt>
                      <c:pt idx="2066">
                        <c:v>1.9439634045727299E-9</c:v>
                      </c:pt>
                      <c:pt idx="2067">
                        <c:v>1.58718956182038E-9</c:v>
                      </c:pt>
                      <c:pt idx="2068">
                        <c:v>1.2930255774261301E-9</c:v>
                      </c:pt>
                      <c:pt idx="2069">
                        <c:v>1.0510491765554901E-9</c:v>
                      </c:pt>
                      <c:pt idx="2070">
                        <c:v>8.5246500634109597E-10</c:v>
                      </c:pt>
                      <c:pt idx="2071">
                        <c:v>6.8987068020617192E-10</c:v>
                      </c:pt>
                      <c:pt idx="2072">
                        <c:v>5.5705287300927399E-10</c:v>
                      </c:pt>
                      <c:pt idx="2073">
                        <c:v>4.4881023537161899E-10</c:v>
                      </c:pt>
                      <c:pt idx="2074">
                        <c:v>3.6080013416222803E-10</c:v>
                      </c:pt>
                      <c:pt idx="2075">
                        <c:v>2.8940646695763899E-10</c:v>
                      </c:pt>
                      <c:pt idx="2076">
                        <c:v>2.3162603662365501E-10</c:v>
                      </c:pt>
                      <c:pt idx="2077">
                        <c:v>1.8497120420827801E-10</c:v>
                      </c:pt>
                      <c:pt idx="2078">
                        <c:v>1.4738676116778899E-10</c:v>
                      </c:pt>
                      <c:pt idx="2079">
                        <c:v>1.1717917340561999E-10</c:v>
                      </c:pt>
                      <c:pt idx="2080">
                        <c:v>9.295654817402521E-11</c:v>
                      </c:pt>
                      <c:pt idx="2081">
                        <c:v>7.3577859615295408E-11</c:v>
                      </c:pt>
                      <c:pt idx="2082">
                        <c:v>5.81101391124799E-11</c:v>
                      </c:pt>
                      <c:pt idx="2083">
                        <c:v>4.5792492571664704E-11</c:v>
                      </c:pt>
                      <c:pt idx="2084">
                        <c:v>3.6005948468231603E-11</c:v>
                      </c:pt>
                      <c:pt idx="2085">
                        <c:v>2.8248268397072099E-11</c:v>
                      </c:pt>
                      <c:pt idx="2086">
                        <c:v>2.2112966590813001E-11</c:v>
                      </c:pt>
                      <c:pt idx="2087">
                        <c:v>1.7271887159325399E-11</c:v>
                      </c:pt>
                      <c:pt idx="2088">
                        <c:v>1.34607784926271E-11</c:v>
                      </c:pt>
                      <c:pt idx="2089">
                        <c:v>1.0467384241853099E-11</c:v>
                      </c:pt>
                      <c:pt idx="2090">
                        <c:v>8.1216404532790994E-12</c:v>
                      </c:pt>
                      <c:pt idx="2091">
                        <c:v>6.2876296785668102E-12</c:v>
                      </c:pt>
                      <c:pt idx="2092">
                        <c:v>4.8569960982341699E-12</c:v>
                      </c:pt>
                      <c:pt idx="2093">
                        <c:v>3.7435717162129098E-12</c:v>
                      </c:pt>
                      <c:pt idx="2094">
                        <c:v>2.8790033062595702E-12</c:v>
                      </c:pt>
                      <c:pt idx="2095">
                        <c:v>2.2092037578303801E-12</c:v>
                      </c:pt>
                      <c:pt idx="2096">
                        <c:v>1.6914804646347599E-12</c:v>
                      </c:pt>
                      <c:pt idx="2097">
                        <c:v>1.29221804943739E-12</c:v>
                      </c:pt>
                      <c:pt idx="2098">
                        <c:v>9.8501359097106504E-13</c:v>
                      </c:pt>
                      <c:pt idx="2099">
                        <c:v>7.4918012282428004E-13</c:v>
                      </c:pt>
                      <c:pt idx="2100">
                        <c:v>5.68548964640881E-13</c:v>
                      </c:pt>
                      <c:pt idx="2101">
                        <c:v>4.3051382579377303E-13</c:v>
                      </c:pt>
                      <c:pt idx="2102">
                        <c:v>3.2526994546989101E-13</c:v>
                      </c:pt>
                      <c:pt idx="2103">
                        <c:v>1.76793220607455E-13</c:v>
                      </c:pt>
                      <c:pt idx="2104">
                        <c:v>1.02554858176237E-13</c:v>
                      </c:pt>
                      <c:pt idx="2105">
                        <c:v>6.5435676960628595E-14</c:v>
                      </c:pt>
                      <c:pt idx="2106">
                        <c:v>4.6876086352824202E-14</c:v>
                      </c:pt>
                      <c:pt idx="2107">
                        <c:v>3.7596291048922002E-14</c:v>
                      </c:pt>
                      <c:pt idx="2108">
                        <c:v>3.2956393396970899E-14</c:v>
                      </c:pt>
                      <c:pt idx="2109">
                        <c:v>3.06364445709953E-14</c:v>
                      </c:pt>
                      <c:pt idx="2110">
                        <c:v>2.9476470158007605E-14</c:v>
                      </c:pt>
                      <c:pt idx="2111">
                        <c:v>2.8896482951513697E-14</c:v>
                      </c:pt>
                      <c:pt idx="2112">
                        <c:v>2.8316495745019799E-14</c:v>
                      </c:pt>
                      <c:pt idx="2113">
                        <c:v>3.7478540781413805E-14</c:v>
                      </c:pt>
                      <c:pt idx="2114">
                        <c:v>4.94952409907763E-14</c:v>
                      </c:pt>
                      <c:pt idx="2115">
                        <c:v>6.5220153462259695E-14</c:v>
                      </c:pt>
                      <c:pt idx="2116">
                        <c:v>8.575072350206029E-14</c:v>
                      </c:pt>
                      <c:pt idx="2117">
                        <c:v>1.12494521575523E-13</c:v>
                      </c:pt>
                      <c:pt idx="2118">
                        <c:v>1.47252459216365E-13</c:v>
                      </c:pt>
                      <c:pt idx="2119">
                        <c:v>1.9232305252830799E-13</c:v>
                      </c:pt>
                      <c:pt idx="2120">
                        <c:v>2.5063270064446599E-13</c:v>
                      </c:pt>
                      <c:pt idx="2121">
                        <c:v>3.2589802424008999E-13</c:v>
                      </c:pt>
                      <c:pt idx="2122">
                        <c:v>4.2282759678439596E-13</c:v>
                      </c:pt>
                      <c:pt idx="2123">
                        <c:v>5.4737193374011901E-13</c:v>
                      </c:pt>
                      <c:pt idx="2124">
                        <c:v>7.0703242196456295E-13</c:v>
                      </c:pt>
                      <c:pt idx="2125">
                        <c:v>9.1124201751175103E-13</c:v>
                      </c:pt>
                      <c:pt idx="2126">
                        <c:v>1.1718330642583499E-12</c:v>
                      </c:pt>
                      <c:pt idx="2127">
                        <c:v>1.5036105427723099E-12</c:v>
                      </c:pt>
                      <c:pt idx="2128">
                        <c:v>1.9250525082296001E-12</c:v>
                      </c:pt>
                      <c:pt idx="2129">
                        <c:v>2.4591634825477999E-12</c:v>
                      </c:pt>
                      <c:pt idx="2130">
                        <c:v>3.1345111984545803E-12</c:v>
                      </c:pt>
                      <c:pt idx="2131">
                        <c:v>3.9864824251935796E-12</c:v>
                      </c:pt>
                      <c:pt idx="2132">
                        <c:v>5.0587997134010102E-12</c:v>
                      </c:pt>
                      <c:pt idx="2133">
                        <c:v>6.4053478587281198E-12</c:v>
                      </c:pt>
                      <c:pt idx="2134">
                        <c:v>8.0923667787350597E-12</c:v>
                      </c:pt>
                      <c:pt idx="2135">
                        <c:v>1.0201076402407201E-11</c:v>
                      </c:pt>
                      <c:pt idx="2136">
                        <c:v>1.2830809158992099E-11</c:v>
                      </c:pt>
                      <c:pt idx="2137">
                        <c:v>1.6102736787895899E-11</c:v>
                      </c:pt>
                      <c:pt idx="2138">
                        <c:v>2.0164290528024397E-11</c:v>
                      </c:pt>
                      <c:pt idx="2139">
                        <c:v>2.5194387321425001E-11</c:v>
                      </c:pt>
                      <c:pt idx="2140">
                        <c:v>3.1409589499725205E-11</c:v>
                      </c:pt>
                      <c:pt idx="2141">
                        <c:v>3.9071341503324299E-11</c:v>
                      </c:pt>
                      <c:pt idx="2142">
                        <c:v>4.8494444469903501E-11</c:v>
                      </c:pt>
                      <c:pt idx="2143">
                        <c:v>6.00569479373563E-11</c:v>
                      </c:pt>
                      <c:pt idx="2144">
                        <c:v>7.4211657305025709E-11</c:v>
                      </c:pt>
                      <c:pt idx="2145">
                        <c:v>9.1499475897612697E-11</c:v>
                      </c:pt>
                      <c:pt idx="2146">
                        <c:v>1.1256482122409301E-10</c:v>
                      </c:pt>
                      <c:pt idx="2147">
                        <c:v>1.3817337599051899E-10</c:v>
                      </c:pt>
                      <c:pt idx="2148">
                        <c:v>1.69232455198211E-10</c:v>
                      </c:pt>
                      <c:pt idx="2149">
                        <c:v>2.0681429073272699E-10</c:v>
                      </c:pt>
                      <c:pt idx="2150">
                        <c:v>2.5218255361914399E-10</c:v>
                      </c:pt>
                      <c:pt idx="2151">
                        <c:v>3.0682245087368195E-10</c:v>
                      </c:pt>
                      <c:pt idx="2152">
                        <c:v>3.7247474779604304E-10</c:v>
                      </c:pt>
                      <c:pt idx="2153">
                        <c:v>4.5117407668157801E-10</c:v>
                      </c:pt>
                      <c:pt idx="2154">
                        <c:v>5.45291898231688E-10</c:v>
                      </c:pt>
                      <c:pt idx="2155">
                        <c:v>6.5758448123619394E-10</c:v>
                      </c:pt>
                      <c:pt idx="2156">
                        <c:v>7.9124625811776305E-10</c:v>
                      </c:pt>
                      <c:pt idx="2157">
                        <c:v>9.4996889729592201E-10</c:v>
                      </c:pt>
                      <c:pt idx="2158">
                        <c:v>1.1380064065982601E-9</c:v>
                      </c:pt>
                      <c:pt idx="2159">
                        <c:v>1.36024654361471E-9</c:v>
                      </c:pt>
                      <c:pt idx="2160">
                        <c:v>1.6222887574249701E-9</c:v>
                      </c:pt>
                      <c:pt idx="2161">
                        <c:v>1.9305288200045198E-9</c:v>
                      </c:pt>
                      <c:pt idx="2162">
                        <c:v>2.2922502233571199E-9</c:v>
                      </c:pt>
                      <c:pt idx="2163">
                        <c:v>2.7157223186541401E-9</c:v>
                      </c:pt>
                      <c:pt idx="2164">
                        <c:v>3.2103050551640703E-9</c:v>
                      </c:pt>
                      <c:pt idx="2165">
                        <c:v>3.7865600385242204E-9</c:v>
                      </c:pt>
                      <c:pt idx="2166">
                        <c:v>4.4563674692230198E-9</c:v>
                      </c:pt>
                      <c:pt idx="2167">
                        <c:v>5.2330483426664005E-9</c:v>
                      </c:pt>
                      <c:pt idx="2168">
                        <c:v>6.1314910919673498E-9</c:v>
                      </c:pt>
                      <c:pt idx="2169">
                        <c:v>7.1682816342123395E-9</c:v>
                      </c:pt>
                      <c:pt idx="2170">
                        <c:v>8.3618355415943995E-9</c:v>
                      </c:pt>
                      <c:pt idx="2171">
                        <c:v>9.7325308022970404E-9</c:v>
                      </c:pt>
                      <c:pt idx="2172">
                        <c:v>1.13028393649332E-8</c:v>
                      </c:pt>
                      <c:pt idx="2173">
                        <c:v>1.30974553780429E-8</c:v>
                      </c:pt>
                      <c:pt idx="2174">
                        <c:v>1.5143417746821299E-8</c:v>
                      </c:pt>
                      <c:pt idx="2175">
                        <c:v>1.74702243379386E-8</c:v>
                      </c:pt>
                      <c:pt idx="2176">
                        <c:v>2.0109934875950399E-8</c:v>
                      </c:pt>
                      <c:pt idx="2177">
                        <c:v>2.3097259298169899E-8</c:v>
                      </c:pt>
                      <c:pt idx="2178">
                        <c:v>2.6469628076586501E-8</c:v>
                      </c:pt>
                      <c:pt idx="2179">
                        <c:v>3.0267240783830299E-8</c:v>
                      </c:pt>
                      <c:pt idx="2180">
                        <c:v>3.4533088984298597E-8</c:v>
                      </c:pt>
                      <c:pt idx="2181">
                        <c:v>3.9312949380899099E-8</c:v>
                      </c:pt>
                      <c:pt idx="2182">
                        <c:v>4.4655343052287098E-8</c:v>
                      </c:pt>
                      <c:pt idx="2183">
                        <c:v>5.0611456584959301E-8</c:v>
                      </c:pt>
                      <c:pt idx="2184">
                        <c:v>5.7235020949018397E-8</c:v>
                      </c:pt>
                      <c:pt idx="2185">
                        <c:v>6.4582144095328604E-8</c:v>
                      </c:pt>
                      <c:pt idx="2186">
                        <c:v>7.2711093473991499E-8</c:v>
                      </c:pt>
                      <c:pt idx="2187">
                        <c:v>8.1682024997400801E-8</c:v>
                      </c:pt>
                      <c:pt idx="2188">
                        <c:v>9.15566554020888E-8</c:v>
                      </c:pt>
                      <c:pt idx="2189">
                        <c:v>1.0239787550697499E-7</c:v>
                      </c:pt>
                      <c:pt idx="2190">
                        <c:v>1.1426930252425901E-7</c:v>
                      </c:pt>
                      <c:pt idx="2191">
                        <c:v>1.27234770353511E-7</c:v>
                      </c:pt>
                      <c:pt idx="2192">
                        <c:v>1.4135775767733401E-7</c:v>
                      </c:pt>
                      <c:pt idx="2193">
                        <c:v>1.5670075467309402E-7</c:v>
                      </c:pt>
                      <c:pt idx="2194">
                        <c:v>1.7332457025149697E-7</c:v>
                      </c:pt>
                      <c:pt idx="2195">
                        <c:v>1.9128758291757102E-7</c:v>
                      </c:pt>
                      <c:pt idx="2196">
                        <c:v>2.10644939608032E-7</c:v>
                      </c:pt>
                      <c:pt idx="2197">
                        <c:v>2.3144770817278101E-7</c:v>
                      </c:pt>
                      <c:pt idx="2198">
                        <c:v>2.5374199051577897E-7</c:v>
                      </c:pt>
                      <c:pt idx="2199">
                        <c:v>2.7756800476725502E-7</c:v>
                      </c:pt>
                      <c:pt idx="2200">
                        <c:v>3.0295914619764998E-7</c:v>
                      </c:pt>
                      <c:pt idx="2201">
                        <c:v>3.29941037874164E-7</c:v>
                      </c:pt>
                      <c:pt idx="2202">
                        <c:v>3.5853058327181104E-7</c:v>
                      </c:pt>
                      <c:pt idx="2203">
                        <c:v>3.8873503414958502E-7</c:v>
                      </c:pt>
                      <c:pt idx="2204">
                        <c:v>4.2055108795565504E-7</c:v>
                      </c:pt>
                      <c:pt idx="2205">
                        <c:v>4.5396402980040201E-7</c:v>
                      </c:pt>
                      <c:pt idx="2206">
                        <c:v>4.8894693460100406E-7</c:v>
                      </c:pt>
                      <c:pt idx="2207">
                        <c:v>5.2545994532640495E-7</c:v>
                      </c:pt>
                      <c:pt idx="2208">
                        <c:v>5.63449643330422E-7</c:v>
                      </c:pt>
                      <c:pt idx="2209">
                        <c:v>6.0284852653070407E-7</c:v>
                      </c:pt>
                      <c:pt idx="2210">
                        <c:v>6.4357461065442399E-7</c:v>
                      </c:pt>
                      <c:pt idx="2211">
                        <c:v>6.85531167915885E-7</c:v>
                      </c:pt>
                      <c:pt idx="2212">
                        <c:v>7.2860661631077699E-7</c:v>
                      </c:pt>
                      <c:pt idx="2213">
                        <c:v>7.7267457120794702E-7</c:v>
                      </c:pt>
                      <c:pt idx="2214">
                        <c:v>8.1759406910087103E-7</c:v>
                      </c:pt>
                      <c:pt idx="2215">
                        <c:v>8.6320997126410901E-7</c:v>
                      </c:pt>
                      <c:pt idx="2216">
                        <c:v>9.0935355266912701E-7</c:v>
                      </c:pt>
                      <c:pt idx="2217">
                        <c:v>9.5584327888116106E-7</c:v>
                      </c:pt>
                      <c:pt idx="2218">
                        <c:v>1.00248577082377E-6</c:v>
                      </c:pt>
                      <c:pt idx="2219">
                        <c:v>1.04907695430682E-6</c:v>
                      </c:pt>
                      <c:pt idx="2220">
                        <c:v>1.0954033881194701E-6</c:v>
                      </c:pt>
                      <c:pt idx="2221">
                        <c:v>1.1412437613497499E-6</c:v>
                      </c:pt>
                      <c:pt idx="2222">
                        <c:v>1.18637054746864E-6</c:v>
                      </c:pt>
                      <c:pt idx="2223">
                        <c:v>1.2305517996729999E-6</c:v>
                      </c:pt>
                      <c:pt idx="2224">
                        <c:v>1.27355306908407E-6</c:v>
                      </c:pt>
                      <c:pt idx="2225">
                        <c:v>1.3151394247114299E-6</c:v>
                      </c:pt>
                      <c:pt idx="2226">
                        <c:v>1.3550775516797301E-6</c:v>
                      </c:pt>
                      <c:pt idx="2227">
                        <c:v>1.39313790213567E-6</c:v>
                      </c:pt>
                      <c:pt idx="2228">
                        <c:v>1.42909687156096E-6</c:v>
                      </c:pt>
                      <c:pt idx="2229">
                        <c:v>1.4627389719592301E-6</c:v>
                      </c:pt>
                      <c:pt idx="2230">
                        <c:v>1.4938589726012899E-6</c:v>
                      </c:pt>
                      <c:pt idx="2231">
                        <c:v>1.52226397873265E-6</c:v>
                      </c:pt>
                      <c:pt idx="2232">
                        <c:v>1.5477754188894102E-6</c:v>
                      </c:pt>
                      <c:pt idx="2233">
                        <c:v>1.57023091224102E-6</c:v>
                      </c:pt>
                      <c:pt idx="2234">
                        <c:v>1.58948598867828E-6</c:v>
                      </c:pt>
                      <c:pt idx="2235">
                        <c:v>1.6054156361752999E-6</c:v>
                      </c:pt>
                      <c:pt idx="2236">
                        <c:v>1.6179156522497801E-6</c:v>
                      </c:pt>
                      <c:pt idx="2237">
                        <c:v>1.62690377908626E-6</c:v>
                      </c:pt>
                      <c:pt idx="2238">
                        <c:v>1.6323206050251199E-6</c:v>
                      </c:pt>
                      <c:pt idx="2239">
                        <c:v>1.6341302185962702E-6</c:v>
                      </c:pt>
                      <c:pt idx="2240">
                        <c:v>1.6323206050251199E-6</c:v>
                      </c:pt>
                      <c:pt idx="2241">
                        <c:v>1.62690377908626E-6</c:v>
                      </c:pt>
                      <c:pt idx="2242">
                        <c:v>1.6179156522497801E-6</c:v>
                      </c:pt>
                      <c:pt idx="2243">
                        <c:v>1.6054156361752999E-6</c:v>
                      </c:pt>
                      <c:pt idx="2244">
                        <c:v>1.58948598867828E-6</c:v>
                      </c:pt>
                      <c:pt idx="2245">
                        <c:v>1.57023091224102E-6</c:v>
                      </c:pt>
                      <c:pt idx="2246">
                        <c:v>1.5477754188894102E-6</c:v>
                      </c:pt>
                      <c:pt idx="2247">
                        <c:v>1.52226397873265E-6</c:v>
                      </c:pt>
                      <c:pt idx="2248">
                        <c:v>1.4938589726012899E-6</c:v>
                      </c:pt>
                      <c:pt idx="2249">
                        <c:v>1.4627389719592301E-6</c:v>
                      </c:pt>
                      <c:pt idx="2250">
                        <c:v>1.42909687156096E-6</c:v>
                      </c:pt>
                      <c:pt idx="2251">
                        <c:v>1.39313790213567E-6</c:v>
                      </c:pt>
                      <c:pt idx="2252">
                        <c:v>1.3550775516797301E-6</c:v>
                      </c:pt>
                      <c:pt idx="2253">
                        <c:v>1.3151394247114299E-6</c:v>
                      </c:pt>
                      <c:pt idx="2254">
                        <c:v>1.27355306908407E-6</c:v>
                      </c:pt>
                      <c:pt idx="2255">
                        <c:v>1.2305517996729999E-6</c:v>
                      </c:pt>
                      <c:pt idx="2256">
                        <c:v>1.18637054746864E-6</c:v>
                      </c:pt>
                      <c:pt idx="2257">
                        <c:v>1.1412437613497499E-6</c:v>
                      </c:pt>
                      <c:pt idx="2258">
                        <c:v>1.0954033881194701E-6</c:v>
                      </c:pt>
                      <c:pt idx="2259">
                        <c:v>1.04907695430682E-6</c:v>
                      </c:pt>
                      <c:pt idx="2260">
                        <c:v>1.00248577082377E-6</c:v>
                      </c:pt>
                      <c:pt idx="2261">
                        <c:v>9.5584327888116106E-7</c:v>
                      </c:pt>
                      <c:pt idx="2262">
                        <c:v>9.0935355266912701E-7</c:v>
                      </c:pt>
                      <c:pt idx="2263">
                        <c:v>8.6320997126410901E-7</c:v>
                      </c:pt>
                      <c:pt idx="2264">
                        <c:v>8.1759406910087103E-7</c:v>
                      </c:pt>
                      <c:pt idx="2265">
                        <c:v>7.7267457120794702E-7</c:v>
                      </c:pt>
                      <c:pt idx="2266">
                        <c:v>7.2860661631077699E-7</c:v>
                      </c:pt>
                      <c:pt idx="2267">
                        <c:v>6.85531167915885E-7</c:v>
                      </c:pt>
                      <c:pt idx="2268">
                        <c:v>6.4357461065442399E-7</c:v>
                      </c:pt>
                      <c:pt idx="2269">
                        <c:v>6.0284852653070407E-7</c:v>
                      </c:pt>
                      <c:pt idx="2270">
                        <c:v>5.63449643330422E-7</c:v>
                      </c:pt>
                      <c:pt idx="2271">
                        <c:v>5.2545994532640495E-7</c:v>
                      </c:pt>
                      <c:pt idx="2272">
                        <c:v>4.8894693460100406E-7</c:v>
                      </c:pt>
                      <c:pt idx="2273">
                        <c:v>4.5396402980040201E-7</c:v>
                      </c:pt>
                      <c:pt idx="2274">
                        <c:v>4.2055108795565504E-7</c:v>
                      </c:pt>
                      <c:pt idx="2275">
                        <c:v>3.8873503414958502E-7</c:v>
                      </c:pt>
                      <c:pt idx="2276">
                        <c:v>3.5853058327181104E-7</c:v>
                      </c:pt>
                      <c:pt idx="2277">
                        <c:v>3.29941037874164E-7</c:v>
                      </c:pt>
                      <c:pt idx="2278">
                        <c:v>3.0295914619764998E-7</c:v>
                      </c:pt>
                      <c:pt idx="2279">
                        <c:v>2.7756800476725502E-7</c:v>
                      </c:pt>
                      <c:pt idx="2280">
                        <c:v>2.5374199051577897E-7</c:v>
                      </c:pt>
                      <c:pt idx="2281">
                        <c:v>2.3144770817278101E-7</c:v>
                      </c:pt>
                      <c:pt idx="2282">
                        <c:v>2.10644939608032E-7</c:v>
                      </c:pt>
                      <c:pt idx="2283">
                        <c:v>1.9128758291757102E-7</c:v>
                      </c:pt>
                      <c:pt idx="2284">
                        <c:v>1.7332457025149697E-7</c:v>
                      </c:pt>
                      <c:pt idx="2285">
                        <c:v>1.5670075467309402E-7</c:v>
                      </c:pt>
                      <c:pt idx="2286">
                        <c:v>1.4135775767733401E-7</c:v>
                      </c:pt>
                      <c:pt idx="2287">
                        <c:v>1.27234770353511E-7</c:v>
                      </c:pt>
                      <c:pt idx="2288">
                        <c:v>1.1426930252425901E-7</c:v>
                      </c:pt>
                      <c:pt idx="2289">
                        <c:v>1.0239787550697499E-7</c:v>
                      </c:pt>
                      <c:pt idx="2290">
                        <c:v>9.15566554020888E-8</c:v>
                      </c:pt>
                      <c:pt idx="2291">
                        <c:v>8.1682024997400801E-8</c:v>
                      </c:pt>
                      <c:pt idx="2292">
                        <c:v>7.2711093473991499E-8</c:v>
                      </c:pt>
                      <c:pt idx="2293">
                        <c:v>6.4582144095328604E-8</c:v>
                      </c:pt>
                      <c:pt idx="2294">
                        <c:v>5.7235020949018397E-8</c:v>
                      </c:pt>
                      <c:pt idx="2295">
                        <c:v>5.0611456584959301E-8</c:v>
                      </c:pt>
                      <c:pt idx="2296">
                        <c:v>4.4655343052287098E-8</c:v>
                      </c:pt>
                      <c:pt idx="2297">
                        <c:v>3.9312949380899099E-8</c:v>
                      </c:pt>
                      <c:pt idx="2298">
                        <c:v>3.4533088984298597E-8</c:v>
                      </c:pt>
                      <c:pt idx="2299">
                        <c:v>3.0267240783830299E-8</c:v>
                      </c:pt>
                      <c:pt idx="2300">
                        <c:v>2.6469628076586501E-8</c:v>
                      </c:pt>
                      <c:pt idx="2301">
                        <c:v>2.3097259298169899E-8</c:v>
                      </c:pt>
                      <c:pt idx="2302">
                        <c:v>2.0109934875950399E-8</c:v>
                      </c:pt>
                      <c:pt idx="2303">
                        <c:v>1.74702243379386E-8</c:v>
                      </c:pt>
                      <c:pt idx="2304">
                        <c:v>1.5143417746821299E-8</c:v>
                      </c:pt>
                      <c:pt idx="2305">
                        <c:v>1.30974553780429E-8</c:v>
                      </c:pt>
                      <c:pt idx="2306">
                        <c:v>1.13028393649332E-8</c:v>
                      </c:pt>
                      <c:pt idx="2307">
                        <c:v>9.7325308022970404E-9</c:v>
                      </c:pt>
                      <c:pt idx="2308">
                        <c:v>8.3618355415943995E-9</c:v>
                      </c:pt>
                      <c:pt idx="2309">
                        <c:v>7.1682816342123395E-9</c:v>
                      </c:pt>
                      <c:pt idx="2310">
                        <c:v>6.1314910919673498E-9</c:v>
                      </c:pt>
                      <c:pt idx="2311">
                        <c:v>5.2330483426664005E-9</c:v>
                      </c:pt>
                      <c:pt idx="2312">
                        <c:v>4.4563674692230198E-9</c:v>
                      </c:pt>
                      <c:pt idx="2313">
                        <c:v>3.7865600385242204E-9</c:v>
                      </c:pt>
                      <c:pt idx="2314">
                        <c:v>3.2103050551640703E-9</c:v>
                      </c:pt>
                      <c:pt idx="2315">
                        <c:v>2.7157223186541401E-9</c:v>
                      </c:pt>
                      <c:pt idx="2316">
                        <c:v>2.2922502233571199E-9</c:v>
                      </c:pt>
                      <c:pt idx="2317">
                        <c:v>1.9305288200045198E-9</c:v>
                      </c:pt>
                      <c:pt idx="2318">
                        <c:v>1.6222887574249701E-9</c:v>
                      </c:pt>
                      <c:pt idx="2319">
                        <c:v>1.36024654361471E-9</c:v>
                      </c:pt>
                      <c:pt idx="2320">
                        <c:v>1.1380064065982601E-9</c:v>
                      </c:pt>
                      <c:pt idx="2321">
                        <c:v>9.4996889729592201E-10</c:v>
                      </c:pt>
                      <c:pt idx="2322">
                        <c:v>7.9124625811776305E-10</c:v>
                      </c:pt>
                      <c:pt idx="2323">
                        <c:v>6.5758448123619394E-10</c:v>
                      </c:pt>
                      <c:pt idx="2324">
                        <c:v>5.45291898231688E-10</c:v>
                      </c:pt>
                      <c:pt idx="2325">
                        <c:v>4.5117407668157801E-10</c:v>
                      </c:pt>
                      <c:pt idx="2326">
                        <c:v>3.7247474779604304E-10</c:v>
                      </c:pt>
                      <c:pt idx="2327">
                        <c:v>3.0682245087368195E-10</c:v>
                      </c:pt>
                      <c:pt idx="2328">
                        <c:v>2.5218255361914399E-10</c:v>
                      </c:pt>
                      <c:pt idx="2329">
                        <c:v>2.0681429073272699E-10</c:v>
                      </c:pt>
                      <c:pt idx="2330">
                        <c:v>1.69232455198211E-10</c:v>
                      </c:pt>
                      <c:pt idx="2331">
                        <c:v>1.3817337599051899E-10</c:v>
                      </c:pt>
                      <c:pt idx="2332">
                        <c:v>1.1256482122409301E-10</c:v>
                      </c:pt>
                      <c:pt idx="2333">
                        <c:v>9.1499475897612697E-11</c:v>
                      </c:pt>
                      <c:pt idx="2334">
                        <c:v>7.4211657305025709E-11</c:v>
                      </c:pt>
                      <c:pt idx="2335">
                        <c:v>6.00569479373563E-11</c:v>
                      </c:pt>
                      <c:pt idx="2336">
                        <c:v>4.8494444469903501E-11</c:v>
                      </c:pt>
                      <c:pt idx="2337">
                        <c:v>3.9071341503324299E-11</c:v>
                      </c:pt>
                      <c:pt idx="2338">
                        <c:v>3.1409589499725205E-11</c:v>
                      </c:pt>
                      <c:pt idx="2339">
                        <c:v>2.5194387321425001E-11</c:v>
                      </c:pt>
                      <c:pt idx="2340">
                        <c:v>2.0164290528024397E-11</c:v>
                      </c:pt>
                      <c:pt idx="2341">
                        <c:v>1.6102736787895899E-11</c:v>
                      </c:pt>
                      <c:pt idx="2342">
                        <c:v>1.2830809158992099E-11</c:v>
                      </c:pt>
                      <c:pt idx="2343">
                        <c:v>1.0201076402407201E-11</c:v>
                      </c:pt>
                      <c:pt idx="2344">
                        <c:v>8.0923667787350597E-12</c:v>
                      </c:pt>
                      <c:pt idx="2345">
                        <c:v>6.4053478587281198E-12</c:v>
                      </c:pt>
                      <c:pt idx="2346">
                        <c:v>5.0587997134010102E-12</c:v>
                      </c:pt>
                      <c:pt idx="2347">
                        <c:v>3.9864824251935796E-12</c:v>
                      </c:pt>
                      <c:pt idx="2348">
                        <c:v>3.1345111984545803E-12</c:v>
                      </c:pt>
                      <c:pt idx="2349">
                        <c:v>2.4591634825477999E-12</c:v>
                      </c:pt>
                      <c:pt idx="2350">
                        <c:v>1.9250525082296001E-12</c:v>
                      </c:pt>
                      <c:pt idx="2351">
                        <c:v>1.5036105427723099E-12</c:v>
                      </c:pt>
                      <c:pt idx="2352">
                        <c:v>1.1718330642583499E-12</c:v>
                      </c:pt>
                      <c:pt idx="2353">
                        <c:v>9.1124201751175103E-13</c:v>
                      </c:pt>
                      <c:pt idx="2354">
                        <c:v>7.0703242196456295E-13</c:v>
                      </c:pt>
                      <c:pt idx="2355">
                        <c:v>5.4737193374011901E-13</c:v>
                      </c:pt>
                      <c:pt idx="2356">
                        <c:v>4.2282759678439596E-13</c:v>
                      </c:pt>
                      <c:pt idx="2357">
                        <c:v>3.2589802424008999E-13</c:v>
                      </c:pt>
                      <c:pt idx="2358">
                        <c:v>2.5063270064446599E-13</c:v>
                      </c:pt>
                      <c:pt idx="2359">
                        <c:v>1.9232305252830799E-13</c:v>
                      </c:pt>
                      <c:pt idx="2360">
                        <c:v>1.47252459216365E-13</c:v>
                      </c:pt>
                      <c:pt idx="2361">
                        <c:v>1.12494521575523E-13</c:v>
                      </c:pt>
                      <c:pt idx="2362">
                        <c:v>8.575072350206029E-14</c:v>
                      </c:pt>
                      <c:pt idx="2363">
                        <c:v>6.5220153462259695E-14</c:v>
                      </c:pt>
                      <c:pt idx="2364">
                        <c:v>4.94952409907763E-14</c:v>
                      </c:pt>
                      <c:pt idx="2365">
                        <c:v>3.7478540781413805E-14</c:v>
                      </c:pt>
                      <c:pt idx="2366">
                        <c:v>2.8316495745019799E-14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0-3A85-4E74-8877-4504469124C0}"/>
                  </c:ext>
                </c:extLst>
              </c15:ser>
            </c15:filteredScatterSeries>
          </c:ext>
        </c:extLst>
      </c:scatterChart>
      <c:valAx>
        <c:axId val="1139214880"/>
        <c:scaling>
          <c:orientation val="minMax"/>
          <c:max val="533.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212000"/>
        <c:crosses val="autoZero"/>
        <c:crossBetween val="midCat"/>
      </c:valAx>
      <c:valAx>
        <c:axId val="1139212000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21488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'Isotopic Distribution Modelling'!$A$2:$A$2368</c:f>
              <c:numCache>
                <c:formatCode>General</c:formatCode>
                <c:ptCount val="2367"/>
                <c:pt idx="0">
                  <c:v>530.76900000000001</c:v>
                </c:pt>
                <c:pt idx="1">
                  <c:v>530.77</c:v>
                </c:pt>
                <c:pt idx="2">
                  <c:v>530.77099999999996</c:v>
                </c:pt>
                <c:pt idx="3">
                  <c:v>530.77200000000005</c:v>
                </c:pt>
                <c:pt idx="4">
                  <c:v>530.77300000000002</c:v>
                </c:pt>
                <c:pt idx="5">
                  <c:v>530.774</c:v>
                </c:pt>
                <c:pt idx="6">
                  <c:v>530.77499999999998</c:v>
                </c:pt>
                <c:pt idx="7">
                  <c:v>530.77599999999995</c:v>
                </c:pt>
                <c:pt idx="8">
                  <c:v>530.77700000000004</c:v>
                </c:pt>
                <c:pt idx="9">
                  <c:v>530.77800000000002</c:v>
                </c:pt>
                <c:pt idx="10">
                  <c:v>530.779</c:v>
                </c:pt>
                <c:pt idx="11">
                  <c:v>530.78</c:v>
                </c:pt>
                <c:pt idx="12">
                  <c:v>530.78099999999995</c:v>
                </c:pt>
                <c:pt idx="13">
                  <c:v>530.78200000000004</c:v>
                </c:pt>
                <c:pt idx="14">
                  <c:v>530.78300000000002</c:v>
                </c:pt>
                <c:pt idx="15">
                  <c:v>530.78399999999999</c:v>
                </c:pt>
                <c:pt idx="16">
                  <c:v>530.78499999999997</c:v>
                </c:pt>
                <c:pt idx="17">
                  <c:v>530.78599999999994</c:v>
                </c:pt>
                <c:pt idx="18">
                  <c:v>530.78700000000003</c:v>
                </c:pt>
                <c:pt idx="19">
                  <c:v>530.78800000000001</c:v>
                </c:pt>
                <c:pt idx="20">
                  <c:v>530.78899999999999</c:v>
                </c:pt>
                <c:pt idx="21">
                  <c:v>530.79</c:v>
                </c:pt>
                <c:pt idx="22">
                  <c:v>530.79100000000005</c:v>
                </c:pt>
                <c:pt idx="23">
                  <c:v>530.79200000000003</c:v>
                </c:pt>
                <c:pt idx="24">
                  <c:v>530.79300000000001</c:v>
                </c:pt>
                <c:pt idx="25">
                  <c:v>530.79399999999998</c:v>
                </c:pt>
                <c:pt idx="26">
                  <c:v>530.79499999999996</c:v>
                </c:pt>
                <c:pt idx="27">
                  <c:v>530.79600000000005</c:v>
                </c:pt>
                <c:pt idx="28">
                  <c:v>530.79700000000003</c:v>
                </c:pt>
                <c:pt idx="29">
                  <c:v>530.798</c:v>
                </c:pt>
                <c:pt idx="30">
                  <c:v>530.79899999999998</c:v>
                </c:pt>
                <c:pt idx="31">
                  <c:v>530.79999999999995</c:v>
                </c:pt>
                <c:pt idx="32">
                  <c:v>530.80100000000004</c:v>
                </c:pt>
                <c:pt idx="33">
                  <c:v>530.80200000000002</c:v>
                </c:pt>
                <c:pt idx="34">
                  <c:v>530.803</c:v>
                </c:pt>
                <c:pt idx="35">
                  <c:v>530.80399999999997</c:v>
                </c:pt>
                <c:pt idx="36">
                  <c:v>530.80499999999995</c:v>
                </c:pt>
                <c:pt idx="37">
                  <c:v>530.80600000000004</c:v>
                </c:pt>
                <c:pt idx="38">
                  <c:v>530.80700000000002</c:v>
                </c:pt>
                <c:pt idx="39">
                  <c:v>530.80799999999999</c:v>
                </c:pt>
                <c:pt idx="40">
                  <c:v>530.80899999999997</c:v>
                </c:pt>
                <c:pt idx="41">
                  <c:v>530.80999999999995</c:v>
                </c:pt>
                <c:pt idx="42">
                  <c:v>530.81100000000004</c:v>
                </c:pt>
                <c:pt idx="43">
                  <c:v>530.81200000000001</c:v>
                </c:pt>
                <c:pt idx="44">
                  <c:v>530.81299999999999</c:v>
                </c:pt>
                <c:pt idx="45">
                  <c:v>530.81399999999996</c:v>
                </c:pt>
                <c:pt idx="46">
                  <c:v>530.81500000000005</c:v>
                </c:pt>
                <c:pt idx="47">
                  <c:v>530.81600000000003</c:v>
                </c:pt>
                <c:pt idx="48">
                  <c:v>530.81700000000001</c:v>
                </c:pt>
                <c:pt idx="49">
                  <c:v>530.81799999999998</c:v>
                </c:pt>
                <c:pt idx="50">
                  <c:v>530.81899999999996</c:v>
                </c:pt>
                <c:pt idx="51">
                  <c:v>530.82000000000005</c:v>
                </c:pt>
                <c:pt idx="52">
                  <c:v>530.82100000000003</c:v>
                </c:pt>
                <c:pt idx="53">
                  <c:v>530.822</c:v>
                </c:pt>
                <c:pt idx="54">
                  <c:v>530.82299999999998</c:v>
                </c:pt>
                <c:pt idx="55">
                  <c:v>530.82399999999996</c:v>
                </c:pt>
                <c:pt idx="56">
                  <c:v>530.82500000000005</c:v>
                </c:pt>
                <c:pt idx="57">
                  <c:v>530.82600000000002</c:v>
                </c:pt>
                <c:pt idx="58">
                  <c:v>530.827</c:v>
                </c:pt>
                <c:pt idx="59">
                  <c:v>530.82799999999997</c:v>
                </c:pt>
                <c:pt idx="60">
                  <c:v>530.82899999999995</c:v>
                </c:pt>
                <c:pt idx="61">
                  <c:v>530.83000000000004</c:v>
                </c:pt>
                <c:pt idx="62">
                  <c:v>530.83100000000002</c:v>
                </c:pt>
                <c:pt idx="63">
                  <c:v>530.83199999999999</c:v>
                </c:pt>
                <c:pt idx="64">
                  <c:v>530.83299999999997</c:v>
                </c:pt>
                <c:pt idx="65">
                  <c:v>530.83399999999995</c:v>
                </c:pt>
                <c:pt idx="66">
                  <c:v>530.83500000000004</c:v>
                </c:pt>
                <c:pt idx="67">
                  <c:v>530.83600000000001</c:v>
                </c:pt>
                <c:pt idx="68">
                  <c:v>530.83699999999999</c:v>
                </c:pt>
                <c:pt idx="69">
                  <c:v>530.83799999999997</c:v>
                </c:pt>
                <c:pt idx="70">
                  <c:v>530.83900000000006</c:v>
                </c:pt>
                <c:pt idx="71">
                  <c:v>530.84</c:v>
                </c:pt>
                <c:pt idx="72">
                  <c:v>530.84100000000001</c:v>
                </c:pt>
                <c:pt idx="73">
                  <c:v>530.84199999999998</c:v>
                </c:pt>
                <c:pt idx="74">
                  <c:v>530.84299999999996</c:v>
                </c:pt>
                <c:pt idx="75">
                  <c:v>530.84400000000005</c:v>
                </c:pt>
                <c:pt idx="76">
                  <c:v>530.84500000000003</c:v>
                </c:pt>
                <c:pt idx="77">
                  <c:v>530.846</c:v>
                </c:pt>
                <c:pt idx="78">
                  <c:v>530.84699999999998</c:v>
                </c:pt>
                <c:pt idx="79">
                  <c:v>530.84799999999996</c:v>
                </c:pt>
                <c:pt idx="80">
                  <c:v>530.84900000000005</c:v>
                </c:pt>
                <c:pt idx="81">
                  <c:v>530.85</c:v>
                </c:pt>
                <c:pt idx="82">
                  <c:v>530.851</c:v>
                </c:pt>
                <c:pt idx="83">
                  <c:v>530.85199999999998</c:v>
                </c:pt>
                <c:pt idx="84">
                  <c:v>530.85299999999995</c:v>
                </c:pt>
                <c:pt idx="85">
                  <c:v>530.85400000000004</c:v>
                </c:pt>
                <c:pt idx="86">
                  <c:v>530.85500000000002</c:v>
                </c:pt>
                <c:pt idx="87">
                  <c:v>530.85599999999999</c:v>
                </c:pt>
                <c:pt idx="88">
                  <c:v>530.85699999999997</c:v>
                </c:pt>
                <c:pt idx="89">
                  <c:v>530.85799999999995</c:v>
                </c:pt>
                <c:pt idx="90">
                  <c:v>530.85900000000004</c:v>
                </c:pt>
                <c:pt idx="91">
                  <c:v>530.86</c:v>
                </c:pt>
                <c:pt idx="92">
                  <c:v>530.86099999999999</c:v>
                </c:pt>
                <c:pt idx="93">
                  <c:v>530.86199999999997</c:v>
                </c:pt>
                <c:pt idx="94">
                  <c:v>530.86300000000006</c:v>
                </c:pt>
                <c:pt idx="95">
                  <c:v>530.86400000000003</c:v>
                </c:pt>
                <c:pt idx="96">
                  <c:v>530.86500000000001</c:v>
                </c:pt>
                <c:pt idx="97">
                  <c:v>530.86599999999999</c:v>
                </c:pt>
                <c:pt idx="98">
                  <c:v>530.86699999999996</c:v>
                </c:pt>
                <c:pt idx="99">
                  <c:v>530.86800000000005</c:v>
                </c:pt>
                <c:pt idx="100">
                  <c:v>530.86900000000003</c:v>
                </c:pt>
                <c:pt idx="101">
                  <c:v>530.87</c:v>
                </c:pt>
                <c:pt idx="102">
                  <c:v>530.87099999999998</c:v>
                </c:pt>
                <c:pt idx="103">
                  <c:v>530.87199999999996</c:v>
                </c:pt>
                <c:pt idx="104">
                  <c:v>530.87300000000005</c:v>
                </c:pt>
                <c:pt idx="105">
                  <c:v>530.87400000000002</c:v>
                </c:pt>
                <c:pt idx="106">
                  <c:v>530.875</c:v>
                </c:pt>
                <c:pt idx="107">
                  <c:v>530.87599999999998</c:v>
                </c:pt>
                <c:pt idx="108">
                  <c:v>530.87699999999995</c:v>
                </c:pt>
                <c:pt idx="109">
                  <c:v>530.87800000000004</c:v>
                </c:pt>
                <c:pt idx="110">
                  <c:v>530.87900000000002</c:v>
                </c:pt>
                <c:pt idx="111">
                  <c:v>530.88</c:v>
                </c:pt>
                <c:pt idx="112">
                  <c:v>530.88099999999997</c:v>
                </c:pt>
                <c:pt idx="113">
                  <c:v>530.88199999999995</c:v>
                </c:pt>
                <c:pt idx="114">
                  <c:v>530.88300000000004</c:v>
                </c:pt>
                <c:pt idx="115">
                  <c:v>530.88400000000001</c:v>
                </c:pt>
                <c:pt idx="116">
                  <c:v>530.88499999999999</c:v>
                </c:pt>
                <c:pt idx="117">
                  <c:v>530.88599999999997</c:v>
                </c:pt>
                <c:pt idx="118">
                  <c:v>530.88699999999994</c:v>
                </c:pt>
                <c:pt idx="119">
                  <c:v>530.88800000000003</c:v>
                </c:pt>
                <c:pt idx="120">
                  <c:v>530.88900000000001</c:v>
                </c:pt>
                <c:pt idx="121">
                  <c:v>530.89</c:v>
                </c:pt>
                <c:pt idx="122">
                  <c:v>530.89099999999996</c:v>
                </c:pt>
                <c:pt idx="123">
                  <c:v>530.89200000000005</c:v>
                </c:pt>
                <c:pt idx="124">
                  <c:v>530.89300000000003</c:v>
                </c:pt>
                <c:pt idx="125">
                  <c:v>530.89400000000001</c:v>
                </c:pt>
                <c:pt idx="126">
                  <c:v>530.89499999999998</c:v>
                </c:pt>
                <c:pt idx="127">
                  <c:v>530.89599999999996</c:v>
                </c:pt>
                <c:pt idx="128">
                  <c:v>530.89700000000005</c:v>
                </c:pt>
                <c:pt idx="129">
                  <c:v>530.89800000000002</c:v>
                </c:pt>
                <c:pt idx="130">
                  <c:v>530.899</c:v>
                </c:pt>
                <c:pt idx="131">
                  <c:v>530.9</c:v>
                </c:pt>
                <c:pt idx="132">
                  <c:v>530.90099999999995</c:v>
                </c:pt>
                <c:pt idx="133">
                  <c:v>530.90200000000004</c:v>
                </c:pt>
                <c:pt idx="134">
                  <c:v>530.90300000000002</c:v>
                </c:pt>
                <c:pt idx="135">
                  <c:v>530.904</c:v>
                </c:pt>
                <c:pt idx="136">
                  <c:v>530.90499999999997</c:v>
                </c:pt>
                <c:pt idx="137">
                  <c:v>530.90599999999995</c:v>
                </c:pt>
                <c:pt idx="138">
                  <c:v>530.90700000000004</c:v>
                </c:pt>
                <c:pt idx="139">
                  <c:v>530.90800000000002</c:v>
                </c:pt>
                <c:pt idx="140">
                  <c:v>530.90899999999999</c:v>
                </c:pt>
                <c:pt idx="141">
                  <c:v>530.91</c:v>
                </c:pt>
                <c:pt idx="142">
                  <c:v>530.91099999999994</c:v>
                </c:pt>
                <c:pt idx="143">
                  <c:v>530.91200000000003</c:v>
                </c:pt>
                <c:pt idx="144">
                  <c:v>530.91300000000001</c:v>
                </c:pt>
                <c:pt idx="145">
                  <c:v>530.91399999999999</c:v>
                </c:pt>
                <c:pt idx="146">
                  <c:v>530.91499999999996</c:v>
                </c:pt>
                <c:pt idx="147">
                  <c:v>530.91600000000005</c:v>
                </c:pt>
                <c:pt idx="148">
                  <c:v>530.91700000000003</c:v>
                </c:pt>
                <c:pt idx="149">
                  <c:v>530.91800000000001</c:v>
                </c:pt>
                <c:pt idx="150">
                  <c:v>530.91899999999998</c:v>
                </c:pt>
                <c:pt idx="151">
                  <c:v>530.91999999999996</c:v>
                </c:pt>
                <c:pt idx="152">
                  <c:v>530.92100000000005</c:v>
                </c:pt>
                <c:pt idx="153">
                  <c:v>530.92200000000003</c:v>
                </c:pt>
                <c:pt idx="154">
                  <c:v>530.923</c:v>
                </c:pt>
                <c:pt idx="155">
                  <c:v>530.92399999999998</c:v>
                </c:pt>
                <c:pt idx="156">
                  <c:v>530.92499999999995</c:v>
                </c:pt>
                <c:pt idx="157">
                  <c:v>530.92600000000004</c:v>
                </c:pt>
                <c:pt idx="158">
                  <c:v>530.92700000000002</c:v>
                </c:pt>
                <c:pt idx="159">
                  <c:v>530.928</c:v>
                </c:pt>
                <c:pt idx="160">
                  <c:v>530.92899999999997</c:v>
                </c:pt>
                <c:pt idx="161">
                  <c:v>530.92999999999995</c:v>
                </c:pt>
                <c:pt idx="162">
                  <c:v>530.93100000000004</c:v>
                </c:pt>
                <c:pt idx="163">
                  <c:v>530.93200000000002</c:v>
                </c:pt>
                <c:pt idx="164">
                  <c:v>530.93299999999999</c:v>
                </c:pt>
                <c:pt idx="165">
                  <c:v>530.93399999999997</c:v>
                </c:pt>
                <c:pt idx="166">
                  <c:v>530.93499999999995</c:v>
                </c:pt>
                <c:pt idx="167">
                  <c:v>530.93600000000004</c:v>
                </c:pt>
                <c:pt idx="168">
                  <c:v>530.93700000000001</c:v>
                </c:pt>
                <c:pt idx="169">
                  <c:v>530.93799999999999</c:v>
                </c:pt>
                <c:pt idx="170">
                  <c:v>530.93899999999996</c:v>
                </c:pt>
                <c:pt idx="171">
                  <c:v>530.94000000000005</c:v>
                </c:pt>
                <c:pt idx="172">
                  <c:v>530.94100000000003</c:v>
                </c:pt>
                <c:pt idx="173">
                  <c:v>530.94200000000001</c:v>
                </c:pt>
                <c:pt idx="174">
                  <c:v>530.94299999999998</c:v>
                </c:pt>
                <c:pt idx="175">
                  <c:v>530.94399999999996</c:v>
                </c:pt>
                <c:pt idx="176">
                  <c:v>530.94500000000005</c:v>
                </c:pt>
                <c:pt idx="177">
                  <c:v>530.94600000000003</c:v>
                </c:pt>
                <c:pt idx="178">
                  <c:v>530.947</c:v>
                </c:pt>
                <c:pt idx="179">
                  <c:v>530.94799999999998</c:v>
                </c:pt>
                <c:pt idx="180">
                  <c:v>530.94899999999996</c:v>
                </c:pt>
                <c:pt idx="181">
                  <c:v>530.95000000000005</c:v>
                </c:pt>
                <c:pt idx="182">
                  <c:v>530.95100000000002</c:v>
                </c:pt>
                <c:pt idx="183">
                  <c:v>530.952</c:v>
                </c:pt>
                <c:pt idx="184">
                  <c:v>530.95299999999997</c:v>
                </c:pt>
                <c:pt idx="185">
                  <c:v>530.95399999999995</c:v>
                </c:pt>
                <c:pt idx="186">
                  <c:v>530.95500000000004</c:v>
                </c:pt>
                <c:pt idx="187">
                  <c:v>530.95600000000002</c:v>
                </c:pt>
                <c:pt idx="188">
                  <c:v>530.95699999999999</c:v>
                </c:pt>
                <c:pt idx="189">
                  <c:v>530.95799999999997</c:v>
                </c:pt>
                <c:pt idx="190">
                  <c:v>530.95899999999995</c:v>
                </c:pt>
                <c:pt idx="191">
                  <c:v>530.96</c:v>
                </c:pt>
                <c:pt idx="192">
                  <c:v>530.96100000000001</c:v>
                </c:pt>
                <c:pt idx="193">
                  <c:v>530.96199999999999</c:v>
                </c:pt>
                <c:pt idx="194">
                  <c:v>530.96299999999997</c:v>
                </c:pt>
                <c:pt idx="195">
                  <c:v>530.96400000000006</c:v>
                </c:pt>
                <c:pt idx="196">
                  <c:v>530.96500000000003</c:v>
                </c:pt>
                <c:pt idx="197">
                  <c:v>530.96600000000001</c:v>
                </c:pt>
                <c:pt idx="198">
                  <c:v>530.96699999999998</c:v>
                </c:pt>
                <c:pt idx="199">
                  <c:v>530.96799999999996</c:v>
                </c:pt>
                <c:pt idx="200">
                  <c:v>530.96900000000005</c:v>
                </c:pt>
                <c:pt idx="201">
                  <c:v>530.97</c:v>
                </c:pt>
                <c:pt idx="202">
                  <c:v>530.971</c:v>
                </c:pt>
                <c:pt idx="203">
                  <c:v>530.97199999999998</c:v>
                </c:pt>
                <c:pt idx="204">
                  <c:v>530.97299999999996</c:v>
                </c:pt>
                <c:pt idx="205">
                  <c:v>530.97400000000005</c:v>
                </c:pt>
                <c:pt idx="206">
                  <c:v>530.97500000000002</c:v>
                </c:pt>
                <c:pt idx="207">
                  <c:v>530.976</c:v>
                </c:pt>
                <c:pt idx="208">
                  <c:v>530.97699999999998</c:v>
                </c:pt>
                <c:pt idx="209">
                  <c:v>530.97799999999995</c:v>
                </c:pt>
                <c:pt idx="210">
                  <c:v>530.97900000000004</c:v>
                </c:pt>
                <c:pt idx="211">
                  <c:v>530.98</c:v>
                </c:pt>
                <c:pt idx="212">
                  <c:v>530.98099999999999</c:v>
                </c:pt>
                <c:pt idx="213">
                  <c:v>530.98199999999997</c:v>
                </c:pt>
                <c:pt idx="214">
                  <c:v>530.98299999999995</c:v>
                </c:pt>
                <c:pt idx="215">
                  <c:v>530.98400000000004</c:v>
                </c:pt>
                <c:pt idx="216">
                  <c:v>530.98500000000001</c:v>
                </c:pt>
                <c:pt idx="217">
                  <c:v>530.98599999999999</c:v>
                </c:pt>
                <c:pt idx="218">
                  <c:v>530.98699999999997</c:v>
                </c:pt>
                <c:pt idx="219">
                  <c:v>530.98800000000006</c:v>
                </c:pt>
                <c:pt idx="220">
                  <c:v>530.98900000000003</c:v>
                </c:pt>
                <c:pt idx="221">
                  <c:v>530.99</c:v>
                </c:pt>
                <c:pt idx="222">
                  <c:v>530.99099999999999</c:v>
                </c:pt>
                <c:pt idx="223">
                  <c:v>530.99199999999996</c:v>
                </c:pt>
                <c:pt idx="224">
                  <c:v>530.99300000000005</c:v>
                </c:pt>
                <c:pt idx="225">
                  <c:v>530.99400000000003</c:v>
                </c:pt>
                <c:pt idx="226">
                  <c:v>530.995</c:v>
                </c:pt>
                <c:pt idx="227">
                  <c:v>530.99599999999998</c:v>
                </c:pt>
                <c:pt idx="228">
                  <c:v>530.99699999999996</c:v>
                </c:pt>
                <c:pt idx="229">
                  <c:v>530.99800000000005</c:v>
                </c:pt>
                <c:pt idx="230">
                  <c:v>530.99900000000002</c:v>
                </c:pt>
                <c:pt idx="231">
                  <c:v>531</c:v>
                </c:pt>
                <c:pt idx="232">
                  <c:v>531.00099999999998</c:v>
                </c:pt>
                <c:pt idx="233">
                  <c:v>531.00199999999995</c:v>
                </c:pt>
                <c:pt idx="234">
                  <c:v>531.00300000000004</c:v>
                </c:pt>
                <c:pt idx="235">
                  <c:v>531.00400000000002</c:v>
                </c:pt>
                <c:pt idx="236">
                  <c:v>531.005</c:v>
                </c:pt>
                <c:pt idx="237">
                  <c:v>531.00599999999997</c:v>
                </c:pt>
                <c:pt idx="238">
                  <c:v>531.00699999999995</c:v>
                </c:pt>
                <c:pt idx="239">
                  <c:v>531.00800000000004</c:v>
                </c:pt>
                <c:pt idx="240">
                  <c:v>531.00900000000001</c:v>
                </c:pt>
                <c:pt idx="241">
                  <c:v>531.01</c:v>
                </c:pt>
                <c:pt idx="242">
                  <c:v>531.01099999999997</c:v>
                </c:pt>
                <c:pt idx="243">
                  <c:v>531.01199999999994</c:v>
                </c:pt>
                <c:pt idx="244">
                  <c:v>531.01300000000003</c:v>
                </c:pt>
                <c:pt idx="245">
                  <c:v>531.01400000000001</c:v>
                </c:pt>
                <c:pt idx="246">
                  <c:v>531.01499999999999</c:v>
                </c:pt>
                <c:pt idx="247">
                  <c:v>531.01599999999996</c:v>
                </c:pt>
                <c:pt idx="248">
                  <c:v>531.01700000000005</c:v>
                </c:pt>
                <c:pt idx="249">
                  <c:v>531.01800000000003</c:v>
                </c:pt>
                <c:pt idx="250">
                  <c:v>531.01900000000001</c:v>
                </c:pt>
                <c:pt idx="251">
                  <c:v>531.02</c:v>
                </c:pt>
                <c:pt idx="252">
                  <c:v>531.02099999999996</c:v>
                </c:pt>
                <c:pt idx="253">
                  <c:v>531.02200000000005</c:v>
                </c:pt>
                <c:pt idx="254">
                  <c:v>531.02300000000002</c:v>
                </c:pt>
                <c:pt idx="255">
                  <c:v>531.10299999999995</c:v>
                </c:pt>
                <c:pt idx="256">
                  <c:v>531.18299999999999</c:v>
                </c:pt>
                <c:pt idx="257">
                  <c:v>531.26300000000003</c:v>
                </c:pt>
                <c:pt idx="258">
                  <c:v>531.34299999999996</c:v>
                </c:pt>
                <c:pt idx="259">
                  <c:v>531.423</c:v>
                </c:pt>
                <c:pt idx="260">
                  <c:v>531.50300000000004</c:v>
                </c:pt>
                <c:pt idx="261">
                  <c:v>531.58299999999997</c:v>
                </c:pt>
                <c:pt idx="262">
                  <c:v>531.66300000000001</c:v>
                </c:pt>
                <c:pt idx="263">
                  <c:v>531.71600000000001</c:v>
                </c:pt>
                <c:pt idx="264">
                  <c:v>531.76900000000001</c:v>
                </c:pt>
                <c:pt idx="265">
                  <c:v>531.77</c:v>
                </c:pt>
                <c:pt idx="266">
                  <c:v>531.77099999999996</c:v>
                </c:pt>
                <c:pt idx="267">
                  <c:v>531.77200000000005</c:v>
                </c:pt>
                <c:pt idx="268">
                  <c:v>531.77300000000002</c:v>
                </c:pt>
                <c:pt idx="269">
                  <c:v>531.774</c:v>
                </c:pt>
                <c:pt idx="270">
                  <c:v>531.77499999999998</c:v>
                </c:pt>
                <c:pt idx="271">
                  <c:v>531.77599999999995</c:v>
                </c:pt>
                <c:pt idx="272">
                  <c:v>531.77700000000004</c:v>
                </c:pt>
                <c:pt idx="273">
                  <c:v>531.77800000000002</c:v>
                </c:pt>
                <c:pt idx="274">
                  <c:v>531.779</c:v>
                </c:pt>
                <c:pt idx="275">
                  <c:v>531.78</c:v>
                </c:pt>
                <c:pt idx="276">
                  <c:v>531.78099999999995</c:v>
                </c:pt>
                <c:pt idx="277">
                  <c:v>531.78200000000004</c:v>
                </c:pt>
                <c:pt idx="278">
                  <c:v>531.78300000000002</c:v>
                </c:pt>
                <c:pt idx="279">
                  <c:v>531.78399999999999</c:v>
                </c:pt>
                <c:pt idx="280">
                  <c:v>531.78499999999997</c:v>
                </c:pt>
                <c:pt idx="281">
                  <c:v>531.78599999999994</c:v>
                </c:pt>
                <c:pt idx="282">
                  <c:v>531.78700000000003</c:v>
                </c:pt>
                <c:pt idx="283">
                  <c:v>531.78800000000001</c:v>
                </c:pt>
                <c:pt idx="284">
                  <c:v>531.78899999999999</c:v>
                </c:pt>
                <c:pt idx="285">
                  <c:v>531.79</c:v>
                </c:pt>
                <c:pt idx="286">
                  <c:v>531.79100000000005</c:v>
                </c:pt>
                <c:pt idx="287">
                  <c:v>531.79200000000003</c:v>
                </c:pt>
                <c:pt idx="288">
                  <c:v>531.79300000000001</c:v>
                </c:pt>
                <c:pt idx="289">
                  <c:v>531.79399999999998</c:v>
                </c:pt>
                <c:pt idx="290">
                  <c:v>531.79499999999996</c:v>
                </c:pt>
                <c:pt idx="291">
                  <c:v>531.79600000000005</c:v>
                </c:pt>
                <c:pt idx="292">
                  <c:v>531.79700000000003</c:v>
                </c:pt>
                <c:pt idx="293">
                  <c:v>531.798</c:v>
                </c:pt>
                <c:pt idx="294">
                  <c:v>531.79899999999998</c:v>
                </c:pt>
                <c:pt idx="295">
                  <c:v>531.79999999999995</c:v>
                </c:pt>
                <c:pt idx="296">
                  <c:v>531.80100000000004</c:v>
                </c:pt>
                <c:pt idx="297">
                  <c:v>531.80200000000002</c:v>
                </c:pt>
                <c:pt idx="298">
                  <c:v>531.803</c:v>
                </c:pt>
                <c:pt idx="299">
                  <c:v>531.80399999999997</c:v>
                </c:pt>
                <c:pt idx="300">
                  <c:v>531.80499999999995</c:v>
                </c:pt>
                <c:pt idx="301">
                  <c:v>531.80600000000004</c:v>
                </c:pt>
                <c:pt idx="302">
                  <c:v>531.80700000000002</c:v>
                </c:pt>
                <c:pt idx="303">
                  <c:v>531.80799999999999</c:v>
                </c:pt>
                <c:pt idx="304">
                  <c:v>531.80899999999997</c:v>
                </c:pt>
                <c:pt idx="305">
                  <c:v>531.80999999999995</c:v>
                </c:pt>
                <c:pt idx="306">
                  <c:v>531.81100000000004</c:v>
                </c:pt>
                <c:pt idx="307">
                  <c:v>531.81200000000001</c:v>
                </c:pt>
                <c:pt idx="308">
                  <c:v>531.81299999999999</c:v>
                </c:pt>
                <c:pt idx="309">
                  <c:v>531.81399999999996</c:v>
                </c:pt>
                <c:pt idx="310">
                  <c:v>531.81500000000005</c:v>
                </c:pt>
                <c:pt idx="311">
                  <c:v>531.81600000000003</c:v>
                </c:pt>
                <c:pt idx="312">
                  <c:v>531.81700000000001</c:v>
                </c:pt>
                <c:pt idx="313">
                  <c:v>531.81799999999998</c:v>
                </c:pt>
                <c:pt idx="314">
                  <c:v>531.81899999999996</c:v>
                </c:pt>
                <c:pt idx="315">
                  <c:v>531.82000000000005</c:v>
                </c:pt>
                <c:pt idx="316">
                  <c:v>531.82100000000003</c:v>
                </c:pt>
                <c:pt idx="317">
                  <c:v>531.822</c:v>
                </c:pt>
                <c:pt idx="318">
                  <c:v>531.82299999999998</c:v>
                </c:pt>
                <c:pt idx="319">
                  <c:v>531.82399999999996</c:v>
                </c:pt>
                <c:pt idx="320">
                  <c:v>531.82500000000005</c:v>
                </c:pt>
                <c:pt idx="321">
                  <c:v>531.82600000000002</c:v>
                </c:pt>
                <c:pt idx="322">
                  <c:v>531.827</c:v>
                </c:pt>
                <c:pt idx="323">
                  <c:v>531.82799999999997</c:v>
                </c:pt>
                <c:pt idx="324">
                  <c:v>531.82899999999995</c:v>
                </c:pt>
                <c:pt idx="325">
                  <c:v>531.83000000000004</c:v>
                </c:pt>
                <c:pt idx="326">
                  <c:v>531.83100000000002</c:v>
                </c:pt>
                <c:pt idx="327">
                  <c:v>531.83199999999999</c:v>
                </c:pt>
                <c:pt idx="328">
                  <c:v>531.83299999999997</c:v>
                </c:pt>
                <c:pt idx="329">
                  <c:v>531.83399999999995</c:v>
                </c:pt>
                <c:pt idx="330">
                  <c:v>531.83500000000004</c:v>
                </c:pt>
                <c:pt idx="331">
                  <c:v>531.83600000000001</c:v>
                </c:pt>
                <c:pt idx="332">
                  <c:v>531.83699999999999</c:v>
                </c:pt>
                <c:pt idx="333">
                  <c:v>531.83799999999997</c:v>
                </c:pt>
                <c:pt idx="334">
                  <c:v>531.83900000000006</c:v>
                </c:pt>
                <c:pt idx="335">
                  <c:v>531.84</c:v>
                </c:pt>
                <c:pt idx="336">
                  <c:v>531.84100000000001</c:v>
                </c:pt>
                <c:pt idx="337">
                  <c:v>531.84199999999998</c:v>
                </c:pt>
                <c:pt idx="338">
                  <c:v>531.84299999999996</c:v>
                </c:pt>
                <c:pt idx="339">
                  <c:v>531.84400000000005</c:v>
                </c:pt>
                <c:pt idx="340">
                  <c:v>531.84500000000003</c:v>
                </c:pt>
                <c:pt idx="341">
                  <c:v>531.846</c:v>
                </c:pt>
                <c:pt idx="342">
                  <c:v>531.84699999999998</c:v>
                </c:pt>
                <c:pt idx="343">
                  <c:v>531.84799999999996</c:v>
                </c:pt>
                <c:pt idx="344">
                  <c:v>531.84900000000005</c:v>
                </c:pt>
                <c:pt idx="345">
                  <c:v>531.85</c:v>
                </c:pt>
                <c:pt idx="346">
                  <c:v>531.851</c:v>
                </c:pt>
                <c:pt idx="347">
                  <c:v>531.85199999999998</c:v>
                </c:pt>
                <c:pt idx="348">
                  <c:v>531.85299999999995</c:v>
                </c:pt>
                <c:pt idx="349">
                  <c:v>531.85400000000004</c:v>
                </c:pt>
                <c:pt idx="350">
                  <c:v>531.85500000000002</c:v>
                </c:pt>
                <c:pt idx="351">
                  <c:v>531.85599999999999</c:v>
                </c:pt>
                <c:pt idx="352">
                  <c:v>531.85699999999997</c:v>
                </c:pt>
                <c:pt idx="353">
                  <c:v>531.85799999999995</c:v>
                </c:pt>
                <c:pt idx="354">
                  <c:v>531.85900000000004</c:v>
                </c:pt>
                <c:pt idx="355">
                  <c:v>531.86</c:v>
                </c:pt>
                <c:pt idx="356">
                  <c:v>531.86099999999999</c:v>
                </c:pt>
                <c:pt idx="357">
                  <c:v>531.86199999999997</c:v>
                </c:pt>
                <c:pt idx="358">
                  <c:v>531.86300000000006</c:v>
                </c:pt>
                <c:pt idx="359">
                  <c:v>531.86400000000003</c:v>
                </c:pt>
                <c:pt idx="360">
                  <c:v>531.86500000000001</c:v>
                </c:pt>
                <c:pt idx="361">
                  <c:v>531.86599999999999</c:v>
                </c:pt>
                <c:pt idx="362">
                  <c:v>531.86699999999996</c:v>
                </c:pt>
                <c:pt idx="363">
                  <c:v>531.86800000000005</c:v>
                </c:pt>
                <c:pt idx="364">
                  <c:v>531.86900000000003</c:v>
                </c:pt>
                <c:pt idx="365">
                  <c:v>531.87</c:v>
                </c:pt>
                <c:pt idx="366">
                  <c:v>531.87099999999998</c:v>
                </c:pt>
                <c:pt idx="367">
                  <c:v>531.87199999999996</c:v>
                </c:pt>
                <c:pt idx="368">
                  <c:v>531.87300000000005</c:v>
                </c:pt>
                <c:pt idx="369">
                  <c:v>531.87400000000002</c:v>
                </c:pt>
                <c:pt idx="370">
                  <c:v>531.875</c:v>
                </c:pt>
                <c:pt idx="371">
                  <c:v>531.87599999999998</c:v>
                </c:pt>
                <c:pt idx="372">
                  <c:v>531.87699999999995</c:v>
                </c:pt>
                <c:pt idx="373">
                  <c:v>531.87800000000004</c:v>
                </c:pt>
                <c:pt idx="374">
                  <c:v>531.87900000000002</c:v>
                </c:pt>
                <c:pt idx="375">
                  <c:v>531.88</c:v>
                </c:pt>
                <c:pt idx="376">
                  <c:v>531.88099999999997</c:v>
                </c:pt>
                <c:pt idx="377">
                  <c:v>531.88199999999995</c:v>
                </c:pt>
                <c:pt idx="378">
                  <c:v>531.88300000000004</c:v>
                </c:pt>
                <c:pt idx="379">
                  <c:v>531.88400000000001</c:v>
                </c:pt>
                <c:pt idx="380">
                  <c:v>531.88499999999999</c:v>
                </c:pt>
                <c:pt idx="381">
                  <c:v>531.88599999999997</c:v>
                </c:pt>
                <c:pt idx="382">
                  <c:v>531.88699999999994</c:v>
                </c:pt>
                <c:pt idx="383">
                  <c:v>531.88800000000003</c:v>
                </c:pt>
                <c:pt idx="384">
                  <c:v>531.88900000000001</c:v>
                </c:pt>
                <c:pt idx="385">
                  <c:v>531.89</c:v>
                </c:pt>
                <c:pt idx="386">
                  <c:v>531.89099999999996</c:v>
                </c:pt>
                <c:pt idx="387">
                  <c:v>531.89200000000005</c:v>
                </c:pt>
                <c:pt idx="388">
                  <c:v>531.89300000000003</c:v>
                </c:pt>
                <c:pt idx="389">
                  <c:v>531.89400000000001</c:v>
                </c:pt>
                <c:pt idx="390">
                  <c:v>531.89499999999998</c:v>
                </c:pt>
                <c:pt idx="391">
                  <c:v>531.89599999999996</c:v>
                </c:pt>
                <c:pt idx="392">
                  <c:v>531.89700000000005</c:v>
                </c:pt>
                <c:pt idx="393">
                  <c:v>531.89800000000002</c:v>
                </c:pt>
                <c:pt idx="394">
                  <c:v>531.899</c:v>
                </c:pt>
                <c:pt idx="395">
                  <c:v>531.9</c:v>
                </c:pt>
                <c:pt idx="396">
                  <c:v>531.90099999999995</c:v>
                </c:pt>
                <c:pt idx="397">
                  <c:v>531.90200000000004</c:v>
                </c:pt>
                <c:pt idx="398">
                  <c:v>531.90300000000002</c:v>
                </c:pt>
                <c:pt idx="399">
                  <c:v>531.904</c:v>
                </c:pt>
                <c:pt idx="400">
                  <c:v>531.90499999999997</c:v>
                </c:pt>
                <c:pt idx="401">
                  <c:v>531.90599999999995</c:v>
                </c:pt>
                <c:pt idx="402">
                  <c:v>531.90700000000004</c:v>
                </c:pt>
                <c:pt idx="403">
                  <c:v>531.90800000000002</c:v>
                </c:pt>
                <c:pt idx="404">
                  <c:v>531.90899999999999</c:v>
                </c:pt>
                <c:pt idx="405">
                  <c:v>531.91</c:v>
                </c:pt>
                <c:pt idx="406">
                  <c:v>531.91099999999994</c:v>
                </c:pt>
                <c:pt idx="407">
                  <c:v>531.91200000000003</c:v>
                </c:pt>
                <c:pt idx="408">
                  <c:v>531.91300000000001</c:v>
                </c:pt>
                <c:pt idx="409">
                  <c:v>531.91399999999999</c:v>
                </c:pt>
                <c:pt idx="410">
                  <c:v>531.91499999999996</c:v>
                </c:pt>
                <c:pt idx="411">
                  <c:v>531.91600000000005</c:v>
                </c:pt>
                <c:pt idx="412">
                  <c:v>531.91700000000003</c:v>
                </c:pt>
                <c:pt idx="413">
                  <c:v>531.91800000000001</c:v>
                </c:pt>
                <c:pt idx="414">
                  <c:v>531.91899999999998</c:v>
                </c:pt>
                <c:pt idx="415">
                  <c:v>531.91999999999996</c:v>
                </c:pt>
                <c:pt idx="416">
                  <c:v>531.92100000000005</c:v>
                </c:pt>
                <c:pt idx="417">
                  <c:v>531.92200000000003</c:v>
                </c:pt>
                <c:pt idx="418">
                  <c:v>531.923</c:v>
                </c:pt>
                <c:pt idx="419">
                  <c:v>531.92399999999998</c:v>
                </c:pt>
                <c:pt idx="420">
                  <c:v>531.92499999999995</c:v>
                </c:pt>
                <c:pt idx="421">
                  <c:v>531.92600000000004</c:v>
                </c:pt>
                <c:pt idx="422">
                  <c:v>531.92700000000002</c:v>
                </c:pt>
                <c:pt idx="423">
                  <c:v>531.928</c:v>
                </c:pt>
                <c:pt idx="424">
                  <c:v>531.92899999999997</c:v>
                </c:pt>
                <c:pt idx="425">
                  <c:v>531.92999999999995</c:v>
                </c:pt>
                <c:pt idx="426">
                  <c:v>531.93100000000004</c:v>
                </c:pt>
                <c:pt idx="427">
                  <c:v>531.93200000000002</c:v>
                </c:pt>
                <c:pt idx="428">
                  <c:v>531.93299999999999</c:v>
                </c:pt>
                <c:pt idx="429">
                  <c:v>531.93399999999997</c:v>
                </c:pt>
                <c:pt idx="430">
                  <c:v>531.93499999999995</c:v>
                </c:pt>
                <c:pt idx="431">
                  <c:v>531.93600000000004</c:v>
                </c:pt>
                <c:pt idx="432">
                  <c:v>531.93700000000001</c:v>
                </c:pt>
                <c:pt idx="433">
                  <c:v>531.93799999999999</c:v>
                </c:pt>
                <c:pt idx="434">
                  <c:v>531.93899999999996</c:v>
                </c:pt>
                <c:pt idx="435">
                  <c:v>531.94000000000005</c:v>
                </c:pt>
                <c:pt idx="436">
                  <c:v>531.94100000000003</c:v>
                </c:pt>
                <c:pt idx="437">
                  <c:v>531.94200000000001</c:v>
                </c:pt>
                <c:pt idx="438">
                  <c:v>531.94299999999998</c:v>
                </c:pt>
                <c:pt idx="439">
                  <c:v>531.94399999999996</c:v>
                </c:pt>
                <c:pt idx="440">
                  <c:v>531.94500000000005</c:v>
                </c:pt>
                <c:pt idx="441">
                  <c:v>531.94600000000003</c:v>
                </c:pt>
                <c:pt idx="442">
                  <c:v>531.947</c:v>
                </c:pt>
                <c:pt idx="443">
                  <c:v>531.94799999999998</c:v>
                </c:pt>
                <c:pt idx="444">
                  <c:v>531.94899999999996</c:v>
                </c:pt>
                <c:pt idx="445">
                  <c:v>531.95000000000005</c:v>
                </c:pt>
                <c:pt idx="446">
                  <c:v>531.95100000000002</c:v>
                </c:pt>
                <c:pt idx="447">
                  <c:v>531.952</c:v>
                </c:pt>
                <c:pt idx="448">
                  <c:v>531.95299999999997</c:v>
                </c:pt>
                <c:pt idx="449">
                  <c:v>531.95399999999995</c:v>
                </c:pt>
                <c:pt idx="450">
                  <c:v>531.95500000000004</c:v>
                </c:pt>
                <c:pt idx="451">
                  <c:v>531.95600000000002</c:v>
                </c:pt>
                <c:pt idx="452">
                  <c:v>531.95699999999999</c:v>
                </c:pt>
                <c:pt idx="453">
                  <c:v>531.95799999999997</c:v>
                </c:pt>
                <c:pt idx="454">
                  <c:v>531.95899999999995</c:v>
                </c:pt>
                <c:pt idx="455">
                  <c:v>531.96</c:v>
                </c:pt>
                <c:pt idx="456">
                  <c:v>531.96100000000001</c:v>
                </c:pt>
                <c:pt idx="457">
                  <c:v>531.96199999999999</c:v>
                </c:pt>
                <c:pt idx="458">
                  <c:v>531.96299999999997</c:v>
                </c:pt>
                <c:pt idx="459">
                  <c:v>531.96400000000006</c:v>
                </c:pt>
                <c:pt idx="460">
                  <c:v>531.96500000000003</c:v>
                </c:pt>
                <c:pt idx="461">
                  <c:v>531.96600000000001</c:v>
                </c:pt>
                <c:pt idx="462">
                  <c:v>531.96699999999998</c:v>
                </c:pt>
                <c:pt idx="463">
                  <c:v>531.96799999999996</c:v>
                </c:pt>
                <c:pt idx="464">
                  <c:v>531.96900000000005</c:v>
                </c:pt>
                <c:pt idx="465">
                  <c:v>531.97</c:v>
                </c:pt>
                <c:pt idx="466">
                  <c:v>531.971</c:v>
                </c:pt>
                <c:pt idx="467">
                  <c:v>531.97199999999998</c:v>
                </c:pt>
                <c:pt idx="468">
                  <c:v>531.97299999999996</c:v>
                </c:pt>
                <c:pt idx="469">
                  <c:v>531.97400000000005</c:v>
                </c:pt>
                <c:pt idx="470">
                  <c:v>531.97500000000002</c:v>
                </c:pt>
                <c:pt idx="471">
                  <c:v>531.976</c:v>
                </c:pt>
                <c:pt idx="472">
                  <c:v>531.97699999999998</c:v>
                </c:pt>
                <c:pt idx="473">
                  <c:v>531.97799999999995</c:v>
                </c:pt>
                <c:pt idx="474">
                  <c:v>531.97900000000004</c:v>
                </c:pt>
                <c:pt idx="475">
                  <c:v>531.98</c:v>
                </c:pt>
                <c:pt idx="476">
                  <c:v>531.98099999999999</c:v>
                </c:pt>
                <c:pt idx="477">
                  <c:v>531.98199999999997</c:v>
                </c:pt>
                <c:pt idx="478">
                  <c:v>531.98299999999995</c:v>
                </c:pt>
                <c:pt idx="479">
                  <c:v>531.98400000000004</c:v>
                </c:pt>
                <c:pt idx="480">
                  <c:v>531.98500000000001</c:v>
                </c:pt>
                <c:pt idx="481">
                  <c:v>531.98599999999999</c:v>
                </c:pt>
                <c:pt idx="482">
                  <c:v>531.98699999999997</c:v>
                </c:pt>
                <c:pt idx="483">
                  <c:v>531.98800000000006</c:v>
                </c:pt>
                <c:pt idx="484">
                  <c:v>531.98900000000003</c:v>
                </c:pt>
                <c:pt idx="485">
                  <c:v>531.99</c:v>
                </c:pt>
                <c:pt idx="486">
                  <c:v>531.99099999999999</c:v>
                </c:pt>
                <c:pt idx="487">
                  <c:v>531.99199999999996</c:v>
                </c:pt>
                <c:pt idx="488">
                  <c:v>531.99300000000005</c:v>
                </c:pt>
                <c:pt idx="489">
                  <c:v>531.99400000000003</c:v>
                </c:pt>
                <c:pt idx="490">
                  <c:v>531.995</c:v>
                </c:pt>
                <c:pt idx="491">
                  <c:v>531.99599999999998</c:v>
                </c:pt>
                <c:pt idx="492">
                  <c:v>531.99699999999996</c:v>
                </c:pt>
                <c:pt idx="493">
                  <c:v>531.99800000000005</c:v>
                </c:pt>
                <c:pt idx="494">
                  <c:v>531.99900000000002</c:v>
                </c:pt>
                <c:pt idx="495">
                  <c:v>532</c:v>
                </c:pt>
                <c:pt idx="496">
                  <c:v>532.00099999999998</c:v>
                </c:pt>
                <c:pt idx="497">
                  <c:v>532.00199999999995</c:v>
                </c:pt>
                <c:pt idx="498">
                  <c:v>532.00300000000004</c:v>
                </c:pt>
                <c:pt idx="499">
                  <c:v>532.00400000000002</c:v>
                </c:pt>
                <c:pt idx="500">
                  <c:v>532.005</c:v>
                </c:pt>
                <c:pt idx="501">
                  <c:v>532.00599999999997</c:v>
                </c:pt>
                <c:pt idx="502">
                  <c:v>532.00699999999995</c:v>
                </c:pt>
                <c:pt idx="503">
                  <c:v>532.00800000000004</c:v>
                </c:pt>
                <c:pt idx="504">
                  <c:v>532.00900000000001</c:v>
                </c:pt>
                <c:pt idx="505">
                  <c:v>532.01</c:v>
                </c:pt>
                <c:pt idx="506">
                  <c:v>532.01099999999997</c:v>
                </c:pt>
                <c:pt idx="507">
                  <c:v>532.01199999999994</c:v>
                </c:pt>
                <c:pt idx="508">
                  <c:v>532.01300000000003</c:v>
                </c:pt>
                <c:pt idx="509">
                  <c:v>532.01400000000001</c:v>
                </c:pt>
                <c:pt idx="510">
                  <c:v>532.01499999999999</c:v>
                </c:pt>
                <c:pt idx="511">
                  <c:v>532.01599999999996</c:v>
                </c:pt>
                <c:pt idx="512">
                  <c:v>532.01700000000005</c:v>
                </c:pt>
                <c:pt idx="513">
                  <c:v>532.01800000000003</c:v>
                </c:pt>
                <c:pt idx="514">
                  <c:v>532.01900000000001</c:v>
                </c:pt>
                <c:pt idx="515">
                  <c:v>532.02</c:v>
                </c:pt>
                <c:pt idx="516">
                  <c:v>532.02099999999996</c:v>
                </c:pt>
                <c:pt idx="517">
                  <c:v>532.02200000000005</c:v>
                </c:pt>
                <c:pt idx="518">
                  <c:v>532.02300000000002</c:v>
                </c:pt>
                <c:pt idx="519">
                  <c:v>532.10299999999995</c:v>
                </c:pt>
                <c:pt idx="520">
                  <c:v>532.18299999999999</c:v>
                </c:pt>
                <c:pt idx="521">
                  <c:v>532.26300000000003</c:v>
                </c:pt>
                <c:pt idx="522">
                  <c:v>532.34299999999996</c:v>
                </c:pt>
                <c:pt idx="523">
                  <c:v>532.423</c:v>
                </c:pt>
                <c:pt idx="524">
                  <c:v>532.50300000000004</c:v>
                </c:pt>
                <c:pt idx="525">
                  <c:v>532.58299999999997</c:v>
                </c:pt>
                <c:pt idx="526">
                  <c:v>532.66300000000001</c:v>
                </c:pt>
                <c:pt idx="527">
                  <c:v>532.71600000000001</c:v>
                </c:pt>
                <c:pt idx="528">
                  <c:v>532.76900000000001</c:v>
                </c:pt>
                <c:pt idx="529">
                  <c:v>532.77</c:v>
                </c:pt>
                <c:pt idx="530">
                  <c:v>532.77099999999996</c:v>
                </c:pt>
                <c:pt idx="531">
                  <c:v>532.77200000000005</c:v>
                </c:pt>
                <c:pt idx="532">
                  <c:v>532.77300000000002</c:v>
                </c:pt>
                <c:pt idx="533">
                  <c:v>532.774</c:v>
                </c:pt>
                <c:pt idx="534">
                  <c:v>532.77499999999998</c:v>
                </c:pt>
                <c:pt idx="535">
                  <c:v>532.77599999999995</c:v>
                </c:pt>
                <c:pt idx="536">
                  <c:v>532.77700000000004</c:v>
                </c:pt>
                <c:pt idx="537">
                  <c:v>532.77800000000002</c:v>
                </c:pt>
                <c:pt idx="538">
                  <c:v>532.779</c:v>
                </c:pt>
                <c:pt idx="539">
                  <c:v>532.78</c:v>
                </c:pt>
                <c:pt idx="540">
                  <c:v>532.78099999999995</c:v>
                </c:pt>
                <c:pt idx="541">
                  <c:v>532.78200000000004</c:v>
                </c:pt>
                <c:pt idx="542">
                  <c:v>532.78300000000002</c:v>
                </c:pt>
                <c:pt idx="543">
                  <c:v>532.78399999999999</c:v>
                </c:pt>
                <c:pt idx="544">
                  <c:v>532.78499999999997</c:v>
                </c:pt>
                <c:pt idx="545">
                  <c:v>532.78599999999994</c:v>
                </c:pt>
                <c:pt idx="546">
                  <c:v>532.78700000000003</c:v>
                </c:pt>
                <c:pt idx="547">
                  <c:v>532.78800000000001</c:v>
                </c:pt>
                <c:pt idx="548">
                  <c:v>532.78899999999999</c:v>
                </c:pt>
                <c:pt idx="549">
                  <c:v>532.79</c:v>
                </c:pt>
                <c:pt idx="550">
                  <c:v>532.79100000000005</c:v>
                </c:pt>
                <c:pt idx="551">
                  <c:v>532.79200000000003</c:v>
                </c:pt>
                <c:pt idx="552">
                  <c:v>532.79300000000001</c:v>
                </c:pt>
                <c:pt idx="553">
                  <c:v>532.79399999999998</c:v>
                </c:pt>
                <c:pt idx="554">
                  <c:v>532.79499999999996</c:v>
                </c:pt>
                <c:pt idx="555">
                  <c:v>532.79600000000005</c:v>
                </c:pt>
                <c:pt idx="556">
                  <c:v>532.79700000000003</c:v>
                </c:pt>
                <c:pt idx="557">
                  <c:v>532.798</c:v>
                </c:pt>
                <c:pt idx="558">
                  <c:v>532.79899999999998</c:v>
                </c:pt>
                <c:pt idx="559">
                  <c:v>532.79999999999995</c:v>
                </c:pt>
                <c:pt idx="560">
                  <c:v>532.80100000000004</c:v>
                </c:pt>
                <c:pt idx="561">
                  <c:v>532.80200000000002</c:v>
                </c:pt>
                <c:pt idx="562">
                  <c:v>532.803</c:v>
                </c:pt>
                <c:pt idx="563">
                  <c:v>532.80399999999997</c:v>
                </c:pt>
                <c:pt idx="564">
                  <c:v>532.80499999999995</c:v>
                </c:pt>
                <c:pt idx="565">
                  <c:v>532.80600000000004</c:v>
                </c:pt>
                <c:pt idx="566">
                  <c:v>532.80700000000002</c:v>
                </c:pt>
                <c:pt idx="567">
                  <c:v>532.80799999999999</c:v>
                </c:pt>
                <c:pt idx="568">
                  <c:v>532.80899999999997</c:v>
                </c:pt>
                <c:pt idx="569">
                  <c:v>532.80999999999995</c:v>
                </c:pt>
                <c:pt idx="570">
                  <c:v>532.81100000000004</c:v>
                </c:pt>
                <c:pt idx="571">
                  <c:v>532.81200000000001</c:v>
                </c:pt>
                <c:pt idx="572">
                  <c:v>532.81299999999999</c:v>
                </c:pt>
                <c:pt idx="573">
                  <c:v>532.81399999999996</c:v>
                </c:pt>
                <c:pt idx="574">
                  <c:v>532.81500000000005</c:v>
                </c:pt>
                <c:pt idx="575">
                  <c:v>532.81600000000003</c:v>
                </c:pt>
                <c:pt idx="576">
                  <c:v>532.81700000000001</c:v>
                </c:pt>
                <c:pt idx="577">
                  <c:v>532.81799999999998</c:v>
                </c:pt>
                <c:pt idx="578">
                  <c:v>532.81899999999996</c:v>
                </c:pt>
                <c:pt idx="579">
                  <c:v>532.82000000000005</c:v>
                </c:pt>
                <c:pt idx="580">
                  <c:v>532.82100000000003</c:v>
                </c:pt>
                <c:pt idx="581">
                  <c:v>532.822</c:v>
                </c:pt>
                <c:pt idx="582">
                  <c:v>532.82299999999998</c:v>
                </c:pt>
                <c:pt idx="583">
                  <c:v>532.82399999999996</c:v>
                </c:pt>
                <c:pt idx="584">
                  <c:v>532.82500000000005</c:v>
                </c:pt>
                <c:pt idx="585">
                  <c:v>532.82600000000002</c:v>
                </c:pt>
                <c:pt idx="586">
                  <c:v>532.827</c:v>
                </c:pt>
                <c:pt idx="587">
                  <c:v>532.82799999999997</c:v>
                </c:pt>
                <c:pt idx="588">
                  <c:v>532.82899999999995</c:v>
                </c:pt>
                <c:pt idx="589">
                  <c:v>532.83000000000004</c:v>
                </c:pt>
                <c:pt idx="590">
                  <c:v>532.83100000000002</c:v>
                </c:pt>
                <c:pt idx="591">
                  <c:v>532.83199999999999</c:v>
                </c:pt>
                <c:pt idx="592">
                  <c:v>532.83299999999997</c:v>
                </c:pt>
                <c:pt idx="593">
                  <c:v>532.83399999999995</c:v>
                </c:pt>
                <c:pt idx="594">
                  <c:v>532.83500000000004</c:v>
                </c:pt>
                <c:pt idx="595">
                  <c:v>532.83600000000001</c:v>
                </c:pt>
                <c:pt idx="596">
                  <c:v>532.83699999999999</c:v>
                </c:pt>
                <c:pt idx="597">
                  <c:v>532.83799999999997</c:v>
                </c:pt>
                <c:pt idx="598">
                  <c:v>532.83900000000006</c:v>
                </c:pt>
                <c:pt idx="599">
                  <c:v>532.84</c:v>
                </c:pt>
                <c:pt idx="600">
                  <c:v>532.84100000000001</c:v>
                </c:pt>
                <c:pt idx="601">
                  <c:v>532.84199999999998</c:v>
                </c:pt>
                <c:pt idx="602">
                  <c:v>532.84299999999996</c:v>
                </c:pt>
                <c:pt idx="603">
                  <c:v>532.84400000000005</c:v>
                </c:pt>
                <c:pt idx="604">
                  <c:v>532.84500000000003</c:v>
                </c:pt>
                <c:pt idx="605">
                  <c:v>532.846</c:v>
                </c:pt>
                <c:pt idx="606">
                  <c:v>532.84699999999998</c:v>
                </c:pt>
                <c:pt idx="607">
                  <c:v>532.84799999999996</c:v>
                </c:pt>
                <c:pt idx="608">
                  <c:v>532.84900000000005</c:v>
                </c:pt>
                <c:pt idx="609">
                  <c:v>532.85</c:v>
                </c:pt>
                <c:pt idx="610">
                  <c:v>532.851</c:v>
                </c:pt>
                <c:pt idx="611">
                  <c:v>532.85199999999998</c:v>
                </c:pt>
                <c:pt idx="612">
                  <c:v>532.85299999999995</c:v>
                </c:pt>
                <c:pt idx="613">
                  <c:v>532.85400000000004</c:v>
                </c:pt>
                <c:pt idx="614">
                  <c:v>532.85500000000002</c:v>
                </c:pt>
                <c:pt idx="615">
                  <c:v>532.85599999999999</c:v>
                </c:pt>
                <c:pt idx="616">
                  <c:v>532.85699999999997</c:v>
                </c:pt>
                <c:pt idx="617">
                  <c:v>532.85799999999995</c:v>
                </c:pt>
                <c:pt idx="618">
                  <c:v>532.85900000000004</c:v>
                </c:pt>
                <c:pt idx="619">
                  <c:v>532.86</c:v>
                </c:pt>
                <c:pt idx="620">
                  <c:v>532.86099999999999</c:v>
                </c:pt>
                <c:pt idx="621">
                  <c:v>532.86199999999997</c:v>
                </c:pt>
                <c:pt idx="622">
                  <c:v>532.86300000000006</c:v>
                </c:pt>
                <c:pt idx="623">
                  <c:v>532.86400000000003</c:v>
                </c:pt>
                <c:pt idx="624">
                  <c:v>532.86500000000001</c:v>
                </c:pt>
                <c:pt idx="625">
                  <c:v>532.86599999999999</c:v>
                </c:pt>
                <c:pt idx="626">
                  <c:v>532.86699999999996</c:v>
                </c:pt>
                <c:pt idx="627">
                  <c:v>532.86800000000005</c:v>
                </c:pt>
                <c:pt idx="628">
                  <c:v>532.86900000000003</c:v>
                </c:pt>
                <c:pt idx="629">
                  <c:v>532.87</c:v>
                </c:pt>
                <c:pt idx="630">
                  <c:v>532.87099999999998</c:v>
                </c:pt>
                <c:pt idx="631">
                  <c:v>532.87199999999996</c:v>
                </c:pt>
                <c:pt idx="632">
                  <c:v>532.87300000000005</c:v>
                </c:pt>
                <c:pt idx="633">
                  <c:v>532.87400000000002</c:v>
                </c:pt>
                <c:pt idx="634">
                  <c:v>532.875</c:v>
                </c:pt>
                <c:pt idx="635">
                  <c:v>532.87599999999998</c:v>
                </c:pt>
                <c:pt idx="636">
                  <c:v>532.87699999999995</c:v>
                </c:pt>
                <c:pt idx="637">
                  <c:v>532.87800000000004</c:v>
                </c:pt>
                <c:pt idx="638">
                  <c:v>532.87900000000002</c:v>
                </c:pt>
                <c:pt idx="639">
                  <c:v>532.88</c:v>
                </c:pt>
                <c:pt idx="640">
                  <c:v>532.88099999999997</c:v>
                </c:pt>
                <c:pt idx="641">
                  <c:v>532.88199999999995</c:v>
                </c:pt>
                <c:pt idx="642">
                  <c:v>532.88300000000004</c:v>
                </c:pt>
                <c:pt idx="643">
                  <c:v>532.88400000000001</c:v>
                </c:pt>
                <c:pt idx="644">
                  <c:v>532.88499999999999</c:v>
                </c:pt>
                <c:pt idx="645">
                  <c:v>532.88599999999997</c:v>
                </c:pt>
                <c:pt idx="646">
                  <c:v>532.88699999999994</c:v>
                </c:pt>
                <c:pt idx="647">
                  <c:v>532.88800000000003</c:v>
                </c:pt>
                <c:pt idx="648">
                  <c:v>532.88900000000001</c:v>
                </c:pt>
                <c:pt idx="649">
                  <c:v>532.89</c:v>
                </c:pt>
                <c:pt idx="650">
                  <c:v>532.89099999999996</c:v>
                </c:pt>
                <c:pt idx="651">
                  <c:v>532.89200000000005</c:v>
                </c:pt>
                <c:pt idx="652">
                  <c:v>532.89300000000003</c:v>
                </c:pt>
                <c:pt idx="653">
                  <c:v>532.89400000000001</c:v>
                </c:pt>
                <c:pt idx="654">
                  <c:v>532.89499999999998</c:v>
                </c:pt>
                <c:pt idx="655">
                  <c:v>532.89599999999996</c:v>
                </c:pt>
                <c:pt idx="656">
                  <c:v>532.89700000000005</c:v>
                </c:pt>
                <c:pt idx="657">
                  <c:v>532.89800000000002</c:v>
                </c:pt>
                <c:pt idx="658">
                  <c:v>532.899</c:v>
                </c:pt>
                <c:pt idx="659">
                  <c:v>532.9</c:v>
                </c:pt>
                <c:pt idx="660">
                  <c:v>532.90099999999995</c:v>
                </c:pt>
                <c:pt idx="661">
                  <c:v>532.90200000000004</c:v>
                </c:pt>
                <c:pt idx="662">
                  <c:v>532.90300000000002</c:v>
                </c:pt>
                <c:pt idx="663">
                  <c:v>532.904</c:v>
                </c:pt>
                <c:pt idx="664">
                  <c:v>532.90499999999997</c:v>
                </c:pt>
                <c:pt idx="665">
                  <c:v>532.90599999999995</c:v>
                </c:pt>
                <c:pt idx="666">
                  <c:v>532.90700000000004</c:v>
                </c:pt>
                <c:pt idx="667">
                  <c:v>532.90800000000002</c:v>
                </c:pt>
                <c:pt idx="668">
                  <c:v>532.90899999999999</c:v>
                </c:pt>
                <c:pt idx="669">
                  <c:v>532.91</c:v>
                </c:pt>
                <c:pt idx="670">
                  <c:v>532.91099999999994</c:v>
                </c:pt>
                <c:pt idx="671">
                  <c:v>532.91200000000003</c:v>
                </c:pt>
                <c:pt idx="672">
                  <c:v>532.91300000000001</c:v>
                </c:pt>
                <c:pt idx="673">
                  <c:v>532.91399999999999</c:v>
                </c:pt>
                <c:pt idx="674">
                  <c:v>532.91499999999996</c:v>
                </c:pt>
                <c:pt idx="675">
                  <c:v>532.91600000000005</c:v>
                </c:pt>
                <c:pt idx="676">
                  <c:v>532.91700000000003</c:v>
                </c:pt>
                <c:pt idx="677">
                  <c:v>532.91800000000001</c:v>
                </c:pt>
                <c:pt idx="678">
                  <c:v>532.91899999999998</c:v>
                </c:pt>
                <c:pt idx="679">
                  <c:v>532.91999999999996</c:v>
                </c:pt>
                <c:pt idx="680">
                  <c:v>532.92100000000005</c:v>
                </c:pt>
                <c:pt idx="681">
                  <c:v>532.92200000000003</c:v>
                </c:pt>
                <c:pt idx="682">
                  <c:v>532.923</c:v>
                </c:pt>
                <c:pt idx="683">
                  <c:v>532.92399999999998</c:v>
                </c:pt>
                <c:pt idx="684">
                  <c:v>532.92499999999995</c:v>
                </c:pt>
                <c:pt idx="685">
                  <c:v>532.92600000000004</c:v>
                </c:pt>
                <c:pt idx="686">
                  <c:v>532.92700000000002</c:v>
                </c:pt>
                <c:pt idx="687">
                  <c:v>532.928</c:v>
                </c:pt>
                <c:pt idx="688">
                  <c:v>532.92899999999997</c:v>
                </c:pt>
                <c:pt idx="689">
                  <c:v>532.92999999999995</c:v>
                </c:pt>
                <c:pt idx="690">
                  <c:v>532.93100000000004</c:v>
                </c:pt>
                <c:pt idx="691">
                  <c:v>532.93200000000002</c:v>
                </c:pt>
                <c:pt idx="692">
                  <c:v>532.93299999999999</c:v>
                </c:pt>
                <c:pt idx="693">
                  <c:v>532.93399999999997</c:v>
                </c:pt>
                <c:pt idx="694">
                  <c:v>532.93499999999995</c:v>
                </c:pt>
                <c:pt idx="695">
                  <c:v>532.93600000000004</c:v>
                </c:pt>
                <c:pt idx="696">
                  <c:v>532.93700000000001</c:v>
                </c:pt>
                <c:pt idx="697">
                  <c:v>532.93799999999999</c:v>
                </c:pt>
                <c:pt idx="698">
                  <c:v>532.93899999999996</c:v>
                </c:pt>
                <c:pt idx="699">
                  <c:v>532.94000000000005</c:v>
                </c:pt>
                <c:pt idx="700">
                  <c:v>532.94100000000003</c:v>
                </c:pt>
                <c:pt idx="701">
                  <c:v>532.94200000000001</c:v>
                </c:pt>
                <c:pt idx="702">
                  <c:v>532.94299999999998</c:v>
                </c:pt>
                <c:pt idx="703">
                  <c:v>532.94399999999996</c:v>
                </c:pt>
                <c:pt idx="704">
                  <c:v>532.94500000000005</c:v>
                </c:pt>
                <c:pt idx="705">
                  <c:v>532.94600000000003</c:v>
                </c:pt>
                <c:pt idx="706">
                  <c:v>532.947</c:v>
                </c:pt>
                <c:pt idx="707">
                  <c:v>532.94799999999998</c:v>
                </c:pt>
                <c:pt idx="708">
                  <c:v>532.94899999999996</c:v>
                </c:pt>
                <c:pt idx="709">
                  <c:v>532.95000000000005</c:v>
                </c:pt>
                <c:pt idx="710">
                  <c:v>532.95100000000002</c:v>
                </c:pt>
                <c:pt idx="711">
                  <c:v>532.952</c:v>
                </c:pt>
                <c:pt idx="712">
                  <c:v>532.95299999999997</c:v>
                </c:pt>
                <c:pt idx="713">
                  <c:v>532.95399999999995</c:v>
                </c:pt>
                <c:pt idx="714">
                  <c:v>532.95500000000004</c:v>
                </c:pt>
                <c:pt idx="715">
                  <c:v>532.95600000000002</c:v>
                </c:pt>
                <c:pt idx="716">
                  <c:v>532.95699999999999</c:v>
                </c:pt>
                <c:pt idx="717">
                  <c:v>532.95799999999997</c:v>
                </c:pt>
                <c:pt idx="718">
                  <c:v>532.95899999999995</c:v>
                </c:pt>
                <c:pt idx="719">
                  <c:v>532.96</c:v>
                </c:pt>
                <c:pt idx="720">
                  <c:v>532.96100000000001</c:v>
                </c:pt>
                <c:pt idx="721">
                  <c:v>532.96199999999999</c:v>
                </c:pt>
                <c:pt idx="722">
                  <c:v>532.96299999999997</c:v>
                </c:pt>
                <c:pt idx="723">
                  <c:v>532.96400000000006</c:v>
                </c:pt>
                <c:pt idx="724">
                  <c:v>532.96500000000003</c:v>
                </c:pt>
                <c:pt idx="725">
                  <c:v>532.96600000000001</c:v>
                </c:pt>
                <c:pt idx="726">
                  <c:v>532.96699999999998</c:v>
                </c:pt>
                <c:pt idx="727">
                  <c:v>532.96799999999996</c:v>
                </c:pt>
                <c:pt idx="728">
                  <c:v>532.96900000000005</c:v>
                </c:pt>
                <c:pt idx="729">
                  <c:v>532.97</c:v>
                </c:pt>
                <c:pt idx="730">
                  <c:v>532.971</c:v>
                </c:pt>
                <c:pt idx="731">
                  <c:v>532.97199999999998</c:v>
                </c:pt>
                <c:pt idx="732">
                  <c:v>532.97299999999996</c:v>
                </c:pt>
                <c:pt idx="733">
                  <c:v>532.97400000000005</c:v>
                </c:pt>
                <c:pt idx="734">
                  <c:v>532.97500000000002</c:v>
                </c:pt>
                <c:pt idx="735">
                  <c:v>532.976</c:v>
                </c:pt>
                <c:pt idx="736">
                  <c:v>532.97699999999998</c:v>
                </c:pt>
                <c:pt idx="737">
                  <c:v>532.97799999999995</c:v>
                </c:pt>
                <c:pt idx="738">
                  <c:v>532.97900000000004</c:v>
                </c:pt>
                <c:pt idx="739">
                  <c:v>532.98</c:v>
                </c:pt>
                <c:pt idx="740">
                  <c:v>532.98099999999999</c:v>
                </c:pt>
                <c:pt idx="741">
                  <c:v>532.98199999999997</c:v>
                </c:pt>
                <c:pt idx="742">
                  <c:v>532.98299999999995</c:v>
                </c:pt>
                <c:pt idx="743">
                  <c:v>532.98400000000004</c:v>
                </c:pt>
                <c:pt idx="744">
                  <c:v>532.98500000000001</c:v>
                </c:pt>
                <c:pt idx="745">
                  <c:v>532.98599999999999</c:v>
                </c:pt>
                <c:pt idx="746">
                  <c:v>532.98699999999997</c:v>
                </c:pt>
                <c:pt idx="747">
                  <c:v>532.98800000000006</c:v>
                </c:pt>
                <c:pt idx="748">
                  <c:v>532.98900000000003</c:v>
                </c:pt>
                <c:pt idx="749">
                  <c:v>532.99</c:v>
                </c:pt>
                <c:pt idx="750">
                  <c:v>532.99099999999999</c:v>
                </c:pt>
                <c:pt idx="751">
                  <c:v>532.99199999999996</c:v>
                </c:pt>
                <c:pt idx="752">
                  <c:v>532.99300000000005</c:v>
                </c:pt>
                <c:pt idx="753">
                  <c:v>532.99400000000003</c:v>
                </c:pt>
                <c:pt idx="754">
                  <c:v>532.995</c:v>
                </c:pt>
                <c:pt idx="755">
                  <c:v>532.99599999999998</c:v>
                </c:pt>
                <c:pt idx="756">
                  <c:v>532.99699999999996</c:v>
                </c:pt>
                <c:pt idx="757">
                  <c:v>532.99800000000005</c:v>
                </c:pt>
                <c:pt idx="758">
                  <c:v>532.99900000000002</c:v>
                </c:pt>
                <c:pt idx="759">
                  <c:v>533</c:v>
                </c:pt>
                <c:pt idx="760">
                  <c:v>533.00099999999998</c:v>
                </c:pt>
                <c:pt idx="761">
                  <c:v>533.00199999999995</c:v>
                </c:pt>
                <c:pt idx="762">
                  <c:v>533.00300000000004</c:v>
                </c:pt>
                <c:pt idx="763">
                  <c:v>533.00400000000002</c:v>
                </c:pt>
                <c:pt idx="764">
                  <c:v>533.005</c:v>
                </c:pt>
                <c:pt idx="765">
                  <c:v>533.00599999999997</c:v>
                </c:pt>
                <c:pt idx="766">
                  <c:v>533.00699999999995</c:v>
                </c:pt>
                <c:pt idx="767">
                  <c:v>533.00800000000004</c:v>
                </c:pt>
                <c:pt idx="768">
                  <c:v>533.00900000000001</c:v>
                </c:pt>
                <c:pt idx="769">
                  <c:v>533.01</c:v>
                </c:pt>
                <c:pt idx="770">
                  <c:v>533.01099999999997</c:v>
                </c:pt>
                <c:pt idx="771">
                  <c:v>533.01199999999994</c:v>
                </c:pt>
                <c:pt idx="772">
                  <c:v>533.01300000000003</c:v>
                </c:pt>
                <c:pt idx="773">
                  <c:v>533.01400000000001</c:v>
                </c:pt>
                <c:pt idx="774">
                  <c:v>533.01499999999999</c:v>
                </c:pt>
                <c:pt idx="775">
                  <c:v>533.01599999999996</c:v>
                </c:pt>
                <c:pt idx="776">
                  <c:v>533.01700000000005</c:v>
                </c:pt>
                <c:pt idx="777">
                  <c:v>533.01800000000003</c:v>
                </c:pt>
                <c:pt idx="778">
                  <c:v>533.01900000000001</c:v>
                </c:pt>
                <c:pt idx="779">
                  <c:v>533.02</c:v>
                </c:pt>
                <c:pt idx="780">
                  <c:v>533.02099999999996</c:v>
                </c:pt>
                <c:pt idx="781">
                  <c:v>533.02200000000005</c:v>
                </c:pt>
                <c:pt idx="782">
                  <c:v>533.02300000000002</c:v>
                </c:pt>
                <c:pt idx="783">
                  <c:v>533.10299999999995</c:v>
                </c:pt>
                <c:pt idx="784">
                  <c:v>533.18299999999999</c:v>
                </c:pt>
                <c:pt idx="785">
                  <c:v>533.26300000000003</c:v>
                </c:pt>
                <c:pt idx="786">
                  <c:v>533.34299999999996</c:v>
                </c:pt>
                <c:pt idx="787">
                  <c:v>533.423</c:v>
                </c:pt>
                <c:pt idx="788">
                  <c:v>533.50300000000004</c:v>
                </c:pt>
                <c:pt idx="789">
                  <c:v>533.58299999999997</c:v>
                </c:pt>
                <c:pt idx="790">
                  <c:v>533.66300000000001</c:v>
                </c:pt>
                <c:pt idx="791">
                  <c:v>533.71600000000001</c:v>
                </c:pt>
                <c:pt idx="792">
                  <c:v>533.76900000000001</c:v>
                </c:pt>
                <c:pt idx="793">
                  <c:v>533.77</c:v>
                </c:pt>
                <c:pt idx="794">
                  <c:v>533.77099999999996</c:v>
                </c:pt>
                <c:pt idx="795">
                  <c:v>533.77200000000005</c:v>
                </c:pt>
                <c:pt idx="796">
                  <c:v>533.77300000000002</c:v>
                </c:pt>
                <c:pt idx="797">
                  <c:v>533.774</c:v>
                </c:pt>
                <c:pt idx="798">
                  <c:v>533.77499999999998</c:v>
                </c:pt>
                <c:pt idx="799">
                  <c:v>533.77599999999995</c:v>
                </c:pt>
                <c:pt idx="800">
                  <c:v>533.77700000000004</c:v>
                </c:pt>
                <c:pt idx="801">
                  <c:v>533.77800000000002</c:v>
                </c:pt>
                <c:pt idx="802">
                  <c:v>533.779</c:v>
                </c:pt>
                <c:pt idx="803">
                  <c:v>533.78</c:v>
                </c:pt>
                <c:pt idx="804">
                  <c:v>533.78099999999995</c:v>
                </c:pt>
                <c:pt idx="805">
                  <c:v>533.78200000000004</c:v>
                </c:pt>
                <c:pt idx="806">
                  <c:v>533.78300000000002</c:v>
                </c:pt>
                <c:pt idx="807">
                  <c:v>533.78399999999999</c:v>
                </c:pt>
                <c:pt idx="808">
                  <c:v>533.78499999999997</c:v>
                </c:pt>
                <c:pt idx="809">
                  <c:v>533.78599999999994</c:v>
                </c:pt>
                <c:pt idx="810">
                  <c:v>533.78700000000003</c:v>
                </c:pt>
                <c:pt idx="811">
                  <c:v>533.78800000000001</c:v>
                </c:pt>
                <c:pt idx="812">
                  <c:v>533.78899999999999</c:v>
                </c:pt>
                <c:pt idx="813">
                  <c:v>533.79</c:v>
                </c:pt>
                <c:pt idx="814">
                  <c:v>533.79100000000005</c:v>
                </c:pt>
                <c:pt idx="815">
                  <c:v>533.79200000000003</c:v>
                </c:pt>
                <c:pt idx="816">
                  <c:v>533.79300000000001</c:v>
                </c:pt>
                <c:pt idx="817">
                  <c:v>533.79399999999998</c:v>
                </c:pt>
                <c:pt idx="818">
                  <c:v>533.79499999999996</c:v>
                </c:pt>
                <c:pt idx="819">
                  <c:v>533.79600000000005</c:v>
                </c:pt>
                <c:pt idx="820">
                  <c:v>533.79700000000003</c:v>
                </c:pt>
                <c:pt idx="821">
                  <c:v>533.798</c:v>
                </c:pt>
                <c:pt idx="822">
                  <c:v>533.79899999999998</c:v>
                </c:pt>
                <c:pt idx="823">
                  <c:v>533.79999999999995</c:v>
                </c:pt>
                <c:pt idx="824">
                  <c:v>533.80100000000004</c:v>
                </c:pt>
                <c:pt idx="825">
                  <c:v>533.80200000000002</c:v>
                </c:pt>
                <c:pt idx="826">
                  <c:v>533.803</c:v>
                </c:pt>
                <c:pt idx="827">
                  <c:v>533.80399999999997</c:v>
                </c:pt>
                <c:pt idx="828">
                  <c:v>533.80499999999995</c:v>
                </c:pt>
                <c:pt idx="829">
                  <c:v>533.80600000000004</c:v>
                </c:pt>
                <c:pt idx="830">
                  <c:v>533.80700000000002</c:v>
                </c:pt>
                <c:pt idx="831">
                  <c:v>533.80799999999999</c:v>
                </c:pt>
                <c:pt idx="832">
                  <c:v>533.80899999999997</c:v>
                </c:pt>
                <c:pt idx="833">
                  <c:v>533.80999999999995</c:v>
                </c:pt>
                <c:pt idx="834">
                  <c:v>533.81100000000004</c:v>
                </c:pt>
                <c:pt idx="835">
                  <c:v>533.81200000000001</c:v>
                </c:pt>
                <c:pt idx="836">
                  <c:v>533.81299999999999</c:v>
                </c:pt>
                <c:pt idx="837">
                  <c:v>533.81399999999996</c:v>
                </c:pt>
                <c:pt idx="838">
                  <c:v>533.81500000000005</c:v>
                </c:pt>
                <c:pt idx="839">
                  <c:v>533.81600000000003</c:v>
                </c:pt>
                <c:pt idx="840">
                  <c:v>533.81700000000001</c:v>
                </c:pt>
                <c:pt idx="841">
                  <c:v>533.81799999999998</c:v>
                </c:pt>
                <c:pt idx="842">
                  <c:v>533.81899999999996</c:v>
                </c:pt>
                <c:pt idx="843">
                  <c:v>533.82000000000005</c:v>
                </c:pt>
                <c:pt idx="844">
                  <c:v>533.82100000000003</c:v>
                </c:pt>
                <c:pt idx="845">
                  <c:v>533.822</c:v>
                </c:pt>
                <c:pt idx="846">
                  <c:v>533.82299999999998</c:v>
                </c:pt>
                <c:pt idx="847">
                  <c:v>533.82399999999996</c:v>
                </c:pt>
                <c:pt idx="848">
                  <c:v>533.82500000000005</c:v>
                </c:pt>
                <c:pt idx="849">
                  <c:v>533.82600000000002</c:v>
                </c:pt>
                <c:pt idx="850">
                  <c:v>533.827</c:v>
                </c:pt>
                <c:pt idx="851">
                  <c:v>533.82799999999997</c:v>
                </c:pt>
                <c:pt idx="852">
                  <c:v>533.82899999999995</c:v>
                </c:pt>
                <c:pt idx="853">
                  <c:v>533.83000000000004</c:v>
                </c:pt>
                <c:pt idx="854">
                  <c:v>533.83100000000002</c:v>
                </c:pt>
                <c:pt idx="855">
                  <c:v>533.83199999999999</c:v>
                </c:pt>
                <c:pt idx="856">
                  <c:v>533.83299999999997</c:v>
                </c:pt>
                <c:pt idx="857">
                  <c:v>533.83399999999995</c:v>
                </c:pt>
                <c:pt idx="858">
                  <c:v>533.83500000000004</c:v>
                </c:pt>
                <c:pt idx="859">
                  <c:v>533.83600000000001</c:v>
                </c:pt>
                <c:pt idx="860">
                  <c:v>533.83699999999999</c:v>
                </c:pt>
                <c:pt idx="861">
                  <c:v>533.83799999999997</c:v>
                </c:pt>
                <c:pt idx="862">
                  <c:v>533.83900000000006</c:v>
                </c:pt>
                <c:pt idx="863">
                  <c:v>533.84</c:v>
                </c:pt>
                <c:pt idx="864">
                  <c:v>533.84100000000001</c:v>
                </c:pt>
                <c:pt idx="865">
                  <c:v>533.84199999999998</c:v>
                </c:pt>
                <c:pt idx="866">
                  <c:v>533.84299999999996</c:v>
                </c:pt>
                <c:pt idx="867">
                  <c:v>533.84400000000005</c:v>
                </c:pt>
                <c:pt idx="868">
                  <c:v>533.84500000000003</c:v>
                </c:pt>
                <c:pt idx="869">
                  <c:v>533.846</c:v>
                </c:pt>
                <c:pt idx="870">
                  <c:v>533.84699999999998</c:v>
                </c:pt>
                <c:pt idx="871">
                  <c:v>533.84799999999996</c:v>
                </c:pt>
                <c:pt idx="872">
                  <c:v>533.84900000000005</c:v>
                </c:pt>
                <c:pt idx="873">
                  <c:v>533.85</c:v>
                </c:pt>
                <c:pt idx="874">
                  <c:v>533.851</c:v>
                </c:pt>
                <c:pt idx="875">
                  <c:v>533.85199999999998</c:v>
                </c:pt>
                <c:pt idx="876">
                  <c:v>533.85299999999995</c:v>
                </c:pt>
                <c:pt idx="877">
                  <c:v>533.85400000000004</c:v>
                </c:pt>
                <c:pt idx="878">
                  <c:v>533.85500000000002</c:v>
                </c:pt>
                <c:pt idx="879">
                  <c:v>533.85599999999999</c:v>
                </c:pt>
                <c:pt idx="880">
                  <c:v>533.85699999999997</c:v>
                </c:pt>
                <c:pt idx="881">
                  <c:v>533.85799999999995</c:v>
                </c:pt>
                <c:pt idx="882">
                  <c:v>533.85900000000004</c:v>
                </c:pt>
                <c:pt idx="883">
                  <c:v>533.86</c:v>
                </c:pt>
                <c:pt idx="884">
                  <c:v>533.86099999999999</c:v>
                </c:pt>
                <c:pt idx="885">
                  <c:v>533.86199999999997</c:v>
                </c:pt>
                <c:pt idx="886">
                  <c:v>533.86300000000006</c:v>
                </c:pt>
                <c:pt idx="887">
                  <c:v>533.86400000000003</c:v>
                </c:pt>
                <c:pt idx="888">
                  <c:v>533.86500000000001</c:v>
                </c:pt>
                <c:pt idx="889">
                  <c:v>533.86599999999999</c:v>
                </c:pt>
                <c:pt idx="890">
                  <c:v>533.86699999999996</c:v>
                </c:pt>
                <c:pt idx="891">
                  <c:v>533.86800000000005</c:v>
                </c:pt>
                <c:pt idx="892">
                  <c:v>533.86900000000003</c:v>
                </c:pt>
                <c:pt idx="893">
                  <c:v>533.87</c:v>
                </c:pt>
                <c:pt idx="894">
                  <c:v>533.87099999999998</c:v>
                </c:pt>
                <c:pt idx="895">
                  <c:v>533.87199999999996</c:v>
                </c:pt>
                <c:pt idx="896">
                  <c:v>533.87300000000005</c:v>
                </c:pt>
                <c:pt idx="897">
                  <c:v>533.87400000000002</c:v>
                </c:pt>
                <c:pt idx="898">
                  <c:v>533.875</c:v>
                </c:pt>
                <c:pt idx="899">
                  <c:v>533.87599999999998</c:v>
                </c:pt>
                <c:pt idx="900">
                  <c:v>533.87699999999995</c:v>
                </c:pt>
                <c:pt idx="901">
                  <c:v>533.87800000000004</c:v>
                </c:pt>
                <c:pt idx="902">
                  <c:v>533.87900000000002</c:v>
                </c:pt>
                <c:pt idx="903">
                  <c:v>533.88</c:v>
                </c:pt>
                <c:pt idx="904">
                  <c:v>533.88099999999997</c:v>
                </c:pt>
                <c:pt idx="905">
                  <c:v>533.88199999999995</c:v>
                </c:pt>
                <c:pt idx="906">
                  <c:v>533.88300000000004</c:v>
                </c:pt>
                <c:pt idx="907">
                  <c:v>533.88400000000001</c:v>
                </c:pt>
                <c:pt idx="908">
                  <c:v>533.88499999999999</c:v>
                </c:pt>
                <c:pt idx="909">
                  <c:v>533.88599999999997</c:v>
                </c:pt>
                <c:pt idx="910">
                  <c:v>533.88699999999994</c:v>
                </c:pt>
                <c:pt idx="911">
                  <c:v>533.88800000000003</c:v>
                </c:pt>
                <c:pt idx="912">
                  <c:v>533.88900000000001</c:v>
                </c:pt>
                <c:pt idx="913">
                  <c:v>533.89</c:v>
                </c:pt>
                <c:pt idx="914">
                  <c:v>533.89099999999996</c:v>
                </c:pt>
                <c:pt idx="915">
                  <c:v>533.89200000000005</c:v>
                </c:pt>
                <c:pt idx="916">
                  <c:v>533.89300000000003</c:v>
                </c:pt>
                <c:pt idx="917">
                  <c:v>533.89400000000001</c:v>
                </c:pt>
                <c:pt idx="918">
                  <c:v>533.89499999999998</c:v>
                </c:pt>
                <c:pt idx="919">
                  <c:v>533.89599999999996</c:v>
                </c:pt>
                <c:pt idx="920">
                  <c:v>533.89700000000005</c:v>
                </c:pt>
                <c:pt idx="921">
                  <c:v>533.89800000000002</c:v>
                </c:pt>
                <c:pt idx="922">
                  <c:v>533.899</c:v>
                </c:pt>
                <c:pt idx="923">
                  <c:v>533.9</c:v>
                </c:pt>
                <c:pt idx="924">
                  <c:v>533.90099999999995</c:v>
                </c:pt>
                <c:pt idx="925">
                  <c:v>533.90200000000004</c:v>
                </c:pt>
                <c:pt idx="926">
                  <c:v>533.90300000000002</c:v>
                </c:pt>
                <c:pt idx="927">
                  <c:v>533.904</c:v>
                </c:pt>
                <c:pt idx="928">
                  <c:v>533.90499999999997</c:v>
                </c:pt>
                <c:pt idx="929">
                  <c:v>533.90599999999995</c:v>
                </c:pt>
                <c:pt idx="930">
                  <c:v>533.90700000000004</c:v>
                </c:pt>
                <c:pt idx="931">
                  <c:v>533.90800000000002</c:v>
                </c:pt>
                <c:pt idx="932">
                  <c:v>533.90899999999999</c:v>
                </c:pt>
                <c:pt idx="933">
                  <c:v>533.91</c:v>
                </c:pt>
                <c:pt idx="934">
                  <c:v>533.91099999999994</c:v>
                </c:pt>
                <c:pt idx="935">
                  <c:v>533.91200000000003</c:v>
                </c:pt>
                <c:pt idx="936">
                  <c:v>533.91300000000001</c:v>
                </c:pt>
                <c:pt idx="937">
                  <c:v>533.91399999999999</c:v>
                </c:pt>
                <c:pt idx="938">
                  <c:v>533.91499999999996</c:v>
                </c:pt>
                <c:pt idx="939">
                  <c:v>533.91600000000005</c:v>
                </c:pt>
                <c:pt idx="940">
                  <c:v>533.91700000000003</c:v>
                </c:pt>
                <c:pt idx="941">
                  <c:v>533.91800000000001</c:v>
                </c:pt>
                <c:pt idx="942">
                  <c:v>533.91899999999998</c:v>
                </c:pt>
                <c:pt idx="943">
                  <c:v>533.91999999999996</c:v>
                </c:pt>
                <c:pt idx="944">
                  <c:v>533.92100000000005</c:v>
                </c:pt>
                <c:pt idx="945">
                  <c:v>533.92200000000003</c:v>
                </c:pt>
                <c:pt idx="946">
                  <c:v>533.923</c:v>
                </c:pt>
                <c:pt idx="947">
                  <c:v>533.92399999999998</c:v>
                </c:pt>
                <c:pt idx="948">
                  <c:v>533.92499999999995</c:v>
                </c:pt>
                <c:pt idx="949">
                  <c:v>533.92600000000004</c:v>
                </c:pt>
                <c:pt idx="950">
                  <c:v>533.92700000000002</c:v>
                </c:pt>
                <c:pt idx="951">
                  <c:v>533.928</c:v>
                </c:pt>
                <c:pt idx="952">
                  <c:v>533.92899999999997</c:v>
                </c:pt>
                <c:pt idx="953">
                  <c:v>533.92999999999995</c:v>
                </c:pt>
                <c:pt idx="954">
                  <c:v>533.93100000000004</c:v>
                </c:pt>
                <c:pt idx="955">
                  <c:v>533.93200000000002</c:v>
                </c:pt>
                <c:pt idx="956">
                  <c:v>533.93299999999999</c:v>
                </c:pt>
                <c:pt idx="957">
                  <c:v>533.93399999999997</c:v>
                </c:pt>
                <c:pt idx="958">
                  <c:v>533.93499999999995</c:v>
                </c:pt>
                <c:pt idx="959">
                  <c:v>533.93600000000004</c:v>
                </c:pt>
                <c:pt idx="960">
                  <c:v>533.93700000000001</c:v>
                </c:pt>
                <c:pt idx="961">
                  <c:v>533.93799999999999</c:v>
                </c:pt>
                <c:pt idx="962">
                  <c:v>533.93899999999996</c:v>
                </c:pt>
                <c:pt idx="963">
                  <c:v>533.94000000000005</c:v>
                </c:pt>
                <c:pt idx="964">
                  <c:v>533.94100000000003</c:v>
                </c:pt>
                <c:pt idx="965">
                  <c:v>533.94200000000001</c:v>
                </c:pt>
                <c:pt idx="966">
                  <c:v>533.94299999999998</c:v>
                </c:pt>
                <c:pt idx="967">
                  <c:v>533.94399999999996</c:v>
                </c:pt>
                <c:pt idx="968">
                  <c:v>533.94500000000005</c:v>
                </c:pt>
                <c:pt idx="969">
                  <c:v>533.94600000000003</c:v>
                </c:pt>
                <c:pt idx="970">
                  <c:v>533.947</c:v>
                </c:pt>
                <c:pt idx="971">
                  <c:v>533.94799999999998</c:v>
                </c:pt>
                <c:pt idx="972">
                  <c:v>533.94899999999996</c:v>
                </c:pt>
                <c:pt idx="973">
                  <c:v>533.95000000000005</c:v>
                </c:pt>
                <c:pt idx="974">
                  <c:v>533.95100000000002</c:v>
                </c:pt>
                <c:pt idx="975">
                  <c:v>533.952</c:v>
                </c:pt>
                <c:pt idx="976">
                  <c:v>533.95299999999997</c:v>
                </c:pt>
                <c:pt idx="977">
                  <c:v>533.95399999999995</c:v>
                </c:pt>
                <c:pt idx="978">
                  <c:v>533.95500000000004</c:v>
                </c:pt>
                <c:pt idx="979">
                  <c:v>533.95600000000002</c:v>
                </c:pt>
                <c:pt idx="980">
                  <c:v>533.95699999999999</c:v>
                </c:pt>
                <c:pt idx="981">
                  <c:v>533.95799999999997</c:v>
                </c:pt>
                <c:pt idx="982">
                  <c:v>533.95899999999995</c:v>
                </c:pt>
                <c:pt idx="983">
                  <c:v>533.96</c:v>
                </c:pt>
                <c:pt idx="984">
                  <c:v>533.96100000000001</c:v>
                </c:pt>
                <c:pt idx="985">
                  <c:v>533.96199999999999</c:v>
                </c:pt>
                <c:pt idx="986">
                  <c:v>533.96299999999997</c:v>
                </c:pt>
                <c:pt idx="987">
                  <c:v>533.96400000000006</c:v>
                </c:pt>
                <c:pt idx="988">
                  <c:v>533.96500000000003</c:v>
                </c:pt>
                <c:pt idx="989">
                  <c:v>533.96600000000001</c:v>
                </c:pt>
                <c:pt idx="990">
                  <c:v>533.96699999999998</c:v>
                </c:pt>
                <c:pt idx="991">
                  <c:v>533.96799999999996</c:v>
                </c:pt>
                <c:pt idx="992">
                  <c:v>533.96900000000005</c:v>
                </c:pt>
                <c:pt idx="993">
                  <c:v>533.97</c:v>
                </c:pt>
                <c:pt idx="994">
                  <c:v>533.971</c:v>
                </c:pt>
                <c:pt idx="995">
                  <c:v>533.97199999999998</c:v>
                </c:pt>
                <c:pt idx="996">
                  <c:v>533.97299999999996</c:v>
                </c:pt>
                <c:pt idx="997">
                  <c:v>533.97400000000005</c:v>
                </c:pt>
                <c:pt idx="998">
                  <c:v>533.97500000000002</c:v>
                </c:pt>
                <c:pt idx="999">
                  <c:v>533.976</c:v>
                </c:pt>
                <c:pt idx="1000">
                  <c:v>533.97699999999998</c:v>
                </c:pt>
                <c:pt idx="1001">
                  <c:v>533.97799999999995</c:v>
                </c:pt>
                <c:pt idx="1002">
                  <c:v>533.97900000000004</c:v>
                </c:pt>
                <c:pt idx="1003">
                  <c:v>533.98</c:v>
                </c:pt>
                <c:pt idx="1004">
                  <c:v>533.98099999999999</c:v>
                </c:pt>
                <c:pt idx="1005">
                  <c:v>533.98199999999997</c:v>
                </c:pt>
                <c:pt idx="1006">
                  <c:v>533.98299999999995</c:v>
                </c:pt>
                <c:pt idx="1007">
                  <c:v>533.98400000000004</c:v>
                </c:pt>
                <c:pt idx="1008">
                  <c:v>533.98500000000001</c:v>
                </c:pt>
                <c:pt idx="1009">
                  <c:v>533.98599999999999</c:v>
                </c:pt>
                <c:pt idx="1010">
                  <c:v>533.98699999999997</c:v>
                </c:pt>
                <c:pt idx="1011">
                  <c:v>533.98800000000006</c:v>
                </c:pt>
                <c:pt idx="1012">
                  <c:v>533.98900000000003</c:v>
                </c:pt>
                <c:pt idx="1013">
                  <c:v>533.99</c:v>
                </c:pt>
                <c:pt idx="1014">
                  <c:v>533.99099999999999</c:v>
                </c:pt>
                <c:pt idx="1015">
                  <c:v>533.99199999999996</c:v>
                </c:pt>
                <c:pt idx="1016">
                  <c:v>533.99300000000005</c:v>
                </c:pt>
                <c:pt idx="1017">
                  <c:v>533.99400000000003</c:v>
                </c:pt>
                <c:pt idx="1018">
                  <c:v>533.995</c:v>
                </c:pt>
                <c:pt idx="1019">
                  <c:v>533.99599999999998</c:v>
                </c:pt>
                <c:pt idx="1020">
                  <c:v>533.99699999999996</c:v>
                </c:pt>
                <c:pt idx="1021">
                  <c:v>533.99800000000005</c:v>
                </c:pt>
                <c:pt idx="1022">
                  <c:v>533.99900000000002</c:v>
                </c:pt>
                <c:pt idx="1023">
                  <c:v>534</c:v>
                </c:pt>
                <c:pt idx="1024">
                  <c:v>534.00099999999998</c:v>
                </c:pt>
                <c:pt idx="1025">
                  <c:v>534.00199999999995</c:v>
                </c:pt>
                <c:pt idx="1026">
                  <c:v>534.00300000000004</c:v>
                </c:pt>
                <c:pt idx="1027">
                  <c:v>534.00400000000002</c:v>
                </c:pt>
                <c:pt idx="1028">
                  <c:v>534.005</c:v>
                </c:pt>
                <c:pt idx="1029">
                  <c:v>534.00599999999997</c:v>
                </c:pt>
                <c:pt idx="1030">
                  <c:v>534.00699999999995</c:v>
                </c:pt>
                <c:pt idx="1031">
                  <c:v>534.00800000000004</c:v>
                </c:pt>
                <c:pt idx="1032">
                  <c:v>534.00900000000001</c:v>
                </c:pt>
                <c:pt idx="1033">
                  <c:v>534.01</c:v>
                </c:pt>
                <c:pt idx="1034">
                  <c:v>534.01099999999997</c:v>
                </c:pt>
                <c:pt idx="1035">
                  <c:v>534.01199999999994</c:v>
                </c:pt>
                <c:pt idx="1036">
                  <c:v>534.01300000000003</c:v>
                </c:pt>
                <c:pt idx="1037">
                  <c:v>534.01400000000001</c:v>
                </c:pt>
                <c:pt idx="1038">
                  <c:v>534.01499999999999</c:v>
                </c:pt>
                <c:pt idx="1039">
                  <c:v>534.01599999999996</c:v>
                </c:pt>
                <c:pt idx="1040">
                  <c:v>534.01700000000005</c:v>
                </c:pt>
                <c:pt idx="1041">
                  <c:v>534.01800000000003</c:v>
                </c:pt>
                <c:pt idx="1042">
                  <c:v>534.01900000000001</c:v>
                </c:pt>
                <c:pt idx="1043">
                  <c:v>534.02</c:v>
                </c:pt>
                <c:pt idx="1044">
                  <c:v>534.02099999999996</c:v>
                </c:pt>
                <c:pt idx="1045">
                  <c:v>534.02200000000005</c:v>
                </c:pt>
                <c:pt idx="1046">
                  <c:v>534.02300000000002</c:v>
                </c:pt>
                <c:pt idx="1047">
                  <c:v>534.10299999999995</c:v>
                </c:pt>
                <c:pt idx="1048">
                  <c:v>534.18299999999999</c:v>
                </c:pt>
                <c:pt idx="1049">
                  <c:v>534.26300000000003</c:v>
                </c:pt>
                <c:pt idx="1050">
                  <c:v>534.34299999999996</c:v>
                </c:pt>
                <c:pt idx="1051">
                  <c:v>534.423</c:v>
                </c:pt>
                <c:pt idx="1052">
                  <c:v>534.50300000000004</c:v>
                </c:pt>
                <c:pt idx="1053">
                  <c:v>534.58299999999997</c:v>
                </c:pt>
                <c:pt idx="1054">
                  <c:v>534.66300000000001</c:v>
                </c:pt>
                <c:pt idx="1055">
                  <c:v>534.71600000000001</c:v>
                </c:pt>
                <c:pt idx="1056">
                  <c:v>534.76900000000001</c:v>
                </c:pt>
                <c:pt idx="1057">
                  <c:v>534.77</c:v>
                </c:pt>
                <c:pt idx="1058">
                  <c:v>534.77099999999996</c:v>
                </c:pt>
                <c:pt idx="1059">
                  <c:v>534.77200000000005</c:v>
                </c:pt>
                <c:pt idx="1060">
                  <c:v>534.77300000000002</c:v>
                </c:pt>
                <c:pt idx="1061">
                  <c:v>534.774</c:v>
                </c:pt>
                <c:pt idx="1062">
                  <c:v>534.77499999999998</c:v>
                </c:pt>
                <c:pt idx="1063">
                  <c:v>534.77599999999995</c:v>
                </c:pt>
                <c:pt idx="1064">
                  <c:v>534.77700000000004</c:v>
                </c:pt>
                <c:pt idx="1065">
                  <c:v>534.77800000000002</c:v>
                </c:pt>
                <c:pt idx="1066">
                  <c:v>534.779</c:v>
                </c:pt>
                <c:pt idx="1067">
                  <c:v>534.78</c:v>
                </c:pt>
                <c:pt idx="1068">
                  <c:v>534.78099999999995</c:v>
                </c:pt>
                <c:pt idx="1069">
                  <c:v>534.78200000000004</c:v>
                </c:pt>
                <c:pt idx="1070">
                  <c:v>534.78300000000002</c:v>
                </c:pt>
                <c:pt idx="1071">
                  <c:v>534.78399999999999</c:v>
                </c:pt>
                <c:pt idx="1072">
                  <c:v>534.78499999999997</c:v>
                </c:pt>
                <c:pt idx="1073">
                  <c:v>534.78599999999994</c:v>
                </c:pt>
                <c:pt idx="1074">
                  <c:v>534.78700000000003</c:v>
                </c:pt>
                <c:pt idx="1075">
                  <c:v>534.78800000000001</c:v>
                </c:pt>
                <c:pt idx="1076">
                  <c:v>534.78899999999999</c:v>
                </c:pt>
                <c:pt idx="1077">
                  <c:v>534.79</c:v>
                </c:pt>
                <c:pt idx="1078">
                  <c:v>534.79100000000005</c:v>
                </c:pt>
                <c:pt idx="1079">
                  <c:v>534.79200000000003</c:v>
                </c:pt>
                <c:pt idx="1080">
                  <c:v>534.79300000000001</c:v>
                </c:pt>
                <c:pt idx="1081">
                  <c:v>534.79399999999998</c:v>
                </c:pt>
                <c:pt idx="1082">
                  <c:v>534.79499999999996</c:v>
                </c:pt>
                <c:pt idx="1083">
                  <c:v>534.79600000000005</c:v>
                </c:pt>
                <c:pt idx="1084">
                  <c:v>534.79700000000003</c:v>
                </c:pt>
                <c:pt idx="1085">
                  <c:v>534.798</c:v>
                </c:pt>
                <c:pt idx="1086">
                  <c:v>534.79899999999998</c:v>
                </c:pt>
                <c:pt idx="1087">
                  <c:v>534.79999999999995</c:v>
                </c:pt>
                <c:pt idx="1088">
                  <c:v>534.80100000000004</c:v>
                </c:pt>
                <c:pt idx="1089">
                  <c:v>534.80200000000002</c:v>
                </c:pt>
                <c:pt idx="1090">
                  <c:v>534.803</c:v>
                </c:pt>
                <c:pt idx="1091">
                  <c:v>534.80399999999997</c:v>
                </c:pt>
                <c:pt idx="1092">
                  <c:v>534.80499999999995</c:v>
                </c:pt>
                <c:pt idx="1093">
                  <c:v>534.80600000000004</c:v>
                </c:pt>
                <c:pt idx="1094">
                  <c:v>534.80700000000002</c:v>
                </c:pt>
                <c:pt idx="1095">
                  <c:v>534.80799999999999</c:v>
                </c:pt>
                <c:pt idx="1096">
                  <c:v>534.80899999999997</c:v>
                </c:pt>
                <c:pt idx="1097">
                  <c:v>534.80999999999995</c:v>
                </c:pt>
                <c:pt idx="1098">
                  <c:v>534.81100000000004</c:v>
                </c:pt>
                <c:pt idx="1099">
                  <c:v>534.81200000000001</c:v>
                </c:pt>
                <c:pt idx="1100">
                  <c:v>534.81299999999999</c:v>
                </c:pt>
                <c:pt idx="1101">
                  <c:v>534.81399999999996</c:v>
                </c:pt>
                <c:pt idx="1102">
                  <c:v>534.81500000000005</c:v>
                </c:pt>
                <c:pt idx="1103">
                  <c:v>534.81600000000003</c:v>
                </c:pt>
                <c:pt idx="1104">
                  <c:v>534.81700000000001</c:v>
                </c:pt>
                <c:pt idx="1105">
                  <c:v>534.81799999999998</c:v>
                </c:pt>
                <c:pt idx="1106">
                  <c:v>534.81899999999996</c:v>
                </c:pt>
                <c:pt idx="1107">
                  <c:v>534.82000000000005</c:v>
                </c:pt>
                <c:pt idx="1108">
                  <c:v>534.82100000000003</c:v>
                </c:pt>
                <c:pt idx="1109">
                  <c:v>534.822</c:v>
                </c:pt>
                <c:pt idx="1110">
                  <c:v>534.82299999999998</c:v>
                </c:pt>
                <c:pt idx="1111">
                  <c:v>534.82399999999996</c:v>
                </c:pt>
                <c:pt idx="1112">
                  <c:v>534.82500000000005</c:v>
                </c:pt>
                <c:pt idx="1113">
                  <c:v>534.82600000000002</c:v>
                </c:pt>
                <c:pt idx="1114">
                  <c:v>534.827</c:v>
                </c:pt>
                <c:pt idx="1115">
                  <c:v>534.82799999999997</c:v>
                </c:pt>
                <c:pt idx="1116">
                  <c:v>534.82899999999995</c:v>
                </c:pt>
                <c:pt idx="1117">
                  <c:v>534.83000000000004</c:v>
                </c:pt>
                <c:pt idx="1118">
                  <c:v>534.83100000000002</c:v>
                </c:pt>
                <c:pt idx="1119">
                  <c:v>534.83199999999999</c:v>
                </c:pt>
                <c:pt idx="1120">
                  <c:v>534.83299999999997</c:v>
                </c:pt>
                <c:pt idx="1121">
                  <c:v>534.83399999999995</c:v>
                </c:pt>
                <c:pt idx="1122">
                  <c:v>534.83500000000004</c:v>
                </c:pt>
                <c:pt idx="1123">
                  <c:v>534.83600000000001</c:v>
                </c:pt>
                <c:pt idx="1124">
                  <c:v>534.83699999999999</c:v>
                </c:pt>
                <c:pt idx="1125">
                  <c:v>534.83799999999997</c:v>
                </c:pt>
                <c:pt idx="1126">
                  <c:v>534.83900000000006</c:v>
                </c:pt>
                <c:pt idx="1127">
                  <c:v>534.84</c:v>
                </c:pt>
                <c:pt idx="1128">
                  <c:v>534.84100000000001</c:v>
                </c:pt>
                <c:pt idx="1129">
                  <c:v>534.84199999999998</c:v>
                </c:pt>
                <c:pt idx="1130">
                  <c:v>534.84299999999996</c:v>
                </c:pt>
                <c:pt idx="1131">
                  <c:v>534.84400000000005</c:v>
                </c:pt>
                <c:pt idx="1132">
                  <c:v>534.84500000000003</c:v>
                </c:pt>
                <c:pt idx="1133">
                  <c:v>534.846</c:v>
                </c:pt>
                <c:pt idx="1134">
                  <c:v>534.84699999999998</c:v>
                </c:pt>
                <c:pt idx="1135">
                  <c:v>534.84799999999996</c:v>
                </c:pt>
                <c:pt idx="1136">
                  <c:v>534.84900000000005</c:v>
                </c:pt>
                <c:pt idx="1137">
                  <c:v>534.85</c:v>
                </c:pt>
                <c:pt idx="1138">
                  <c:v>534.851</c:v>
                </c:pt>
                <c:pt idx="1139">
                  <c:v>534.85199999999998</c:v>
                </c:pt>
                <c:pt idx="1140">
                  <c:v>534.85299999999995</c:v>
                </c:pt>
                <c:pt idx="1141">
                  <c:v>534.85400000000004</c:v>
                </c:pt>
                <c:pt idx="1142">
                  <c:v>534.85500000000002</c:v>
                </c:pt>
                <c:pt idx="1143">
                  <c:v>534.85599999999999</c:v>
                </c:pt>
                <c:pt idx="1144">
                  <c:v>534.85699999999997</c:v>
                </c:pt>
                <c:pt idx="1145">
                  <c:v>534.85799999999995</c:v>
                </c:pt>
                <c:pt idx="1146">
                  <c:v>534.85900000000004</c:v>
                </c:pt>
                <c:pt idx="1147">
                  <c:v>534.86</c:v>
                </c:pt>
                <c:pt idx="1148">
                  <c:v>534.86099999999999</c:v>
                </c:pt>
                <c:pt idx="1149">
                  <c:v>534.86199999999997</c:v>
                </c:pt>
                <c:pt idx="1150">
                  <c:v>534.86300000000006</c:v>
                </c:pt>
                <c:pt idx="1151">
                  <c:v>534.86400000000003</c:v>
                </c:pt>
                <c:pt idx="1152">
                  <c:v>534.86500000000001</c:v>
                </c:pt>
                <c:pt idx="1153">
                  <c:v>534.86599999999999</c:v>
                </c:pt>
                <c:pt idx="1154">
                  <c:v>534.86699999999996</c:v>
                </c:pt>
                <c:pt idx="1155">
                  <c:v>534.86800000000005</c:v>
                </c:pt>
                <c:pt idx="1156">
                  <c:v>534.86900000000003</c:v>
                </c:pt>
                <c:pt idx="1157">
                  <c:v>534.87</c:v>
                </c:pt>
                <c:pt idx="1158">
                  <c:v>534.87099999999998</c:v>
                </c:pt>
                <c:pt idx="1159">
                  <c:v>534.87199999999996</c:v>
                </c:pt>
                <c:pt idx="1160">
                  <c:v>534.87300000000005</c:v>
                </c:pt>
                <c:pt idx="1161">
                  <c:v>534.87400000000002</c:v>
                </c:pt>
                <c:pt idx="1162">
                  <c:v>534.875</c:v>
                </c:pt>
                <c:pt idx="1163">
                  <c:v>534.87599999999998</c:v>
                </c:pt>
                <c:pt idx="1164">
                  <c:v>534.87699999999995</c:v>
                </c:pt>
                <c:pt idx="1165">
                  <c:v>534.87800000000004</c:v>
                </c:pt>
                <c:pt idx="1166">
                  <c:v>534.87900000000002</c:v>
                </c:pt>
                <c:pt idx="1167">
                  <c:v>534.88</c:v>
                </c:pt>
                <c:pt idx="1168">
                  <c:v>534.88099999999997</c:v>
                </c:pt>
                <c:pt idx="1169">
                  <c:v>534.88199999999995</c:v>
                </c:pt>
                <c:pt idx="1170">
                  <c:v>534.88300000000004</c:v>
                </c:pt>
                <c:pt idx="1171">
                  <c:v>534.88400000000001</c:v>
                </c:pt>
                <c:pt idx="1172">
                  <c:v>534.88499999999999</c:v>
                </c:pt>
                <c:pt idx="1173">
                  <c:v>534.88599999999997</c:v>
                </c:pt>
                <c:pt idx="1174">
                  <c:v>534.88699999999994</c:v>
                </c:pt>
                <c:pt idx="1175">
                  <c:v>534.88800000000003</c:v>
                </c:pt>
                <c:pt idx="1176">
                  <c:v>534.88900000000001</c:v>
                </c:pt>
                <c:pt idx="1177">
                  <c:v>534.89</c:v>
                </c:pt>
                <c:pt idx="1178">
                  <c:v>534.89099999999996</c:v>
                </c:pt>
                <c:pt idx="1179">
                  <c:v>534.89200000000005</c:v>
                </c:pt>
                <c:pt idx="1180">
                  <c:v>534.89300000000003</c:v>
                </c:pt>
                <c:pt idx="1181">
                  <c:v>534.89400000000001</c:v>
                </c:pt>
                <c:pt idx="1182">
                  <c:v>534.89499999999998</c:v>
                </c:pt>
                <c:pt idx="1183">
                  <c:v>534.89599999999996</c:v>
                </c:pt>
                <c:pt idx="1184">
                  <c:v>534.89700000000005</c:v>
                </c:pt>
                <c:pt idx="1185">
                  <c:v>534.89800000000002</c:v>
                </c:pt>
                <c:pt idx="1186">
                  <c:v>534.899</c:v>
                </c:pt>
                <c:pt idx="1187">
                  <c:v>534.9</c:v>
                </c:pt>
                <c:pt idx="1188">
                  <c:v>534.90099999999995</c:v>
                </c:pt>
                <c:pt idx="1189">
                  <c:v>534.90200000000004</c:v>
                </c:pt>
                <c:pt idx="1190">
                  <c:v>534.90300000000002</c:v>
                </c:pt>
                <c:pt idx="1191">
                  <c:v>534.904</c:v>
                </c:pt>
                <c:pt idx="1192">
                  <c:v>534.90499999999997</c:v>
                </c:pt>
                <c:pt idx="1193">
                  <c:v>534.90599999999995</c:v>
                </c:pt>
                <c:pt idx="1194">
                  <c:v>534.90700000000004</c:v>
                </c:pt>
                <c:pt idx="1195">
                  <c:v>534.90800000000002</c:v>
                </c:pt>
                <c:pt idx="1196">
                  <c:v>534.90899999999999</c:v>
                </c:pt>
                <c:pt idx="1197">
                  <c:v>534.91</c:v>
                </c:pt>
                <c:pt idx="1198">
                  <c:v>534.91099999999994</c:v>
                </c:pt>
                <c:pt idx="1199">
                  <c:v>534.91200000000003</c:v>
                </c:pt>
                <c:pt idx="1200">
                  <c:v>534.91300000000001</c:v>
                </c:pt>
                <c:pt idx="1201">
                  <c:v>534.91399999999999</c:v>
                </c:pt>
                <c:pt idx="1202">
                  <c:v>534.91499999999996</c:v>
                </c:pt>
                <c:pt idx="1203">
                  <c:v>534.91600000000005</c:v>
                </c:pt>
                <c:pt idx="1204">
                  <c:v>534.91700000000003</c:v>
                </c:pt>
                <c:pt idx="1205">
                  <c:v>534.91800000000001</c:v>
                </c:pt>
                <c:pt idx="1206">
                  <c:v>534.91899999999998</c:v>
                </c:pt>
                <c:pt idx="1207">
                  <c:v>534.91999999999996</c:v>
                </c:pt>
                <c:pt idx="1208">
                  <c:v>534.92100000000005</c:v>
                </c:pt>
                <c:pt idx="1209">
                  <c:v>534.92200000000003</c:v>
                </c:pt>
                <c:pt idx="1210">
                  <c:v>534.923</c:v>
                </c:pt>
                <c:pt idx="1211">
                  <c:v>534.92399999999998</c:v>
                </c:pt>
                <c:pt idx="1212">
                  <c:v>534.92499999999995</c:v>
                </c:pt>
                <c:pt idx="1213">
                  <c:v>534.92600000000004</c:v>
                </c:pt>
                <c:pt idx="1214">
                  <c:v>534.92700000000002</c:v>
                </c:pt>
                <c:pt idx="1215">
                  <c:v>534.928</c:v>
                </c:pt>
                <c:pt idx="1216">
                  <c:v>534.92899999999997</c:v>
                </c:pt>
                <c:pt idx="1217">
                  <c:v>534.92999999999995</c:v>
                </c:pt>
                <c:pt idx="1218">
                  <c:v>534.93100000000004</c:v>
                </c:pt>
                <c:pt idx="1219">
                  <c:v>534.93200000000002</c:v>
                </c:pt>
                <c:pt idx="1220">
                  <c:v>534.93299999999999</c:v>
                </c:pt>
                <c:pt idx="1221">
                  <c:v>534.93399999999997</c:v>
                </c:pt>
                <c:pt idx="1222">
                  <c:v>534.93499999999995</c:v>
                </c:pt>
                <c:pt idx="1223">
                  <c:v>534.93600000000004</c:v>
                </c:pt>
                <c:pt idx="1224">
                  <c:v>534.93700000000001</c:v>
                </c:pt>
                <c:pt idx="1225">
                  <c:v>534.93799999999999</c:v>
                </c:pt>
                <c:pt idx="1226">
                  <c:v>534.93899999999996</c:v>
                </c:pt>
                <c:pt idx="1227">
                  <c:v>534.94000000000005</c:v>
                </c:pt>
                <c:pt idx="1228">
                  <c:v>534.94100000000003</c:v>
                </c:pt>
                <c:pt idx="1229">
                  <c:v>534.94200000000001</c:v>
                </c:pt>
                <c:pt idx="1230">
                  <c:v>534.94299999999998</c:v>
                </c:pt>
                <c:pt idx="1231">
                  <c:v>534.94399999999996</c:v>
                </c:pt>
                <c:pt idx="1232">
                  <c:v>534.94500000000005</c:v>
                </c:pt>
                <c:pt idx="1233">
                  <c:v>534.94600000000003</c:v>
                </c:pt>
                <c:pt idx="1234">
                  <c:v>534.947</c:v>
                </c:pt>
                <c:pt idx="1235">
                  <c:v>534.94799999999998</c:v>
                </c:pt>
                <c:pt idx="1236">
                  <c:v>534.94899999999996</c:v>
                </c:pt>
                <c:pt idx="1237">
                  <c:v>534.95000000000005</c:v>
                </c:pt>
                <c:pt idx="1238">
                  <c:v>534.95100000000002</c:v>
                </c:pt>
                <c:pt idx="1239">
                  <c:v>534.952</c:v>
                </c:pt>
                <c:pt idx="1240">
                  <c:v>534.95299999999997</c:v>
                </c:pt>
                <c:pt idx="1241">
                  <c:v>534.95399999999995</c:v>
                </c:pt>
                <c:pt idx="1242">
                  <c:v>534.95500000000004</c:v>
                </c:pt>
                <c:pt idx="1243">
                  <c:v>534.95600000000002</c:v>
                </c:pt>
                <c:pt idx="1244">
                  <c:v>534.95699999999999</c:v>
                </c:pt>
                <c:pt idx="1245">
                  <c:v>534.95799999999997</c:v>
                </c:pt>
                <c:pt idx="1246">
                  <c:v>534.95899999999995</c:v>
                </c:pt>
                <c:pt idx="1247">
                  <c:v>534.96</c:v>
                </c:pt>
                <c:pt idx="1248">
                  <c:v>534.96100000000001</c:v>
                </c:pt>
                <c:pt idx="1249">
                  <c:v>534.96199999999999</c:v>
                </c:pt>
                <c:pt idx="1250">
                  <c:v>534.96299999999997</c:v>
                </c:pt>
                <c:pt idx="1251">
                  <c:v>534.96400000000006</c:v>
                </c:pt>
                <c:pt idx="1252">
                  <c:v>534.96500000000003</c:v>
                </c:pt>
                <c:pt idx="1253">
                  <c:v>534.96600000000001</c:v>
                </c:pt>
                <c:pt idx="1254">
                  <c:v>534.96699999999998</c:v>
                </c:pt>
                <c:pt idx="1255">
                  <c:v>534.96799999999996</c:v>
                </c:pt>
                <c:pt idx="1256">
                  <c:v>534.96900000000005</c:v>
                </c:pt>
                <c:pt idx="1257">
                  <c:v>534.97</c:v>
                </c:pt>
                <c:pt idx="1258">
                  <c:v>534.971</c:v>
                </c:pt>
                <c:pt idx="1259">
                  <c:v>534.97199999999998</c:v>
                </c:pt>
                <c:pt idx="1260">
                  <c:v>534.97299999999996</c:v>
                </c:pt>
                <c:pt idx="1261">
                  <c:v>534.97400000000005</c:v>
                </c:pt>
                <c:pt idx="1262">
                  <c:v>534.97500000000002</c:v>
                </c:pt>
                <c:pt idx="1263">
                  <c:v>534.976</c:v>
                </c:pt>
                <c:pt idx="1264">
                  <c:v>534.97699999999998</c:v>
                </c:pt>
                <c:pt idx="1265">
                  <c:v>534.97799999999995</c:v>
                </c:pt>
                <c:pt idx="1266">
                  <c:v>534.97900000000004</c:v>
                </c:pt>
                <c:pt idx="1267">
                  <c:v>534.98</c:v>
                </c:pt>
                <c:pt idx="1268">
                  <c:v>534.98099999999999</c:v>
                </c:pt>
                <c:pt idx="1269">
                  <c:v>534.98199999999997</c:v>
                </c:pt>
                <c:pt idx="1270">
                  <c:v>534.98299999999995</c:v>
                </c:pt>
                <c:pt idx="1271">
                  <c:v>534.98400000000004</c:v>
                </c:pt>
                <c:pt idx="1272">
                  <c:v>534.98500000000001</c:v>
                </c:pt>
                <c:pt idx="1273">
                  <c:v>534.98599999999999</c:v>
                </c:pt>
                <c:pt idx="1274">
                  <c:v>534.98699999999997</c:v>
                </c:pt>
                <c:pt idx="1275">
                  <c:v>534.98800000000006</c:v>
                </c:pt>
                <c:pt idx="1276">
                  <c:v>534.98900000000003</c:v>
                </c:pt>
                <c:pt idx="1277">
                  <c:v>534.99</c:v>
                </c:pt>
                <c:pt idx="1278">
                  <c:v>534.99099999999999</c:v>
                </c:pt>
                <c:pt idx="1279">
                  <c:v>534.99199999999996</c:v>
                </c:pt>
                <c:pt idx="1280">
                  <c:v>534.99300000000005</c:v>
                </c:pt>
                <c:pt idx="1281">
                  <c:v>534.99400000000003</c:v>
                </c:pt>
                <c:pt idx="1282">
                  <c:v>534.995</c:v>
                </c:pt>
                <c:pt idx="1283">
                  <c:v>534.99599999999998</c:v>
                </c:pt>
                <c:pt idx="1284">
                  <c:v>534.99699999999996</c:v>
                </c:pt>
                <c:pt idx="1285">
                  <c:v>534.99800000000005</c:v>
                </c:pt>
                <c:pt idx="1286">
                  <c:v>534.99900000000002</c:v>
                </c:pt>
                <c:pt idx="1287">
                  <c:v>535</c:v>
                </c:pt>
                <c:pt idx="1288">
                  <c:v>535.00099999999998</c:v>
                </c:pt>
                <c:pt idx="1289">
                  <c:v>535.00199999999995</c:v>
                </c:pt>
                <c:pt idx="1290">
                  <c:v>535.00300000000004</c:v>
                </c:pt>
                <c:pt idx="1291">
                  <c:v>535.00400000000002</c:v>
                </c:pt>
                <c:pt idx="1292">
                  <c:v>535.005</c:v>
                </c:pt>
                <c:pt idx="1293">
                  <c:v>535.00599999999997</c:v>
                </c:pt>
                <c:pt idx="1294">
                  <c:v>535.00699999999995</c:v>
                </c:pt>
                <c:pt idx="1295">
                  <c:v>535.00800000000004</c:v>
                </c:pt>
                <c:pt idx="1296">
                  <c:v>535.00900000000001</c:v>
                </c:pt>
                <c:pt idx="1297">
                  <c:v>535.01</c:v>
                </c:pt>
                <c:pt idx="1298">
                  <c:v>535.01099999999997</c:v>
                </c:pt>
                <c:pt idx="1299">
                  <c:v>535.01199999999994</c:v>
                </c:pt>
                <c:pt idx="1300">
                  <c:v>535.01300000000003</c:v>
                </c:pt>
                <c:pt idx="1301">
                  <c:v>535.01400000000001</c:v>
                </c:pt>
                <c:pt idx="1302">
                  <c:v>535.01499999999999</c:v>
                </c:pt>
                <c:pt idx="1303">
                  <c:v>535.01599999999996</c:v>
                </c:pt>
                <c:pt idx="1304">
                  <c:v>535.01700000000005</c:v>
                </c:pt>
                <c:pt idx="1305">
                  <c:v>535.01800000000003</c:v>
                </c:pt>
                <c:pt idx="1306">
                  <c:v>535.01900000000001</c:v>
                </c:pt>
                <c:pt idx="1307">
                  <c:v>535.02</c:v>
                </c:pt>
                <c:pt idx="1308">
                  <c:v>535.02099999999996</c:v>
                </c:pt>
                <c:pt idx="1309">
                  <c:v>535.02200000000005</c:v>
                </c:pt>
                <c:pt idx="1310">
                  <c:v>535.02300000000002</c:v>
                </c:pt>
                <c:pt idx="1311">
                  <c:v>535.10299999999995</c:v>
                </c:pt>
                <c:pt idx="1312">
                  <c:v>535.18299999999999</c:v>
                </c:pt>
                <c:pt idx="1313">
                  <c:v>535.26300000000003</c:v>
                </c:pt>
                <c:pt idx="1314">
                  <c:v>535.34299999999996</c:v>
                </c:pt>
                <c:pt idx="1315">
                  <c:v>535.423</c:v>
                </c:pt>
                <c:pt idx="1316">
                  <c:v>535.50300000000004</c:v>
                </c:pt>
                <c:pt idx="1317">
                  <c:v>535.58299999999997</c:v>
                </c:pt>
                <c:pt idx="1318">
                  <c:v>535.66300000000001</c:v>
                </c:pt>
                <c:pt idx="1319">
                  <c:v>535.71600000000001</c:v>
                </c:pt>
                <c:pt idx="1320">
                  <c:v>535.76900000000001</c:v>
                </c:pt>
                <c:pt idx="1321">
                  <c:v>535.77</c:v>
                </c:pt>
                <c:pt idx="1322">
                  <c:v>535.77099999999996</c:v>
                </c:pt>
                <c:pt idx="1323">
                  <c:v>535.77200000000005</c:v>
                </c:pt>
                <c:pt idx="1324">
                  <c:v>535.77300000000002</c:v>
                </c:pt>
                <c:pt idx="1325">
                  <c:v>535.774</c:v>
                </c:pt>
                <c:pt idx="1326">
                  <c:v>535.77499999999998</c:v>
                </c:pt>
                <c:pt idx="1327">
                  <c:v>535.77599999999995</c:v>
                </c:pt>
                <c:pt idx="1328">
                  <c:v>535.77700000000004</c:v>
                </c:pt>
                <c:pt idx="1329">
                  <c:v>535.77800000000002</c:v>
                </c:pt>
                <c:pt idx="1330">
                  <c:v>535.779</c:v>
                </c:pt>
                <c:pt idx="1331">
                  <c:v>535.78</c:v>
                </c:pt>
                <c:pt idx="1332">
                  <c:v>535.78099999999995</c:v>
                </c:pt>
                <c:pt idx="1333">
                  <c:v>535.78200000000004</c:v>
                </c:pt>
                <c:pt idx="1334">
                  <c:v>535.78300000000002</c:v>
                </c:pt>
                <c:pt idx="1335">
                  <c:v>535.78399999999999</c:v>
                </c:pt>
                <c:pt idx="1336">
                  <c:v>535.78499999999997</c:v>
                </c:pt>
                <c:pt idx="1337">
                  <c:v>535.78599999999994</c:v>
                </c:pt>
                <c:pt idx="1338">
                  <c:v>535.78700000000003</c:v>
                </c:pt>
                <c:pt idx="1339">
                  <c:v>535.78800000000001</c:v>
                </c:pt>
                <c:pt idx="1340">
                  <c:v>535.78899999999999</c:v>
                </c:pt>
                <c:pt idx="1341">
                  <c:v>535.79</c:v>
                </c:pt>
                <c:pt idx="1342">
                  <c:v>535.79100000000005</c:v>
                </c:pt>
                <c:pt idx="1343">
                  <c:v>535.79200000000003</c:v>
                </c:pt>
                <c:pt idx="1344">
                  <c:v>535.79300000000001</c:v>
                </c:pt>
                <c:pt idx="1345">
                  <c:v>535.79399999999998</c:v>
                </c:pt>
                <c:pt idx="1346">
                  <c:v>535.79499999999996</c:v>
                </c:pt>
                <c:pt idx="1347">
                  <c:v>535.79600000000005</c:v>
                </c:pt>
                <c:pt idx="1348">
                  <c:v>535.79700000000003</c:v>
                </c:pt>
                <c:pt idx="1349">
                  <c:v>535.798</c:v>
                </c:pt>
                <c:pt idx="1350">
                  <c:v>535.79899999999998</c:v>
                </c:pt>
                <c:pt idx="1351">
                  <c:v>535.79999999999995</c:v>
                </c:pt>
                <c:pt idx="1352">
                  <c:v>535.80100000000004</c:v>
                </c:pt>
                <c:pt idx="1353">
                  <c:v>535.80200000000002</c:v>
                </c:pt>
                <c:pt idx="1354">
                  <c:v>535.803</c:v>
                </c:pt>
                <c:pt idx="1355">
                  <c:v>535.80399999999997</c:v>
                </c:pt>
                <c:pt idx="1356">
                  <c:v>535.80499999999995</c:v>
                </c:pt>
                <c:pt idx="1357">
                  <c:v>535.80600000000004</c:v>
                </c:pt>
                <c:pt idx="1358">
                  <c:v>535.80700000000002</c:v>
                </c:pt>
                <c:pt idx="1359">
                  <c:v>535.80799999999999</c:v>
                </c:pt>
                <c:pt idx="1360">
                  <c:v>535.80899999999997</c:v>
                </c:pt>
                <c:pt idx="1361">
                  <c:v>535.80999999999995</c:v>
                </c:pt>
                <c:pt idx="1362">
                  <c:v>535.81100000000004</c:v>
                </c:pt>
                <c:pt idx="1363">
                  <c:v>535.81200000000001</c:v>
                </c:pt>
                <c:pt idx="1364">
                  <c:v>535.81299999999999</c:v>
                </c:pt>
                <c:pt idx="1365">
                  <c:v>535.81399999999996</c:v>
                </c:pt>
                <c:pt idx="1366">
                  <c:v>535.81500000000005</c:v>
                </c:pt>
                <c:pt idx="1367">
                  <c:v>535.81600000000003</c:v>
                </c:pt>
                <c:pt idx="1368">
                  <c:v>535.81700000000001</c:v>
                </c:pt>
                <c:pt idx="1369">
                  <c:v>535.81799999999998</c:v>
                </c:pt>
                <c:pt idx="1370">
                  <c:v>535.81899999999996</c:v>
                </c:pt>
                <c:pt idx="1371">
                  <c:v>535.82000000000005</c:v>
                </c:pt>
                <c:pt idx="1372">
                  <c:v>535.82100000000003</c:v>
                </c:pt>
                <c:pt idx="1373">
                  <c:v>535.822</c:v>
                </c:pt>
                <c:pt idx="1374">
                  <c:v>535.82299999999998</c:v>
                </c:pt>
                <c:pt idx="1375">
                  <c:v>535.82399999999996</c:v>
                </c:pt>
                <c:pt idx="1376">
                  <c:v>535.82500000000005</c:v>
                </c:pt>
                <c:pt idx="1377">
                  <c:v>535.82600000000002</c:v>
                </c:pt>
                <c:pt idx="1378">
                  <c:v>535.827</c:v>
                </c:pt>
                <c:pt idx="1379">
                  <c:v>535.82799999999997</c:v>
                </c:pt>
                <c:pt idx="1380">
                  <c:v>535.82899999999995</c:v>
                </c:pt>
                <c:pt idx="1381">
                  <c:v>535.83000000000004</c:v>
                </c:pt>
                <c:pt idx="1382">
                  <c:v>535.83100000000002</c:v>
                </c:pt>
                <c:pt idx="1383">
                  <c:v>535.83199999999999</c:v>
                </c:pt>
                <c:pt idx="1384">
                  <c:v>535.83299999999997</c:v>
                </c:pt>
                <c:pt idx="1385">
                  <c:v>535.83399999999995</c:v>
                </c:pt>
                <c:pt idx="1386">
                  <c:v>535.83500000000004</c:v>
                </c:pt>
                <c:pt idx="1387">
                  <c:v>535.83600000000001</c:v>
                </c:pt>
                <c:pt idx="1388">
                  <c:v>535.83699999999999</c:v>
                </c:pt>
                <c:pt idx="1389">
                  <c:v>535.83799999999997</c:v>
                </c:pt>
                <c:pt idx="1390">
                  <c:v>535.83900000000006</c:v>
                </c:pt>
                <c:pt idx="1391">
                  <c:v>535.84</c:v>
                </c:pt>
                <c:pt idx="1392">
                  <c:v>535.84100000000001</c:v>
                </c:pt>
                <c:pt idx="1393">
                  <c:v>535.84199999999998</c:v>
                </c:pt>
                <c:pt idx="1394">
                  <c:v>535.84299999999996</c:v>
                </c:pt>
                <c:pt idx="1395">
                  <c:v>535.84400000000005</c:v>
                </c:pt>
                <c:pt idx="1396">
                  <c:v>535.84500000000003</c:v>
                </c:pt>
                <c:pt idx="1397">
                  <c:v>535.846</c:v>
                </c:pt>
                <c:pt idx="1398">
                  <c:v>535.84699999999998</c:v>
                </c:pt>
                <c:pt idx="1399">
                  <c:v>535.84799999999996</c:v>
                </c:pt>
                <c:pt idx="1400">
                  <c:v>535.84900000000005</c:v>
                </c:pt>
                <c:pt idx="1401">
                  <c:v>535.85</c:v>
                </c:pt>
                <c:pt idx="1402">
                  <c:v>535.851</c:v>
                </c:pt>
                <c:pt idx="1403">
                  <c:v>535.85199999999998</c:v>
                </c:pt>
                <c:pt idx="1404">
                  <c:v>535.85299999999995</c:v>
                </c:pt>
                <c:pt idx="1405">
                  <c:v>535.85400000000004</c:v>
                </c:pt>
                <c:pt idx="1406">
                  <c:v>535.85500000000002</c:v>
                </c:pt>
                <c:pt idx="1407">
                  <c:v>535.85599999999999</c:v>
                </c:pt>
                <c:pt idx="1408">
                  <c:v>535.85699999999997</c:v>
                </c:pt>
                <c:pt idx="1409">
                  <c:v>535.85799999999995</c:v>
                </c:pt>
                <c:pt idx="1410">
                  <c:v>535.85900000000004</c:v>
                </c:pt>
                <c:pt idx="1411">
                  <c:v>535.86</c:v>
                </c:pt>
                <c:pt idx="1412">
                  <c:v>535.86099999999999</c:v>
                </c:pt>
                <c:pt idx="1413">
                  <c:v>535.86199999999997</c:v>
                </c:pt>
                <c:pt idx="1414">
                  <c:v>535.86300000000006</c:v>
                </c:pt>
                <c:pt idx="1415">
                  <c:v>535.86400000000003</c:v>
                </c:pt>
                <c:pt idx="1416">
                  <c:v>535.86500000000001</c:v>
                </c:pt>
                <c:pt idx="1417">
                  <c:v>535.86599999999999</c:v>
                </c:pt>
                <c:pt idx="1418">
                  <c:v>535.86699999999996</c:v>
                </c:pt>
                <c:pt idx="1419">
                  <c:v>535.86800000000005</c:v>
                </c:pt>
                <c:pt idx="1420">
                  <c:v>535.86900000000003</c:v>
                </c:pt>
                <c:pt idx="1421">
                  <c:v>535.87</c:v>
                </c:pt>
                <c:pt idx="1422">
                  <c:v>535.87099999999998</c:v>
                </c:pt>
                <c:pt idx="1423">
                  <c:v>535.87199999999996</c:v>
                </c:pt>
                <c:pt idx="1424">
                  <c:v>535.87300000000005</c:v>
                </c:pt>
                <c:pt idx="1425">
                  <c:v>535.87400000000002</c:v>
                </c:pt>
                <c:pt idx="1426">
                  <c:v>535.875</c:v>
                </c:pt>
                <c:pt idx="1427">
                  <c:v>535.87599999999998</c:v>
                </c:pt>
                <c:pt idx="1428">
                  <c:v>535.87699999999995</c:v>
                </c:pt>
                <c:pt idx="1429">
                  <c:v>535.87800000000004</c:v>
                </c:pt>
                <c:pt idx="1430">
                  <c:v>535.87900000000002</c:v>
                </c:pt>
                <c:pt idx="1431">
                  <c:v>535.88</c:v>
                </c:pt>
                <c:pt idx="1432">
                  <c:v>535.88099999999997</c:v>
                </c:pt>
                <c:pt idx="1433">
                  <c:v>535.88199999999995</c:v>
                </c:pt>
                <c:pt idx="1434">
                  <c:v>535.88300000000004</c:v>
                </c:pt>
                <c:pt idx="1435">
                  <c:v>535.88400000000001</c:v>
                </c:pt>
                <c:pt idx="1436">
                  <c:v>535.88499999999999</c:v>
                </c:pt>
                <c:pt idx="1437">
                  <c:v>535.88599999999997</c:v>
                </c:pt>
                <c:pt idx="1438">
                  <c:v>535.88699999999994</c:v>
                </c:pt>
                <c:pt idx="1439">
                  <c:v>535.88800000000003</c:v>
                </c:pt>
                <c:pt idx="1440">
                  <c:v>535.88900000000001</c:v>
                </c:pt>
                <c:pt idx="1441">
                  <c:v>535.89</c:v>
                </c:pt>
                <c:pt idx="1442">
                  <c:v>535.89099999999996</c:v>
                </c:pt>
                <c:pt idx="1443">
                  <c:v>535.89200000000005</c:v>
                </c:pt>
                <c:pt idx="1444">
                  <c:v>535.89300000000003</c:v>
                </c:pt>
                <c:pt idx="1445">
                  <c:v>535.89400000000001</c:v>
                </c:pt>
                <c:pt idx="1446">
                  <c:v>535.89499999999998</c:v>
                </c:pt>
                <c:pt idx="1447">
                  <c:v>535.89599999999996</c:v>
                </c:pt>
                <c:pt idx="1448">
                  <c:v>535.89700000000005</c:v>
                </c:pt>
                <c:pt idx="1449">
                  <c:v>535.89800000000002</c:v>
                </c:pt>
                <c:pt idx="1450">
                  <c:v>535.899</c:v>
                </c:pt>
                <c:pt idx="1451">
                  <c:v>535.9</c:v>
                </c:pt>
                <c:pt idx="1452">
                  <c:v>535.90099999999995</c:v>
                </c:pt>
                <c:pt idx="1453">
                  <c:v>535.90200000000004</c:v>
                </c:pt>
                <c:pt idx="1454">
                  <c:v>535.90300000000002</c:v>
                </c:pt>
                <c:pt idx="1455">
                  <c:v>535.904</c:v>
                </c:pt>
                <c:pt idx="1456">
                  <c:v>535.90499999999997</c:v>
                </c:pt>
                <c:pt idx="1457">
                  <c:v>535.90599999999995</c:v>
                </c:pt>
                <c:pt idx="1458">
                  <c:v>535.90700000000004</c:v>
                </c:pt>
                <c:pt idx="1459">
                  <c:v>535.90800000000002</c:v>
                </c:pt>
                <c:pt idx="1460">
                  <c:v>535.90899999999999</c:v>
                </c:pt>
                <c:pt idx="1461">
                  <c:v>535.91</c:v>
                </c:pt>
                <c:pt idx="1462">
                  <c:v>535.91099999999994</c:v>
                </c:pt>
                <c:pt idx="1463">
                  <c:v>535.91200000000003</c:v>
                </c:pt>
                <c:pt idx="1464">
                  <c:v>535.91300000000001</c:v>
                </c:pt>
                <c:pt idx="1465">
                  <c:v>535.91399999999999</c:v>
                </c:pt>
                <c:pt idx="1466">
                  <c:v>535.91499999999996</c:v>
                </c:pt>
                <c:pt idx="1467">
                  <c:v>535.91600000000005</c:v>
                </c:pt>
                <c:pt idx="1468">
                  <c:v>535.91700000000003</c:v>
                </c:pt>
                <c:pt idx="1469">
                  <c:v>535.91800000000001</c:v>
                </c:pt>
                <c:pt idx="1470">
                  <c:v>535.91899999999998</c:v>
                </c:pt>
                <c:pt idx="1471">
                  <c:v>535.91999999999996</c:v>
                </c:pt>
                <c:pt idx="1472">
                  <c:v>535.92100000000005</c:v>
                </c:pt>
                <c:pt idx="1473">
                  <c:v>535.92200000000003</c:v>
                </c:pt>
                <c:pt idx="1474">
                  <c:v>535.923</c:v>
                </c:pt>
                <c:pt idx="1475">
                  <c:v>535.92399999999998</c:v>
                </c:pt>
                <c:pt idx="1476">
                  <c:v>535.92499999999995</c:v>
                </c:pt>
                <c:pt idx="1477">
                  <c:v>535.92600000000004</c:v>
                </c:pt>
                <c:pt idx="1478">
                  <c:v>535.92700000000002</c:v>
                </c:pt>
                <c:pt idx="1479">
                  <c:v>535.928</c:v>
                </c:pt>
                <c:pt idx="1480">
                  <c:v>535.92899999999997</c:v>
                </c:pt>
                <c:pt idx="1481">
                  <c:v>535.92999999999995</c:v>
                </c:pt>
                <c:pt idx="1482">
                  <c:v>535.93100000000004</c:v>
                </c:pt>
                <c:pt idx="1483">
                  <c:v>535.93200000000002</c:v>
                </c:pt>
                <c:pt idx="1484">
                  <c:v>535.93299999999999</c:v>
                </c:pt>
                <c:pt idx="1485">
                  <c:v>535.93399999999997</c:v>
                </c:pt>
                <c:pt idx="1486">
                  <c:v>535.93499999999995</c:v>
                </c:pt>
                <c:pt idx="1487">
                  <c:v>535.93600000000004</c:v>
                </c:pt>
                <c:pt idx="1488">
                  <c:v>535.93700000000001</c:v>
                </c:pt>
                <c:pt idx="1489">
                  <c:v>535.93799999999999</c:v>
                </c:pt>
                <c:pt idx="1490">
                  <c:v>535.93899999999996</c:v>
                </c:pt>
                <c:pt idx="1491">
                  <c:v>535.94000000000005</c:v>
                </c:pt>
                <c:pt idx="1492">
                  <c:v>535.94100000000003</c:v>
                </c:pt>
                <c:pt idx="1493">
                  <c:v>535.94200000000001</c:v>
                </c:pt>
                <c:pt idx="1494">
                  <c:v>535.94299999999998</c:v>
                </c:pt>
                <c:pt idx="1495">
                  <c:v>535.94399999999996</c:v>
                </c:pt>
                <c:pt idx="1496">
                  <c:v>535.94500000000005</c:v>
                </c:pt>
                <c:pt idx="1497">
                  <c:v>535.94600000000003</c:v>
                </c:pt>
                <c:pt idx="1498">
                  <c:v>535.947</c:v>
                </c:pt>
                <c:pt idx="1499">
                  <c:v>535.94799999999998</c:v>
                </c:pt>
                <c:pt idx="1500">
                  <c:v>535.94899999999996</c:v>
                </c:pt>
                <c:pt idx="1501">
                  <c:v>535.95000000000005</c:v>
                </c:pt>
                <c:pt idx="1502">
                  <c:v>535.95100000000002</c:v>
                </c:pt>
                <c:pt idx="1503">
                  <c:v>535.952</c:v>
                </c:pt>
                <c:pt idx="1504">
                  <c:v>535.95299999999997</c:v>
                </c:pt>
                <c:pt idx="1505">
                  <c:v>535.95399999999995</c:v>
                </c:pt>
                <c:pt idx="1506">
                  <c:v>535.95500000000004</c:v>
                </c:pt>
                <c:pt idx="1507">
                  <c:v>535.95600000000002</c:v>
                </c:pt>
                <c:pt idx="1508">
                  <c:v>535.95699999999999</c:v>
                </c:pt>
                <c:pt idx="1509">
                  <c:v>535.95799999999997</c:v>
                </c:pt>
                <c:pt idx="1510">
                  <c:v>535.95899999999995</c:v>
                </c:pt>
                <c:pt idx="1511">
                  <c:v>535.96</c:v>
                </c:pt>
                <c:pt idx="1512">
                  <c:v>535.96100000000001</c:v>
                </c:pt>
                <c:pt idx="1513">
                  <c:v>535.96199999999999</c:v>
                </c:pt>
                <c:pt idx="1514">
                  <c:v>535.96299999999997</c:v>
                </c:pt>
                <c:pt idx="1515">
                  <c:v>535.96400000000006</c:v>
                </c:pt>
                <c:pt idx="1516">
                  <c:v>535.96500000000003</c:v>
                </c:pt>
                <c:pt idx="1517">
                  <c:v>535.96600000000001</c:v>
                </c:pt>
                <c:pt idx="1518">
                  <c:v>535.96699999999998</c:v>
                </c:pt>
                <c:pt idx="1519">
                  <c:v>535.96799999999996</c:v>
                </c:pt>
                <c:pt idx="1520">
                  <c:v>535.96900000000005</c:v>
                </c:pt>
                <c:pt idx="1521">
                  <c:v>535.97</c:v>
                </c:pt>
                <c:pt idx="1522">
                  <c:v>535.971</c:v>
                </c:pt>
                <c:pt idx="1523">
                  <c:v>535.97199999999998</c:v>
                </c:pt>
                <c:pt idx="1524">
                  <c:v>535.97299999999996</c:v>
                </c:pt>
                <c:pt idx="1525">
                  <c:v>535.97400000000005</c:v>
                </c:pt>
                <c:pt idx="1526">
                  <c:v>535.97500000000002</c:v>
                </c:pt>
                <c:pt idx="1527">
                  <c:v>535.976</c:v>
                </c:pt>
                <c:pt idx="1528">
                  <c:v>535.97699999999998</c:v>
                </c:pt>
                <c:pt idx="1529">
                  <c:v>535.97799999999995</c:v>
                </c:pt>
                <c:pt idx="1530">
                  <c:v>535.97900000000004</c:v>
                </c:pt>
                <c:pt idx="1531">
                  <c:v>535.98</c:v>
                </c:pt>
                <c:pt idx="1532">
                  <c:v>535.98099999999999</c:v>
                </c:pt>
                <c:pt idx="1533">
                  <c:v>535.98199999999997</c:v>
                </c:pt>
                <c:pt idx="1534">
                  <c:v>535.98299999999995</c:v>
                </c:pt>
                <c:pt idx="1535">
                  <c:v>535.98400000000004</c:v>
                </c:pt>
                <c:pt idx="1536">
                  <c:v>535.98500000000001</c:v>
                </c:pt>
                <c:pt idx="1537">
                  <c:v>535.98599999999999</c:v>
                </c:pt>
                <c:pt idx="1538">
                  <c:v>535.98699999999997</c:v>
                </c:pt>
                <c:pt idx="1539">
                  <c:v>535.98800000000006</c:v>
                </c:pt>
                <c:pt idx="1540">
                  <c:v>535.98900000000003</c:v>
                </c:pt>
                <c:pt idx="1541">
                  <c:v>535.99</c:v>
                </c:pt>
                <c:pt idx="1542">
                  <c:v>535.99099999999999</c:v>
                </c:pt>
                <c:pt idx="1543">
                  <c:v>535.99199999999996</c:v>
                </c:pt>
                <c:pt idx="1544">
                  <c:v>535.99300000000005</c:v>
                </c:pt>
                <c:pt idx="1545">
                  <c:v>535.99400000000003</c:v>
                </c:pt>
                <c:pt idx="1546">
                  <c:v>535.995</c:v>
                </c:pt>
                <c:pt idx="1547">
                  <c:v>535.99599999999998</c:v>
                </c:pt>
                <c:pt idx="1548">
                  <c:v>535.99699999999996</c:v>
                </c:pt>
                <c:pt idx="1549">
                  <c:v>535.99800000000005</c:v>
                </c:pt>
                <c:pt idx="1550">
                  <c:v>535.99900000000002</c:v>
                </c:pt>
                <c:pt idx="1551">
                  <c:v>536</c:v>
                </c:pt>
                <c:pt idx="1552">
                  <c:v>536.00099999999998</c:v>
                </c:pt>
                <c:pt idx="1553">
                  <c:v>536.00199999999995</c:v>
                </c:pt>
                <c:pt idx="1554">
                  <c:v>536.00300000000004</c:v>
                </c:pt>
                <c:pt idx="1555">
                  <c:v>536.00400000000002</c:v>
                </c:pt>
                <c:pt idx="1556">
                  <c:v>536.005</c:v>
                </c:pt>
                <c:pt idx="1557">
                  <c:v>536.00599999999997</c:v>
                </c:pt>
                <c:pt idx="1558">
                  <c:v>536.00699999999995</c:v>
                </c:pt>
                <c:pt idx="1559">
                  <c:v>536.00800000000004</c:v>
                </c:pt>
                <c:pt idx="1560">
                  <c:v>536.00900000000001</c:v>
                </c:pt>
                <c:pt idx="1561">
                  <c:v>536.01</c:v>
                </c:pt>
                <c:pt idx="1562">
                  <c:v>536.01099999999997</c:v>
                </c:pt>
                <c:pt idx="1563">
                  <c:v>536.01199999999994</c:v>
                </c:pt>
                <c:pt idx="1564">
                  <c:v>536.01300000000003</c:v>
                </c:pt>
                <c:pt idx="1565">
                  <c:v>536.01400000000001</c:v>
                </c:pt>
                <c:pt idx="1566">
                  <c:v>536.01499999999999</c:v>
                </c:pt>
                <c:pt idx="1567">
                  <c:v>536.01599999999996</c:v>
                </c:pt>
                <c:pt idx="1568">
                  <c:v>536.01700000000005</c:v>
                </c:pt>
                <c:pt idx="1569">
                  <c:v>536.01800000000003</c:v>
                </c:pt>
                <c:pt idx="1570">
                  <c:v>536.01900000000001</c:v>
                </c:pt>
                <c:pt idx="1571">
                  <c:v>536.02</c:v>
                </c:pt>
                <c:pt idx="1572">
                  <c:v>536.02099999999996</c:v>
                </c:pt>
                <c:pt idx="1573">
                  <c:v>536.02200000000005</c:v>
                </c:pt>
                <c:pt idx="1574">
                  <c:v>536.02300000000002</c:v>
                </c:pt>
                <c:pt idx="1575">
                  <c:v>536.10299999999995</c:v>
                </c:pt>
                <c:pt idx="1576">
                  <c:v>536.18299999999999</c:v>
                </c:pt>
                <c:pt idx="1577">
                  <c:v>536.26300000000003</c:v>
                </c:pt>
                <c:pt idx="1578">
                  <c:v>536.34299999999996</c:v>
                </c:pt>
                <c:pt idx="1579">
                  <c:v>536.423</c:v>
                </c:pt>
                <c:pt idx="1580">
                  <c:v>536.50300000000004</c:v>
                </c:pt>
                <c:pt idx="1581">
                  <c:v>536.58299999999997</c:v>
                </c:pt>
                <c:pt idx="1582">
                  <c:v>536.66300000000001</c:v>
                </c:pt>
                <c:pt idx="1583">
                  <c:v>536.71600000000001</c:v>
                </c:pt>
                <c:pt idx="1584">
                  <c:v>536.76900000000001</c:v>
                </c:pt>
                <c:pt idx="1585">
                  <c:v>536.77</c:v>
                </c:pt>
                <c:pt idx="1586">
                  <c:v>536.77099999999996</c:v>
                </c:pt>
                <c:pt idx="1587">
                  <c:v>536.77200000000005</c:v>
                </c:pt>
                <c:pt idx="1588">
                  <c:v>536.77300000000002</c:v>
                </c:pt>
                <c:pt idx="1589">
                  <c:v>536.774</c:v>
                </c:pt>
                <c:pt idx="1590">
                  <c:v>536.77499999999998</c:v>
                </c:pt>
                <c:pt idx="1591">
                  <c:v>536.77599999999995</c:v>
                </c:pt>
                <c:pt idx="1592">
                  <c:v>536.77700000000004</c:v>
                </c:pt>
                <c:pt idx="1593">
                  <c:v>536.77800000000002</c:v>
                </c:pt>
                <c:pt idx="1594">
                  <c:v>536.779</c:v>
                </c:pt>
                <c:pt idx="1595">
                  <c:v>536.78</c:v>
                </c:pt>
                <c:pt idx="1596">
                  <c:v>536.78099999999995</c:v>
                </c:pt>
                <c:pt idx="1597">
                  <c:v>536.78200000000004</c:v>
                </c:pt>
                <c:pt idx="1598">
                  <c:v>536.78300000000002</c:v>
                </c:pt>
                <c:pt idx="1599">
                  <c:v>536.78399999999999</c:v>
                </c:pt>
                <c:pt idx="1600">
                  <c:v>536.78499999999997</c:v>
                </c:pt>
                <c:pt idx="1601">
                  <c:v>536.78599999999994</c:v>
                </c:pt>
                <c:pt idx="1602">
                  <c:v>536.78700000000003</c:v>
                </c:pt>
                <c:pt idx="1603">
                  <c:v>536.78800000000001</c:v>
                </c:pt>
                <c:pt idx="1604">
                  <c:v>536.78899999999999</c:v>
                </c:pt>
                <c:pt idx="1605">
                  <c:v>536.79</c:v>
                </c:pt>
                <c:pt idx="1606">
                  <c:v>536.79100000000005</c:v>
                </c:pt>
                <c:pt idx="1607">
                  <c:v>536.79200000000003</c:v>
                </c:pt>
                <c:pt idx="1608">
                  <c:v>536.79300000000001</c:v>
                </c:pt>
                <c:pt idx="1609">
                  <c:v>536.79399999999998</c:v>
                </c:pt>
                <c:pt idx="1610">
                  <c:v>536.79499999999996</c:v>
                </c:pt>
                <c:pt idx="1611">
                  <c:v>536.79600000000005</c:v>
                </c:pt>
                <c:pt idx="1612">
                  <c:v>536.79700000000003</c:v>
                </c:pt>
                <c:pt idx="1613">
                  <c:v>536.798</c:v>
                </c:pt>
                <c:pt idx="1614">
                  <c:v>536.79899999999998</c:v>
                </c:pt>
                <c:pt idx="1615">
                  <c:v>536.79999999999995</c:v>
                </c:pt>
                <c:pt idx="1616">
                  <c:v>536.80100000000004</c:v>
                </c:pt>
                <c:pt idx="1617">
                  <c:v>536.80200000000002</c:v>
                </c:pt>
                <c:pt idx="1618">
                  <c:v>536.803</c:v>
                </c:pt>
                <c:pt idx="1619">
                  <c:v>536.80399999999997</c:v>
                </c:pt>
                <c:pt idx="1620">
                  <c:v>536.80499999999995</c:v>
                </c:pt>
                <c:pt idx="1621">
                  <c:v>536.80600000000004</c:v>
                </c:pt>
                <c:pt idx="1622">
                  <c:v>536.80700000000002</c:v>
                </c:pt>
                <c:pt idx="1623">
                  <c:v>536.80799999999999</c:v>
                </c:pt>
                <c:pt idx="1624">
                  <c:v>536.80899999999997</c:v>
                </c:pt>
                <c:pt idx="1625">
                  <c:v>536.80999999999995</c:v>
                </c:pt>
                <c:pt idx="1626">
                  <c:v>536.81100000000004</c:v>
                </c:pt>
                <c:pt idx="1627">
                  <c:v>536.81200000000001</c:v>
                </c:pt>
                <c:pt idx="1628">
                  <c:v>536.81299999999999</c:v>
                </c:pt>
                <c:pt idx="1629">
                  <c:v>536.81399999999996</c:v>
                </c:pt>
                <c:pt idx="1630">
                  <c:v>536.81500000000005</c:v>
                </c:pt>
                <c:pt idx="1631">
                  <c:v>536.81600000000003</c:v>
                </c:pt>
                <c:pt idx="1632">
                  <c:v>536.81700000000001</c:v>
                </c:pt>
                <c:pt idx="1633">
                  <c:v>536.81799999999998</c:v>
                </c:pt>
                <c:pt idx="1634">
                  <c:v>536.81899999999996</c:v>
                </c:pt>
                <c:pt idx="1635">
                  <c:v>536.82000000000005</c:v>
                </c:pt>
                <c:pt idx="1636">
                  <c:v>536.82100000000003</c:v>
                </c:pt>
                <c:pt idx="1637">
                  <c:v>536.822</c:v>
                </c:pt>
                <c:pt idx="1638">
                  <c:v>536.82299999999998</c:v>
                </c:pt>
                <c:pt idx="1639">
                  <c:v>536.82399999999996</c:v>
                </c:pt>
                <c:pt idx="1640">
                  <c:v>536.82500000000005</c:v>
                </c:pt>
                <c:pt idx="1641">
                  <c:v>536.82600000000002</c:v>
                </c:pt>
                <c:pt idx="1642">
                  <c:v>536.827</c:v>
                </c:pt>
                <c:pt idx="1643">
                  <c:v>536.82799999999997</c:v>
                </c:pt>
                <c:pt idx="1644">
                  <c:v>536.82899999999995</c:v>
                </c:pt>
                <c:pt idx="1645">
                  <c:v>536.83000000000004</c:v>
                </c:pt>
                <c:pt idx="1646">
                  <c:v>536.83100000000002</c:v>
                </c:pt>
                <c:pt idx="1647">
                  <c:v>536.83199999999999</c:v>
                </c:pt>
                <c:pt idx="1648">
                  <c:v>536.83299999999997</c:v>
                </c:pt>
                <c:pt idx="1649">
                  <c:v>536.83399999999995</c:v>
                </c:pt>
                <c:pt idx="1650">
                  <c:v>536.83500000000004</c:v>
                </c:pt>
                <c:pt idx="1651">
                  <c:v>536.83600000000001</c:v>
                </c:pt>
                <c:pt idx="1652">
                  <c:v>536.83699999999999</c:v>
                </c:pt>
                <c:pt idx="1653">
                  <c:v>536.83799999999997</c:v>
                </c:pt>
                <c:pt idx="1654">
                  <c:v>536.83900000000006</c:v>
                </c:pt>
                <c:pt idx="1655">
                  <c:v>536.84</c:v>
                </c:pt>
                <c:pt idx="1656">
                  <c:v>536.84100000000001</c:v>
                </c:pt>
                <c:pt idx="1657">
                  <c:v>536.84199999999998</c:v>
                </c:pt>
                <c:pt idx="1658">
                  <c:v>536.84299999999996</c:v>
                </c:pt>
                <c:pt idx="1659">
                  <c:v>536.84400000000005</c:v>
                </c:pt>
                <c:pt idx="1660">
                  <c:v>536.84500000000003</c:v>
                </c:pt>
                <c:pt idx="1661">
                  <c:v>536.846</c:v>
                </c:pt>
                <c:pt idx="1662">
                  <c:v>536.84699999999998</c:v>
                </c:pt>
                <c:pt idx="1663">
                  <c:v>536.84799999999996</c:v>
                </c:pt>
                <c:pt idx="1664">
                  <c:v>536.84900000000005</c:v>
                </c:pt>
                <c:pt idx="1665">
                  <c:v>536.85</c:v>
                </c:pt>
                <c:pt idx="1666">
                  <c:v>536.851</c:v>
                </c:pt>
                <c:pt idx="1667">
                  <c:v>536.85199999999998</c:v>
                </c:pt>
                <c:pt idx="1668">
                  <c:v>536.85299999999995</c:v>
                </c:pt>
                <c:pt idx="1669">
                  <c:v>536.85400000000004</c:v>
                </c:pt>
                <c:pt idx="1670">
                  <c:v>536.85500000000002</c:v>
                </c:pt>
                <c:pt idx="1671">
                  <c:v>536.85599999999999</c:v>
                </c:pt>
                <c:pt idx="1672">
                  <c:v>536.85699999999997</c:v>
                </c:pt>
                <c:pt idx="1673">
                  <c:v>536.85799999999995</c:v>
                </c:pt>
                <c:pt idx="1674">
                  <c:v>536.85900000000004</c:v>
                </c:pt>
                <c:pt idx="1675">
                  <c:v>536.86</c:v>
                </c:pt>
                <c:pt idx="1676">
                  <c:v>536.86099999999999</c:v>
                </c:pt>
                <c:pt idx="1677">
                  <c:v>536.86199999999997</c:v>
                </c:pt>
                <c:pt idx="1678">
                  <c:v>536.86300000000006</c:v>
                </c:pt>
                <c:pt idx="1679">
                  <c:v>536.86400000000003</c:v>
                </c:pt>
                <c:pt idx="1680">
                  <c:v>536.86500000000001</c:v>
                </c:pt>
                <c:pt idx="1681">
                  <c:v>536.86599999999999</c:v>
                </c:pt>
                <c:pt idx="1682">
                  <c:v>536.86699999999996</c:v>
                </c:pt>
                <c:pt idx="1683">
                  <c:v>536.86800000000005</c:v>
                </c:pt>
                <c:pt idx="1684">
                  <c:v>536.86900000000003</c:v>
                </c:pt>
                <c:pt idx="1685">
                  <c:v>536.87</c:v>
                </c:pt>
                <c:pt idx="1686">
                  <c:v>536.87099999999998</c:v>
                </c:pt>
                <c:pt idx="1687">
                  <c:v>536.87199999999996</c:v>
                </c:pt>
                <c:pt idx="1688">
                  <c:v>536.87300000000005</c:v>
                </c:pt>
                <c:pt idx="1689">
                  <c:v>536.87400000000002</c:v>
                </c:pt>
                <c:pt idx="1690">
                  <c:v>536.875</c:v>
                </c:pt>
                <c:pt idx="1691">
                  <c:v>536.87599999999998</c:v>
                </c:pt>
                <c:pt idx="1692">
                  <c:v>536.87699999999995</c:v>
                </c:pt>
                <c:pt idx="1693">
                  <c:v>536.87800000000004</c:v>
                </c:pt>
                <c:pt idx="1694">
                  <c:v>536.87900000000002</c:v>
                </c:pt>
                <c:pt idx="1695">
                  <c:v>536.88</c:v>
                </c:pt>
                <c:pt idx="1696">
                  <c:v>536.88099999999997</c:v>
                </c:pt>
                <c:pt idx="1697">
                  <c:v>536.88199999999995</c:v>
                </c:pt>
                <c:pt idx="1698">
                  <c:v>536.88300000000004</c:v>
                </c:pt>
                <c:pt idx="1699">
                  <c:v>536.88400000000001</c:v>
                </c:pt>
                <c:pt idx="1700">
                  <c:v>536.88499999999999</c:v>
                </c:pt>
                <c:pt idx="1701">
                  <c:v>536.88599999999997</c:v>
                </c:pt>
                <c:pt idx="1702">
                  <c:v>536.88699999999994</c:v>
                </c:pt>
                <c:pt idx="1703">
                  <c:v>536.88800000000003</c:v>
                </c:pt>
                <c:pt idx="1704">
                  <c:v>536.88900000000001</c:v>
                </c:pt>
                <c:pt idx="1705">
                  <c:v>536.89</c:v>
                </c:pt>
                <c:pt idx="1706">
                  <c:v>536.89099999999996</c:v>
                </c:pt>
                <c:pt idx="1707">
                  <c:v>536.89200000000005</c:v>
                </c:pt>
                <c:pt idx="1708">
                  <c:v>536.89300000000003</c:v>
                </c:pt>
                <c:pt idx="1709">
                  <c:v>536.89400000000001</c:v>
                </c:pt>
                <c:pt idx="1710">
                  <c:v>536.89499999999998</c:v>
                </c:pt>
                <c:pt idx="1711">
                  <c:v>536.89599999999996</c:v>
                </c:pt>
                <c:pt idx="1712">
                  <c:v>536.89700000000005</c:v>
                </c:pt>
                <c:pt idx="1713">
                  <c:v>536.89800000000002</c:v>
                </c:pt>
                <c:pt idx="1714">
                  <c:v>536.899</c:v>
                </c:pt>
                <c:pt idx="1715">
                  <c:v>536.9</c:v>
                </c:pt>
                <c:pt idx="1716">
                  <c:v>536.90099999999995</c:v>
                </c:pt>
                <c:pt idx="1717">
                  <c:v>536.90200000000004</c:v>
                </c:pt>
                <c:pt idx="1718">
                  <c:v>536.90300000000002</c:v>
                </c:pt>
                <c:pt idx="1719">
                  <c:v>536.904</c:v>
                </c:pt>
                <c:pt idx="1720">
                  <c:v>536.90499999999997</c:v>
                </c:pt>
                <c:pt idx="1721">
                  <c:v>536.90599999999995</c:v>
                </c:pt>
                <c:pt idx="1722">
                  <c:v>536.90700000000004</c:v>
                </c:pt>
                <c:pt idx="1723">
                  <c:v>536.90800000000002</c:v>
                </c:pt>
                <c:pt idx="1724">
                  <c:v>536.90899999999999</c:v>
                </c:pt>
                <c:pt idx="1725">
                  <c:v>536.91</c:v>
                </c:pt>
                <c:pt idx="1726">
                  <c:v>536.91099999999994</c:v>
                </c:pt>
                <c:pt idx="1727">
                  <c:v>536.91200000000003</c:v>
                </c:pt>
                <c:pt idx="1728">
                  <c:v>536.91300000000001</c:v>
                </c:pt>
                <c:pt idx="1729">
                  <c:v>536.91399999999999</c:v>
                </c:pt>
                <c:pt idx="1730">
                  <c:v>536.91499999999996</c:v>
                </c:pt>
                <c:pt idx="1731">
                  <c:v>536.91600000000005</c:v>
                </c:pt>
                <c:pt idx="1732">
                  <c:v>536.91700000000003</c:v>
                </c:pt>
                <c:pt idx="1733">
                  <c:v>536.91800000000001</c:v>
                </c:pt>
                <c:pt idx="1734">
                  <c:v>536.91899999999998</c:v>
                </c:pt>
                <c:pt idx="1735">
                  <c:v>536.91999999999996</c:v>
                </c:pt>
                <c:pt idx="1736">
                  <c:v>536.92100000000005</c:v>
                </c:pt>
                <c:pt idx="1737">
                  <c:v>536.92200000000003</c:v>
                </c:pt>
                <c:pt idx="1738">
                  <c:v>536.923</c:v>
                </c:pt>
                <c:pt idx="1739">
                  <c:v>536.92399999999998</c:v>
                </c:pt>
                <c:pt idx="1740">
                  <c:v>536.92499999999995</c:v>
                </c:pt>
                <c:pt idx="1741">
                  <c:v>536.92600000000004</c:v>
                </c:pt>
                <c:pt idx="1742">
                  <c:v>536.92700000000002</c:v>
                </c:pt>
                <c:pt idx="1743">
                  <c:v>536.928</c:v>
                </c:pt>
                <c:pt idx="1744">
                  <c:v>536.92899999999997</c:v>
                </c:pt>
                <c:pt idx="1745">
                  <c:v>536.92999999999995</c:v>
                </c:pt>
                <c:pt idx="1746">
                  <c:v>536.93100000000004</c:v>
                </c:pt>
                <c:pt idx="1747">
                  <c:v>536.93200000000002</c:v>
                </c:pt>
                <c:pt idx="1748">
                  <c:v>536.93299999999999</c:v>
                </c:pt>
                <c:pt idx="1749">
                  <c:v>536.93399999999997</c:v>
                </c:pt>
                <c:pt idx="1750">
                  <c:v>536.93499999999995</c:v>
                </c:pt>
                <c:pt idx="1751">
                  <c:v>536.93600000000004</c:v>
                </c:pt>
                <c:pt idx="1752">
                  <c:v>536.93700000000001</c:v>
                </c:pt>
                <c:pt idx="1753">
                  <c:v>536.93799999999999</c:v>
                </c:pt>
                <c:pt idx="1754">
                  <c:v>536.93899999999996</c:v>
                </c:pt>
                <c:pt idx="1755">
                  <c:v>536.94000000000005</c:v>
                </c:pt>
                <c:pt idx="1756">
                  <c:v>536.94100000000003</c:v>
                </c:pt>
                <c:pt idx="1757">
                  <c:v>536.94200000000001</c:v>
                </c:pt>
                <c:pt idx="1758">
                  <c:v>536.94299999999998</c:v>
                </c:pt>
                <c:pt idx="1759">
                  <c:v>536.94399999999996</c:v>
                </c:pt>
                <c:pt idx="1760">
                  <c:v>536.94500000000005</c:v>
                </c:pt>
                <c:pt idx="1761">
                  <c:v>536.94600000000003</c:v>
                </c:pt>
                <c:pt idx="1762">
                  <c:v>536.947</c:v>
                </c:pt>
                <c:pt idx="1763">
                  <c:v>536.94799999999998</c:v>
                </c:pt>
                <c:pt idx="1764">
                  <c:v>536.94899999999996</c:v>
                </c:pt>
                <c:pt idx="1765">
                  <c:v>536.95000000000005</c:v>
                </c:pt>
                <c:pt idx="1766">
                  <c:v>536.95100000000002</c:v>
                </c:pt>
                <c:pt idx="1767">
                  <c:v>536.952</c:v>
                </c:pt>
                <c:pt idx="1768">
                  <c:v>536.95299999999997</c:v>
                </c:pt>
                <c:pt idx="1769">
                  <c:v>536.95399999999995</c:v>
                </c:pt>
                <c:pt idx="1770">
                  <c:v>536.95500000000004</c:v>
                </c:pt>
                <c:pt idx="1771">
                  <c:v>536.95600000000002</c:v>
                </c:pt>
                <c:pt idx="1772">
                  <c:v>536.95699999999999</c:v>
                </c:pt>
                <c:pt idx="1773">
                  <c:v>536.95799999999997</c:v>
                </c:pt>
                <c:pt idx="1774">
                  <c:v>536.95899999999995</c:v>
                </c:pt>
                <c:pt idx="1775">
                  <c:v>536.96</c:v>
                </c:pt>
                <c:pt idx="1776">
                  <c:v>536.96100000000001</c:v>
                </c:pt>
                <c:pt idx="1777">
                  <c:v>536.96199999999999</c:v>
                </c:pt>
                <c:pt idx="1778">
                  <c:v>536.96299999999997</c:v>
                </c:pt>
                <c:pt idx="1779">
                  <c:v>536.96400000000006</c:v>
                </c:pt>
                <c:pt idx="1780">
                  <c:v>536.96500000000003</c:v>
                </c:pt>
                <c:pt idx="1781">
                  <c:v>536.96600000000001</c:v>
                </c:pt>
                <c:pt idx="1782">
                  <c:v>536.96699999999998</c:v>
                </c:pt>
                <c:pt idx="1783">
                  <c:v>536.96799999999996</c:v>
                </c:pt>
                <c:pt idx="1784">
                  <c:v>536.96900000000005</c:v>
                </c:pt>
                <c:pt idx="1785">
                  <c:v>536.97</c:v>
                </c:pt>
                <c:pt idx="1786">
                  <c:v>536.971</c:v>
                </c:pt>
                <c:pt idx="1787">
                  <c:v>536.97199999999998</c:v>
                </c:pt>
                <c:pt idx="1788">
                  <c:v>536.97299999999996</c:v>
                </c:pt>
                <c:pt idx="1789">
                  <c:v>536.97400000000005</c:v>
                </c:pt>
                <c:pt idx="1790">
                  <c:v>536.97500000000002</c:v>
                </c:pt>
                <c:pt idx="1791">
                  <c:v>536.976</c:v>
                </c:pt>
                <c:pt idx="1792">
                  <c:v>536.97699999999998</c:v>
                </c:pt>
                <c:pt idx="1793">
                  <c:v>536.97799999999995</c:v>
                </c:pt>
                <c:pt idx="1794">
                  <c:v>536.97900000000004</c:v>
                </c:pt>
                <c:pt idx="1795">
                  <c:v>536.98</c:v>
                </c:pt>
                <c:pt idx="1796">
                  <c:v>536.98099999999999</c:v>
                </c:pt>
                <c:pt idx="1797">
                  <c:v>536.98199999999997</c:v>
                </c:pt>
                <c:pt idx="1798">
                  <c:v>536.98299999999995</c:v>
                </c:pt>
                <c:pt idx="1799">
                  <c:v>536.98400000000004</c:v>
                </c:pt>
                <c:pt idx="1800">
                  <c:v>536.98500000000001</c:v>
                </c:pt>
                <c:pt idx="1801">
                  <c:v>536.98599999999999</c:v>
                </c:pt>
                <c:pt idx="1802">
                  <c:v>536.98699999999997</c:v>
                </c:pt>
                <c:pt idx="1803">
                  <c:v>536.98800000000006</c:v>
                </c:pt>
                <c:pt idx="1804">
                  <c:v>536.98900000000003</c:v>
                </c:pt>
                <c:pt idx="1805">
                  <c:v>536.99</c:v>
                </c:pt>
                <c:pt idx="1806">
                  <c:v>536.99099999999999</c:v>
                </c:pt>
                <c:pt idx="1807">
                  <c:v>536.99199999999996</c:v>
                </c:pt>
                <c:pt idx="1808">
                  <c:v>536.99300000000005</c:v>
                </c:pt>
                <c:pt idx="1809">
                  <c:v>536.99400000000003</c:v>
                </c:pt>
                <c:pt idx="1810">
                  <c:v>536.995</c:v>
                </c:pt>
                <c:pt idx="1811">
                  <c:v>536.99599999999998</c:v>
                </c:pt>
                <c:pt idx="1812">
                  <c:v>536.99699999999996</c:v>
                </c:pt>
                <c:pt idx="1813">
                  <c:v>536.99800000000005</c:v>
                </c:pt>
                <c:pt idx="1814">
                  <c:v>536.99900000000002</c:v>
                </c:pt>
                <c:pt idx="1815">
                  <c:v>537</c:v>
                </c:pt>
                <c:pt idx="1816">
                  <c:v>537.00099999999998</c:v>
                </c:pt>
                <c:pt idx="1817">
                  <c:v>537.00199999999995</c:v>
                </c:pt>
                <c:pt idx="1818">
                  <c:v>537.00300000000004</c:v>
                </c:pt>
                <c:pt idx="1819">
                  <c:v>537.00400000000002</c:v>
                </c:pt>
                <c:pt idx="1820">
                  <c:v>537.005</c:v>
                </c:pt>
                <c:pt idx="1821">
                  <c:v>537.00599999999997</c:v>
                </c:pt>
                <c:pt idx="1822">
                  <c:v>537.00699999999995</c:v>
                </c:pt>
                <c:pt idx="1823">
                  <c:v>537.00800000000004</c:v>
                </c:pt>
                <c:pt idx="1824">
                  <c:v>537.00900000000001</c:v>
                </c:pt>
                <c:pt idx="1825">
                  <c:v>537.01</c:v>
                </c:pt>
                <c:pt idx="1826">
                  <c:v>537.01099999999997</c:v>
                </c:pt>
                <c:pt idx="1827">
                  <c:v>537.01199999999994</c:v>
                </c:pt>
                <c:pt idx="1828">
                  <c:v>537.01300000000003</c:v>
                </c:pt>
                <c:pt idx="1829">
                  <c:v>537.01400000000001</c:v>
                </c:pt>
                <c:pt idx="1830">
                  <c:v>537.01499999999999</c:v>
                </c:pt>
                <c:pt idx="1831">
                  <c:v>537.01599999999996</c:v>
                </c:pt>
                <c:pt idx="1832">
                  <c:v>537.01700000000005</c:v>
                </c:pt>
                <c:pt idx="1833">
                  <c:v>537.01800000000003</c:v>
                </c:pt>
                <c:pt idx="1834">
                  <c:v>537.01900000000001</c:v>
                </c:pt>
                <c:pt idx="1835">
                  <c:v>537.02</c:v>
                </c:pt>
                <c:pt idx="1836">
                  <c:v>537.02099999999996</c:v>
                </c:pt>
                <c:pt idx="1837">
                  <c:v>537.02200000000005</c:v>
                </c:pt>
                <c:pt idx="1838">
                  <c:v>537.02300000000002</c:v>
                </c:pt>
                <c:pt idx="1839">
                  <c:v>537.10299999999995</c:v>
                </c:pt>
                <c:pt idx="1840">
                  <c:v>537.18299999999999</c:v>
                </c:pt>
                <c:pt idx="1841">
                  <c:v>537.26300000000003</c:v>
                </c:pt>
                <c:pt idx="1842">
                  <c:v>537.34299999999996</c:v>
                </c:pt>
                <c:pt idx="1843">
                  <c:v>537.423</c:v>
                </c:pt>
                <c:pt idx="1844">
                  <c:v>537.50300000000004</c:v>
                </c:pt>
                <c:pt idx="1845">
                  <c:v>537.58299999999997</c:v>
                </c:pt>
                <c:pt idx="1846">
                  <c:v>537.66300000000001</c:v>
                </c:pt>
                <c:pt idx="1847">
                  <c:v>537.71600000000001</c:v>
                </c:pt>
                <c:pt idx="1848">
                  <c:v>537.76900000000001</c:v>
                </c:pt>
                <c:pt idx="1849">
                  <c:v>537.77</c:v>
                </c:pt>
                <c:pt idx="1850">
                  <c:v>537.77099999999996</c:v>
                </c:pt>
                <c:pt idx="1851">
                  <c:v>537.77200000000005</c:v>
                </c:pt>
                <c:pt idx="1852">
                  <c:v>537.77300000000002</c:v>
                </c:pt>
                <c:pt idx="1853">
                  <c:v>537.774</c:v>
                </c:pt>
                <c:pt idx="1854">
                  <c:v>537.77499999999998</c:v>
                </c:pt>
                <c:pt idx="1855">
                  <c:v>537.77599999999995</c:v>
                </c:pt>
                <c:pt idx="1856">
                  <c:v>537.77700000000004</c:v>
                </c:pt>
                <c:pt idx="1857">
                  <c:v>537.77800000000002</c:v>
                </c:pt>
                <c:pt idx="1858">
                  <c:v>537.779</c:v>
                </c:pt>
                <c:pt idx="1859">
                  <c:v>537.78</c:v>
                </c:pt>
                <c:pt idx="1860">
                  <c:v>537.78099999999995</c:v>
                </c:pt>
                <c:pt idx="1861">
                  <c:v>537.78200000000004</c:v>
                </c:pt>
                <c:pt idx="1862">
                  <c:v>537.78300000000002</c:v>
                </c:pt>
                <c:pt idx="1863">
                  <c:v>537.78399999999999</c:v>
                </c:pt>
                <c:pt idx="1864">
                  <c:v>537.78499999999997</c:v>
                </c:pt>
                <c:pt idx="1865">
                  <c:v>537.78599999999994</c:v>
                </c:pt>
                <c:pt idx="1866">
                  <c:v>537.78700000000003</c:v>
                </c:pt>
                <c:pt idx="1867">
                  <c:v>537.78800000000001</c:v>
                </c:pt>
                <c:pt idx="1868">
                  <c:v>537.78899999999999</c:v>
                </c:pt>
                <c:pt idx="1869">
                  <c:v>537.79</c:v>
                </c:pt>
                <c:pt idx="1870">
                  <c:v>537.79100000000005</c:v>
                </c:pt>
                <c:pt idx="1871">
                  <c:v>537.79200000000003</c:v>
                </c:pt>
                <c:pt idx="1872">
                  <c:v>537.79300000000001</c:v>
                </c:pt>
                <c:pt idx="1873">
                  <c:v>537.79399999999998</c:v>
                </c:pt>
                <c:pt idx="1874">
                  <c:v>537.79499999999996</c:v>
                </c:pt>
                <c:pt idx="1875">
                  <c:v>537.79600000000005</c:v>
                </c:pt>
                <c:pt idx="1876">
                  <c:v>537.79700000000003</c:v>
                </c:pt>
                <c:pt idx="1877">
                  <c:v>537.798</c:v>
                </c:pt>
                <c:pt idx="1878">
                  <c:v>537.79899999999998</c:v>
                </c:pt>
                <c:pt idx="1879">
                  <c:v>537.79999999999995</c:v>
                </c:pt>
                <c:pt idx="1880">
                  <c:v>537.80100000000004</c:v>
                </c:pt>
                <c:pt idx="1881">
                  <c:v>537.80200000000002</c:v>
                </c:pt>
                <c:pt idx="1882">
                  <c:v>537.803</c:v>
                </c:pt>
                <c:pt idx="1883">
                  <c:v>537.80399999999997</c:v>
                </c:pt>
                <c:pt idx="1884">
                  <c:v>537.80499999999995</c:v>
                </c:pt>
                <c:pt idx="1885">
                  <c:v>537.80600000000004</c:v>
                </c:pt>
                <c:pt idx="1886">
                  <c:v>537.80700000000002</c:v>
                </c:pt>
                <c:pt idx="1887">
                  <c:v>537.80799999999999</c:v>
                </c:pt>
                <c:pt idx="1888">
                  <c:v>537.80899999999997</c:v>
                </c:pt>
                <c:pt idx="1889">
                  <c:v>537.80999999999995</c:v>
                </c:pt>
                <c:pt idx="1890">
                  <c:v>537.81100000000004</c:v>
                </c:pt>
                <c:pt idx="1891">
                  <c:v>537.81200000000001</c:v>
                </c:pt>
                <c:pt idx="1892">
                  <c:v>537.81299999999999</c:v>
                </c:pt>
                <c:pt idx="1893">
                  <c:v>537.81399999999996</c:v>
                </c:pt>
                <c:pt idx="1894">
                  <c:v>537.81500000000005</c:v>
                </c:pt>
                <c:pt idx="1895">
                  <c:v>537.81600000000003</c:v>
                </c:pt>
                <c:pt idx="1896">
                  <c:v>537.81700000000001</c:v>
                </c:pt>
                <c:pt idx="1897">
                  <c:v>537.81799999999998</c:v>
                </c:pt>
                <c:pt idx="1898">
                  <c:v>537.81899999999996</c:v>
                </c:pt>
                <c:pt idx="1899">
                  <c:v>537.82000000000005</c:v>
                </c:pt>
                <c:pt idx="1900">
                  <c:v>537.82100000000003</c:v>
                </c:pt>
                <c:pt idx="1901">
                  <c:v>537.822</c:v>
                </c:pt>
                <c:pt idx="1902">
                  <c:v>537.82299999999998</c:v>
                </c:pt>
                <c:pt idx="1903">
                  <c:v>537.82399999999996</c:v>
                </c:pt>
                <c:pt idx="1904">
                  <c:v>537.82500000000005</c:v>
                </c:pt>
                <c:pt idx="1905">
                  <c:v>537.82600000000002</c:v>
                </c:pt>
                <c:pt idx="1906">
                  <c:v>537.827</c:v>
                </c:pt>
                <c:pt idx="1907">
                  <c:v>537.82799999999997</c:v>
                </c:pt>
                <c:pt idx="1908">
                  <c:v>537.82899999999995</c:v>
                </c:pt>
                <c:pt idx="1909">
                  <c:v>537.83000000000004</c:v>
                </c:pt>
                <c:pt idx="1910">
                  <c:v>537.83100000000002</c:v>
                </c:pt>
                <c:pt idx="1911">
                  <c:v>537.83199999999999</c:v>
                </c:pt>
                <c:pt idx="1912">
                  <c:v>537.83299999999997</c:v>
                </c:pt>
                <c:pt idx="1913">
                  <c:v>537.83399999999995</c:v>
                </c:pt>
                <c:pt idx="1914">
                  <c:v>537.83500000000004</c:v>
                </c:pt>
                <c:pt idx="1915">
                  <c:v>537.83600000000001</c:v>
                </c:pt>
                <c:pt idx="1916">
                  <c:v>537.83699999999999</c:v>
                </c:pt>
                <c:pt idx="1917">
                  <c:v>537.83799999999997</c:v>
                </c:pt>
                <c:pt idx="1918">
                  <c:v>537.83900000000006</c:v>
                </c:pt>
                <c:pt idx="1919">
                  <c:v>537.84</c:v>
                </c:pt>
                <c:pt idx="1920">
                  <c:v>537.84100000000001</c:v>
                </c:pt>
                <c:pt idx="1921">
                  <c:v>537.84199999999998</c:v>
                </c:pt>
                <c:pt idx="1922">
                  <c:v>537.84299999999996</c:v>
                </c:pt>
                <c:pt idx="1923">
                  <c:v>537.84400000000005</c:v>
                </c:pt>
                <c:pt idx="1924">
                  <c:v>537.84500000000003</c:v>
                </c:pt>
                <c:pt idx="1925">
                  <c:v>537.846</c:v>
                </c:pt>
                <c:pt idx="1926">
                  <c:v>537.84699999999998</c:v>
                </c:pt>
                <c:pt idx="1927">
                  <c:v>537.84799999999996</c:v>
                </c:pt>
                <c:pt idx="1928">
                  <c:v>537.84900000000005</c:v>
                </c:pt>
                <c:pt idx="1929">
                  <c:v>537.85</c:v>
                </c:pt>
                <c:pt idx="1930">
                  <c:v>537.851</c:v>
                </c:pt>
                <c:pt idx="1931">
                  <c:v>537.85199999999998</c:v>
                </c:pt>
                <c:pt idx="1932">
                  <c:v>537.85299999999995</c:v>
                </c:pt>
                <c:pt idx="1933">
                  <c:v>537.85400000000004</c:v>
                </c:pt>
                <c:pt idx="1934">
                  <c:v>537.85500000000002</c:v>
                </c:pt>
                <c:pt idx="1935">
                  <c:v>537.85599999999999</c:v>
                </c:pt>
                <c:pt idx="1936">
                  <c:v>537.85699999999997</c:v>
                </c:pt>
                <c:pt idx="1937">
                  <c:v>537.85799999999995</c:v>
                </c:pt>
                <c:pt idx="1938">
                  <c:v>537.85900000000004</c:v>
                </c:pt>
                <c:pt idx="1939">
                  <c:v>537.86</c:v>
                </c:pt>
                <c:pt idx="1940">
                  <c:v>537.86099999999999</c:v>
                </c:pt>
                <c:pt idx="1941">
                  <c:v>537.86199999999997</c:v>
                </c:pt>
                <c:pt idx="1942">
                  <c:v>537.86300000000006</c:v>
                </c:pt>
                <c:pt idx="1943">
                  <c:v>537.86400000000003</c:v>
                </c:pt>
                <c:pt idx="1944">
                  <c:v>537.86500000000001</c:v>
                </c:pt>
                <c:pt idx="1945">
                  <c:v>537.86599999999999</c:v>
                </c:pt>
                <c:pt idx="1946">
                  <c:v>537.86699999999996</c:v>
                </c:pt>
                <c:pt idx="1947">
                  <c:v>537.86800000000005</c:v>
                </c:pt>
                <c:pt idx="1948">
                  <c:v>537.86900000000003</c:v>
                </c:pt>
                <c:pt idx="1949">
                  <c:v>537.87</c:v>
                </c:pt>
                <c:pt idx="1950">
                  <c:v>537.87099999999998</c:v>
                </c:pt>
                <c:pt idx="1951">
                  <c:v>537.87199999999996</c:v>
                </c:pt>
                <c:pt idx="1952">
                  <c:v>537.87300000000005</c:v>
                </c:pt>
                <c:pt idx="1953">
                  <c:v>537.87400000000002</c:v>
                </c:pt>
                <c:pt idx="1954">
                  <c:v>537.875</c:v>
                </c:pt>
                <c:pt idx="1955">
                  <c:v>537.87599999999998</c:v>
                </c:pt>
                <c:pt idx="1956">
                  <c:v>537.87699999999995</c:v>
                </c:pt>
                <c:pt idx="1957">
                  <c:v>537.87800000000004</c:v>
                </c:pt>
                <c:pt idx="1958">
                  <c:v>537.87900000000002</c:v>
                </c:pt>
                <c:pt idx="1959">
                  <c:v>537.88</c:v>
                </c:pt>
                <c:pt idx="1960">
                  <c:v>537.88099999999997</c:v>
                </c:pt>
                <c:pt idx="1961">
                  <c:v>537.88199999999995</c:v>
                </c:pt>
                <c:pt idx="1962">
                  <c:v>537.88300000000004</c:v>
                </c:pt>
                <c:pt idx="1963">
                  <c:v>537.88400000000001</c:v>
                </c:pt>
                <c:pt idx="1964">
                  <c:v>537.88499999999999</c:v>
                </c:pt>
                <c:pt idx="1965">
                  <c:v>537.88599999999997</c:v>
                </c:pt>
                <c:pt idx="1966">
                  <c:v>537.88699999999994</c:v>
                </c:pt>
                <c:pt idx="1967">
                  <c:v>537.88800000000003</c:v>
                </c:pt>
                <c:pt idx="1968">
                  <c:v>537.88900000000001</c:v>
                </c:pt>
                <c:pt idx="1969">
                  <c:v>537.89</c:v>
                </c:pt>
                <c:pt idx="1970">
                  <c:v>537.89099999999996</c:v>
                </c:pt>
                <c:pt idx="1971">
                  <c:v>537.89200000000005</c:v>
                </c:pt>
                <c:pt idx="1972">
                  <c:v>537.89300000000003</c:v>
                </c:pt>
                <c:pt idx="1973">
                  <c:v>537.89400000000001</c:v>
                </c:pt>
                <c:pt idx="1974">
                  <c:v>537.89499999999998</c:v>
                </c:pt>
                <c:pt idx="1975">
                  <c:v>537.89599999999996</c:v>
                </c:pt>
                <c:pt idx="1976">
                  <c:v>537.89700000000005</c:v>
                </c:pt>
                <c:pt idx="1977">
                  <c:v>537.89800000000002</c:v>
                </c:pt>
                <c:pt idx="1978">
                  <c:v>537.899</c:v>
                </c:pt>
                <c:pt idx="1979">
                  <c:v>537.9</c:v>
                </c:pt>
                <c:pt idx="1980">
                  <c:v>537.90099999999995</c:v>
                </c:pt>
                <c:pt idx="1981">
                  <c:v>537.90200000000004</c:v>
                </c:pt>
                <c:pt idx="1982">
                  <c:v>537.90300000000002</c:v>
                </c:pt>
                <c:pt idx="1983">
                  <c:v>537.904</c:v>
                </c:pt>
                <c:pt idx="1984">
                  <c:v>537.90499999999997</c:v>
                </c:pt>
                <c:pt idx="1985">
                  <c:v>537.90599999999995</c:v>
                </c:pt>
                <c:pt idx="1986">
                  <c:v>537.90700000000004</c:v>
                </c:pt>
                <c:pt idx="1987">
                  <c:v>537.90800000000002</c:v>
                </c:pt>
                <c:pt idx="1988">
                  <c:v>537.90899999999999</c:v>
                </c:pt>
                <c:pt idx="1989">
                  <c:v>537.91</c:v>
                </c:pt>
                <c:pt idx="1990">
                  <c:v>537.91099999999994</c:v>
                </c:pt>
                <c:pt idx="1991">
                  <c:v>537.91200000000003</c:v>
                </c:pt>
                <c:pt idx="1992">
                  <c:v>537.91300000000001</c:v>
                </c:pt>
                <c:pt idx="1993">
                  <c:v>537.91399999999999</c:v>
                </c:pt>
                <c:pt idx="1994">
                  <c:v>537.91499999999996</c:v>
                </c:pt>
                <c:pt idx="1995">
                  <c:v>537.91600000000005</c:v>
                </c:pt>
                <c:pt idx="1996">
                  <c:v>537.91700000000003</c:v>
                </c:pt>
                <c:pt idx="1997">
                  <c:v>537.91800000000001</c:v>
                </c:pt>
                <c:pt idx="1998">
                  <c:v>537.91899999999998</c:v>
                </c:pt>
                <c:pt idx="1999">
                  <c:v>537.91999999999996</c:v>
                </c:pt>
                <c:pt idx="2000">
                  <c:v>537.92100000000005</c:v>
                </c:pt>
                <c:pt idx="2001">
                  <c:v>537.92200000000003</c:v>
                </c:pt>
                <c:pt idx="2002">
                  <c:v>537.923</c:v>
                </c:pt>
                <c:pt idx="2003">
                  <c:v>537.92399999999998</c:v>
                </c:pt>
                <c:pt idx="2004">
                  <c:v>537.92499999999995</c:v>
                </c:pt>
                <c:pt idx="2005">
                  <c:v>537.92600000000004</c:v>
                </c:pt>
                <c:pt idx="2006">
                  <c:v>537.92700000000002</c:v>
                </c:pt>
                <c:pt idx="2007">
                  <c:v>537.928</c:v>
                </c:pt>
                <c:pt idx="2008">
                  <c:v>537.92899999999997</c:v>
                </c:pt>
                <c:pt idx="2009">
                  <c:v>537.92999999999995</c:v>
                </c:pt>
                <c:pt idx="2010">
                  <c:v>537.93100000000004</c:v>
                </c:pt>
                <c:pt idx="2011">
                  <c:v>537.93200000000002</c:v>
                </c:pt>
                <c:pt idx="2012">
                  <c:v>537.93299999999999</c:v>
                </c:pt>
                <c:pt idx="2013">
                  <c:v>537.93399999999997</c:v>
                </c:pt>
                <c:pt idx="2014">
                  <c:v>537.93499999999995</c:v>
                </c:pt>
                <c:pt idx="2015">
                  <c:v>537.93600000000004</c:v>
                </c:pt>
                <c:pt idx="2016">
                  <c:v>537.93700000000001</c:v>
                </c:pt>
                <c:pt idx="2017">
                  <c:v>537.93799999999999</c:v>
                </c:pt>
                <c:pt idx="2018">
                  <c:v>537.93899999999996</c:v>
                </c:pt>
                <c:pt idx="2019">
                  <c:v>537.94000000000005</c:v>
                </c:pt>
                <c:pt idx="2020">
                  <c:v>537.94100000000003</c:v>
                </c:pt>
                <c:pt idx="2021">
                  <c:v>537.94200000000001</c:v>
                </c:pt>
                <c:pt idx="2022">
                  <c:v>537.94299999999998</c:v>
                </c:pt>
                <c:pt idx="2023">
                  <c:v>537.94399999999996</c:v>
                </c:pt>
                <c:pt idx="2024">
                  <c:v>537.94500000000005</c:v>
                </c:pt>
                <c:pt idx="2025">
                  <c:v>537.94600000000003</c:v>
                </c:pt>
                <c:pt idx="2026">
                  <c:v>537.947</c:v>
                </c:pt>
                <c:pt idx="2027">
                  <c:v>537.94799999999998</c:v>
                </c:pt>
                <c:pt idx="2028">
                  <c:v>537.94899999999996</c:v>
                </c:pt>
                <c:pt idx="2029">
                  <c:v>537.95000000000005</c:v>
                </c:pt>
                <c:pt idx="2030">
                  <c:v>537.95100000000002</c:v>
                </c:pt>
                <c:pt idx="2031">
                  <c:v>537.952</c:v>
                </c:pt>
                <c:pt idx="2032">
                  <c:v>537.95299999999997</c:v>
                </c:pt>
                <c:pt idx="2033">
                  <c:v>537.95399999999995</c:v>
                </c:pt>
                <c:pt idx="2034">
                  <c:v>537.95500000000004</c:v>
                </c:pt>
                <c:pt idx="2035">
                  <c:v>537.95600000000002</c:v>
                </c:pt>
                <c:pt idx="2036">
                  <c:v>537.95699999999999</c:v>
                </c:pt>
                <c:pt idx="2037">
                  <c:v>537.95799999999997</c:v>
                </c:pt>
                <c:pt idx="2038">
                  <c:v>537.95899999999995</c:v>
                </c:pt>
                <c:pt idx="2039">
                  <c:v>537.96</c:v>
                </c:pt>
                <c:pt idx="2040">
                  <c:v>537.96100000000001</c:v>
                </c:pt>
                <c:pt idx="2041">
                  <c:v>537.96199999999999</c:v>
                </c:pt>
                <c:pt idx="2042">
                  <c:v>537.96299999999997</c:v>
                </c:pt>
                <c:pt idx="2043">
                  <c:v>537.96400000000006</c:v>
                </c:pt>
                <c:pt idx="2044">
                  <c:v>537.96500000000003</c:v>
                </c:pt>
                <c:pt idx="2045">
                  <c:v>537.96600000000001</c:v>
                </c:pt>
                <c:pt idx="2046">
                  <c:v>537.96699999999998</c:v>
                </c:pt>
                <c:pt idx="2047">
                  <c:v>537.96799999999996</c:v>
                </c:pt>
                <c:pt idx="2048">
                  <c:v>537.96900000000005</c:v>
                </c:pt>
                <c:pt idx="2049">
                  <c:v>537.97</c:v>
                </c:pt>
                <c:pt idx="2050">
                  <c:v>537.971</c:v>
                </c:pt>
                <c:pt idx="2051">
                  <c:v>537.97199999999998</c:v>
                </c:pt>
                <c:pt idx="2052">
                  <c:v>537.97299999999996</c:v>
                </c:pt>
                <c:pt idx="2053">
                  <c:v>537.97400000000005</c:v>
                </c:pt>
                <c:pt idx="2054">
                  <c:v>537.97500000000002</c:v>
                </c:pt>
                <c:pt idx="2055">
                  <c:v>537.976</c:v>
                </c:pt>
                <c:pt idx="2056">
                  <c:v>537.97699999999998</c:v>
                </c:pt>
                <c:pt idx="2057">
                  <c:v>537.97799999999995</c:v>
                </c:pt>
                <c:pt idx="2058">
                  <c:v>537.97900000000004</c:v>
                </c:pt>
                <c:pt idx="2059">
                  <c:v>537.98</c:v>
                </c:pt>
                <c:pt idx="2060">
                  <c:v>537.98099999999999</c:v>
                </c:pt>
                <c:pt idx="2061">
                  <c:v>537.98199999999997</c:v>
                </c:pt>
                <c:pt idx="2062">
                  <c:v>537.98299999999995</c:v>
                </c:pt>
                <c:pt idx="2063">
                  <c:v>537.98400000000004</c:v>
                </c:pt>
                <c:pt idx="2064">
                  <c:v>537.98500000000001</c:v>
                </c:pt>
                <c:pt idx="2065">
                  <c:v>537.98599999999999</c:v>
                </c:pt>
                <c:pt idx="2066">
                  <c:v>537.98699999999997</c:v>
                </c:pt>
                <c:pt idx="2067">
                  <c:v>537.98800000000006</c:v>
                </c:pt>
                <c:pt idx="2068">
                  <c:v>537.98900000000003</c:v>
                </c:pt>
                <c:pt idx="2069">
                  <c:v>537.99</c:v>
                </c:pt>
                <c:pt idx="2070">
                  <c:v>537.99099999999999</c:v>
                </c:pt>
                <c:pt idx="2071">
                  <c:v>537.99199999999996</c:v>
                </c:pt>
                <c:pt idx="2072">
                  <c:v>537.99300000000005</c:v>
                </c:pt>
                <c:pt idx="2073">
                  <c:v>537.99400000000003</c:v>
                </c:pt>
                <c:pt idx="2074">
                  <c:v>537.995</c:v>
                </c:pt>
                <c:pt idx="2075">
                  <c:v>537.99599999999998</c:v>
                </c:pt>
                <c:pt idx="2076">
                  <c:v>537.99699999999996</c:v>
                </c:pt>
                <c:pt idx="2077">
                  <c:v>537.99800000000005</c:v>
                </c:pt>
                <c:pt idx="2078">
                  <c:v>537.99900000000002</c:v>
                </c:pt>
                <c:pt idx="2079">
                  <c:v>538</c:v>
                </c:pt>
                <c:pt idx="2080">
                  <c:v>538.00099999999998</c:v>
                </c:pt>
                <c:pt idx="2081">
                  <c:v>538.00199999999995</c:v>
                </c:pt>
                <c:pt idx="2082">
                  <c:v>538.00300000000004</c:v>
                </c:pt>
                <c:pt idx="2083">
                  <c:v>538.00400000000002</c:v>
                </c:pt>
                <c:pt idx="2084">
                  <c:v>538.005</c:v>
                </c:pt>
                <c:pt idx="2085">
                  <c:v>538.00599999999997</c:v>
                </c:pt>
                <c:pt idx="2086">
                  <c:v>538.00699999999995</c:v>
                </c:pt>
                <c:pt idx="2087">
                  <c:v>538.00800000000004</c:v>
                </c:pt>
                <c:pt idx="2088">
                  <c:v>538.00900000000001</c:v>
                </c:pt>
                <c:pt idx="2089">
                  <c:v>538.01</c:v>
                </c:pt>
                <c:pt idx="2090">
                  <c:v>538.01099999999997</c:v>
                </c:pt>
                <c:pt idx="2091">
                  <c:v>538.01199999999994</c:v>
                </c:pt>
                <c:pt idx="2092">
                  <c:v>538.01300000000003</c:v>
                </c:pt>
                <c:pt idx="2093">
                  <c:v>538.01400000000001</c:v>
                </c:pt>
                <c:pt idx="2094">
                  <c:v>538.01499999999999</c:v>
                </c:pt>
                <c:pt idx="2095">
                  <c:v>538.01599999999996</c:v>
                </c:pt>
                <c:pt idx="2096">
                  <c:v>538.01700000000005</c:v>
                </c:pt>
                <c:pt idx="2097">
                  <c:v>538.01800000000003</c:v>
                </c:pt>
                <c:pt idx="2098">
                  <c:v>538.01900000000001</c:v>
                </c:pt>
                <c:pt idx="2099">
                  <c:v>538.02</c:v>
                </c:pt>
                <c:pt idx="2100">
                  <c:v>538.02099999999996</c:v>
                </c:pt>
                <c:pt idx="2101">
                  <c:v>538.02200000000005</c:v>
                </c:pt>
                <c:pt idx="2102">
                  <c:v>538.02300000000002</c:v>
                </c:pt>
                <c:pt idx="2103">
                  <c:v>538.10299999999995</c:v>
                </c:pt>
                <c:pt idx="2104">
                  <c:v>538.18299999999999</c:v>
                </c:pt>
                <c:pt idx="2105">
                  <c:v>538.26300000000003</c:v>
                </c:pt>
                <c:pt idx="2106">
                  <c:v>538.34299999999996</c:v>
                </c:pt>
                <c:pt idx="2107">
                  <c:v>538.423</c:v>
                </c:pt>
                <c:pt idx="2108">
                  <c:v>538.50300000000004</c:v>
                </c:pt>
                <c:pt idx="2109">
                  <c:v>538.58299999999997</c:v>
                </c:pt>
                <c:pt idx="2110">
                  <c:v>538.66300000000001</c:v>
                </c:pt>
                <c:pt idx="2111">
                  <c:v>538.71600000000001</c:v>
                </c:pt>
                <c:pt idx="2112">
                  <c:v>538.76900000000001</c:v>
                </c:pt>
                <c:pt idx="2113">
                  <c:v>538.77</c:v>
                </c:pt>
                <c:pt idx="2114">
                  <c:v>538.77099999999996</c:v>
                </c:pt>
                <c:pt idx="2115">
                  <c:v>538.77200000000005</c:v>
                </c:pt>
                <c:pt idx="2116">
                  <c:v>538.77300000000002</c:v>
                </c:pt>
                <c:pt idx="2117">
                  <c:v>538.774</c:v>
                </c:pt>
                <c:pt idx="2118">
                  <c:v>538.77499999999998</c:v>
                </c:pt>
                <c:pt idx="2119">
                  <c:v>538.77599999999995</c:v>
                </c:pt>
                <c:pt idx="2120">
                  <c:v>538.77700000000004</c:v>
                </c:pt>
                <c:pt idx="2121">
                  <c:v>538.77800000000002</c:v>
                </c:pt>
                <c:pt idx="2122">
                  <c:v>538.779</c:v>
                </c:pt>
                <c:pt idx="2123">
                  <c:v>538.78</c:v>
                </c:pt>
                <c:pt idx="2124">
                  <c:v>538.78099999999995</c:v>
                </c:pt>
                <c:pt idx="2125">
                  <c:v>538.78200000000004</c:v>
                </c:pt>
                <c:pt idx="2126">
                  <c:v>538.78300000000002</c:v>
                </c:pt>
                <c:pt idx="2127">
                  <c:v>538.78399999999999</c:v>
                </c:pt>
                <c:pt idx="2128">
                  <c:v>538.78499999999997</c:v>
                </c:pt>
                <c:pt idx="2129">
                  <c:v>538.78599999999994</c:v>
                </c:pt>
                <c:pt idx="2130">
                  <c:v>538.78700000000003</c:v>
                </c:pt>
                <c:pt idx="2131">
                  <c:v>538.78800000000001</c:v>
                </c:pt>
                <c:pt idx="2132">
                  <c:v>538.78899999999999</c:v>
                </c:pt>
                <c:pt idx="2133">
                  <c:v>538.79</c:v>
                </c:pt>
                <c:pt idx="2134">
                  <c:v>538.79100000000005</c:v>
                </c:pt>
                <c:pt idx="2135">
                  <c:v>538.79200000000003</c:v>
                </c:pt>
                <c:pt idx="2136">
                  <c:v>538.79300000000001</c:v>
                </c:pt>
                <c:pt idx="2137">
                  <c:v>538.79399999999998</c:v>
                </c:pt>
                <c:pt idx="2138">
                  <c:v>538.79499999999996</c:v>
                </c:pt>
                <c:pt idx="2139">
                  <c:v>538.79600000000005</c:v>
                </c:pt>
                <c:pt idx="2140">
                  <c:v>538.79700000000003</c:v>
                </c:pt>
                <c:pt idx="2141">
                  <c:v>538.798</c:v>
                </c:pt>
                <c:pt idx="2142">
                  <c:v>538.79899999999998</c:v>
                </c:pt>
                <c:pt idx="2143">
                  <c:v>538.79999999999995</c:v>
                </c:pt>
                <c:pt idx="2144">
                  <c:v>538.80100000000004</c:v>
                </c:pt>
                <c:pt idx="2145">
                  <c:v>538.80200000000002</c:v>
                </c:pt>
                <c:pt idx="2146">
                  <c:v>538.803</c:v>
                </c:pt>
                <c:pt idx="2147">
                  <c:v>538.80399999999997</c:v>
                </c:pt>
                <c:pt idx="2148">
                  <c:v>538.80499999999995</c:v>
                </c:pt>
                <c:pt idx="2149">
                  <c:v>538.80600000000004</c:v>
                </c:pt>
                <c:pt idx="2150">
                  <c:v>538.80700000000002</c:v>
                </c:pt>
                <c:pt idx="2151">
                  <c:v>538.80799999999999</c:v>
                </c:pt>
                <c:pt idx="2152">
                  <c:v>538.80899999999997</c:v>
                </c:pt>
                <c:pt idx="2153">
                  <c:v>538.80999999999995</c:v>
                </c:pt>
                <c:pt idx="2154">
                  <c:v>538.81100000000004</c:v>
                </c:pt>
                <c:pt idx="2155">
                  <c:v>538.81200000000001</c:v>
                </c:pt>
                <c:pt idx="2156">
                  <c:v>538.81299999999999</c:v>
                </c:pt>
                <c:pt idx="2157">
                  <c:v>538.81399999999996</c:v>
                </c:pt>
                <c:pt idx="2158">
                  <c:v>538.81500000000005</c:v>
                </c:pt>
                <c:pt idx="2159">
                  <c:v>538.81600000000003</c:v>
                </c:pt>
                <c:pt idx="2160">
                  <c:v>538.81700000000001</c:v>
                </c:pt>
                <c:pt idx="2161">
                  <c:v>538.81799999999998</c:v>
                </c:pt>
                <c:pt idx="2162">
                  <c:v>538.81899999999996</c:v>
                </c:pt>
                <c:pt idx="2163">
                  <c:v>538.82000000000005</c:v>
                </c:pt>
                <c:pt idx="2164">
                  <c:v>538.82100000000003</c:v>
                </c:pt>
                <c:pt idx="2165">
                  <c:v>538.822</c:v>
                </c:pt>
                <c:pt idx="2166">
                  <c:v>538.82299999999998</c:v>
                </c:pt>
                <c:pt idx="2167">
                  <c:v>538.82399999999996</c:v>
                </c:pt>
                <c:pt idx="2168">
                  <c:v>538.82500000000005</c:v>
                </c:pt>
                <c:pt idx="2169">
                  <c:v>538.82600000000002</c:v>
                </c:pt>
                <c:pt idx="2170">
                  <c:v>538.827</c:v>
                </c:pt>
                <c:pt idx="2171">
                  <c:v>538.82799999999997</c:v>
                </c:pt>
                <c:pt idx="2172">
                  <c:v>538.82899999999995</c:v>
                </c:pt>
                <c:pt idx="2173">
                  <c:v>538.83000000000004</c:v>
                </c:pt>
                <c:pt idx="2174">
                  <c:v>538.83100000000002</c:v>
                </c:pt>
                <c:pt idx="2175">
                  <c:v>538.83199999999999</c:v>
                </c:pt>
                <c:pt idx="2176">
                  <c:v>538.83299999999997</c:v>
                </c:pt>
                <c:pt idx="2177">
                  <c:v>538.83399999999995</c:v>
                </c:pt>
                <c:pt idx="2178">
                  <c:v>538.83500000000004</c:v>
                </c:pt>
                <c:pt idx="2179">
                  <c:v>538.83600000000001</c:v>
                </c:pt>
                <c:pt idx="2180">
                  <c:v>538.83699999999999</c:v>
                </c:pt>
                <c:pt idx="2181">
                  <c:v>538.83799999999997</c:v>
                </c:pt>
                <c:pt idx="2182">
                  <c:v>538.83900000000006</c:v>
                </c:pt>
                <c:pt idx="2183">
                  <c:v>538.84</c:v>
                </c:pt>
                <c:pt idx="2184">
                  <c:v>538.84100000000001</c:v>
                </c:pt>
                <c:pt idx="2185">
                  <c:v>538.84199999999998</c:v>
                </c:pt>
                <c:pt idx="2186">
                  <c:v>538.84299999999996</c:v>
                </c:pt>
                <c:pt idx="2187">
                  <c:v>538.84400000000005</c:v>
                </c:pt>
                <c:pt idx="2188">
                  <c:v>538.84500000000003</c:v>
                </c:pt>
                <c:pt idx="2189">
                  <c:v>538.846</c:v>
                </c:pt>
                <c:pt idx="2190">
                  <c:v>538.84699999999998</c:v>
                </c:pt>
                <c:pt idx="2191">
                  <c:v>538.84799999999996</c:v>
                </c:pt>
                <c:pt idx="2192">
                  <c:v>538.84900000000005</c:v>
                </c:pt>
                <c:pt idx="2193">
                  <c:v>538.85</c:v>
                </c:pt>
                <c:pt idx="2194">
                  <c:v>538.851</c:v>
                </c:pt>
                <c:pt idx="2195">
                  <c:v>538.85199999999998</c:v>
                </c:pt>
                <c:pt idx="2196">
                  <c:v>538.85299999999995</c:v>
                </c:pt>
                <c:pt idx="2197">
                  <c:v>538.85400000000004</c:v>
                </c:pt>
                <c:pt idx="2198">
                  <c:v>538.85500000000002</c:v>
                </c:pt>
                <c:pt idx="2199">
                  <c:v>538.85599999999999</c:v>
                </c:pt>
                <c:pt idx="2200">
                  <c:v>538.85699999999997</c:v>
                </c:pt>
                <c:pt idx="2201">
                  <c:v>538.85799999999995</c:v>
                </c:pt>
                <c:pt idx="2202">
                  <c:v>538.85900000000004</c:v>
                </c:pt>
                <c:pt idx="2203">
                  <c:v>538.86</c:v>
                </c:pt>
                <c:pt idx="2204">
                  <c:v>538.86099999999999</c:v>
                </c:pt>
                <c:pt idx="2205">
                  <c:v>538.86199999999997</c:v>
                </c:pt>
                <c:pt idx="2206">
                  <c:v>538.86300000000006</c:v>
                </c:pt>
                <c:pt idx="2207">
                  <c:v>538.86400000000003</c:v>
                </c:pt>
                <c:pt idx="2208">
                  <c:v>538.86500000000001</c:v>
                </c:pt>
                <c:pt idx="2209">
                  <c:v>538.86599999999999</c:v>
                </c:pt>
                <c:pt idx="2210">
                  <c:v>538.86699999999996</c:v>
                </c:pt>
                <c:pt idx="2211">
                  <c:v>538.86800000000005</c:v>
                </c:pt>
                <c:pt idx="2212">
                  <c:v>538.86900000000003</c:v>
                </c:pt>
                <c:pt idx="2213">
                  <c:v>538.87</c:v>
                </c:pt>
                <c:pt idx="2214">
                  <c:v>538.87099999999998</c:v>
                </c:pt>
                <c:pt idx="2215">
                  <c:v>538.87199999999996</c:v>
                </c:pt>
                <c:pt idx="2216">
                  <c:v>538.87300000000005</c:v>
                </c:pt>
                <c:pt idx="2217">
                  <c:v>538.87400000000002</c:v>
                </c:pt>
                <c:pt idx="2218">
                  <c:v>538.875</c:v>
                </c:pt>
                <c:pt idx="2219">
                  <c:v>538.87599999999998</c:v>
                </c:pt>
                <c:pt idx="2220">
                  <c:v>538.87699999999995</c:v>
                </c:pt>
                <c:pt idx="2221">
                  <c:v>538.87800000000004</c:v>
                </c:pt>
                <c:pt idx="2222">
                  <c:v>538.87900000000002</c:v>
                </c:pt>
                <c:pt idx="2223">
                  <c:v>538.88</c:v>
                </c:pt>
                <c:pt idx="2224">
                  <c:v>538.88099999999997</c:v>
                </c:pt>
                <c:pt idx="2225">
                  <c:v>538.88199999999995</c:v>
                </c:pt>
                <c:pt idx="2226">
                  <c:v>538.88300000000004</c:v>
                </c:pt>
                <c:pt idx="2227">
                  <c:v>538.88400000000001</c:v>
                </c:pt>
                <c:pt idx="2228">
                  <c:v>538.88499999999999</c:v>
                </c:pt>
                <c:pt idx="2229">
                  <c:v>538.88599999999997</c:v>
                </c:pt>
                <c:pt idx="2230">
                  <c:v>538.88699999999994</c:v>
                </c:pt>
                <c:pt idx="2231">
                  <c:v>538.88800000000003</c:v>
                </c:pt>
                <c:pt idx="2232">
                  <c:v>538.88900000000001</c:v>
                </c:pt>
                <c:pt idx="2233">
                  <c:v>538.89</c:v>
                </c:pt>
                <c:pt idx="2234">
                  <c:v>538.89099999999996</c:v>
                </c:pt>
                <c:pt idx="2235">
                  <c:v>538.89200000000005</c:v>
                </c:pt>
                <c:pt idx="2236">
                  <c:v>538.89300000000003</c:v>
                </c:pt>
                <c:pt idx="2237">
                  <c:v>538.89400000000001</c:v>
                </c:pt>
                <c:pt idx="2238">
                  <c:v>538.89499999999998</c:v>
                </c:pt>
                <c:pt idx="2239">
                  <c:v>538.89599999999996</c:v>
                </c:pt>
                <c:pt idx="2240">
                  <c:v>538.89700000000005</c:v>
                </c:pt>
                <c:pt idx="2241">
                  <c:v>538.89800000000002</c:v>
                </c:pt>
                <c:pt idx="2242">
                  <c:v>538.899</c:v>
                </c:pt>
                <c:pt idx="2243">
                  <c:v>538.9</c:v>
                </c:pt>
                <c:pt idx="2244">
                  <c:v>538.90099999999995</c:v>
                </c:pt>
                <c:pt idx="2245">
                  <c:v>538.90200000000004</c:v>
                </c:pt>
                <c:pt idx="2246">
                  <c:v>538.90300000000002</c:v>
                </c:pt>
                <c:pt idx="2247">
                  <c:v>538.904</c:v>
                </c:pt>
                <c:pt idx="2248">
                  <c:v>538.90499999999997</c:v>
                </c:pt>
                <c:pt idx="2249">
                  <c:v>538.90599999999995</c:v>
                </c:pt>
                <c:pt idx="2250">
                  <c:v>538.90700000000004</c:v>
                </c:pt>
                <c:pt idx="2251">
                  <c:v>538.90800000000002</c:v>
                </c:pt>
                <c:pt idx="2252">
                  <c:v>538.90899999999999</c:v>
                </c:pt>
                <c:pt idx="2253">
                  <c:v>538.91</c:v>
                </c:pt>
                <c:pt idx="2254">
                  <c:v>538.91099999999994</c:v>
                </c:pt>
                <c:pt idx="2255">
                  <c:v>538.91200000000003</c:v>
                </c:pt>
                <c:pt idx="2256">
                  <c:v>538.91300000000001</c:v>
                </c:pt>
                <c:pt idx="2257">
                  <c:v>538.91399999999999</c:v>
                </c:pt>
                <c:pt idx="2258">
                  <c:v>538.91499999999996</c:v>
                </c:pt>
                <c:pt idx="2259">
                  <c:v>538.91600000000005</c:v>
                </c:pt>
                <c:pt idx="2260">
                  <c:v>538.91700000000003</c:v>
                </c:pt>
                <c:pt idx="2261">
                  <c:v>538.91800000000001</c:v>
                </c:pt>
                <c:pt idx="2262">
                  <c:v>538.91899999999998</c:v>
                </c:pt>
                <c:pt idx="2263">
                  <c:v>538.91999999999996</c:v>
                </c:pt>
                <c:pt idx="2264">
                  <c:v>538.92100000000005</c:v>
                </c:pt>
                <c:pt idx="2265">
                  <c:v>538.92200000000003</c:v>
                </c:pt>
                <c:pt idx="2266">
                  <c:v>538.923</c:v>
                </c:pt>
                <c:pt idx="2267">
                  <c:v>538.92399999999998</c:v>
                </c:pt>
                <c:pt idx="2268">
                  <c:v>538.92499999999995</c:v>
                </c:pt>
                <c:pt idx="2269">
                  <c:v>538.92600000000004</c:v>
                </c:pt>
                <c:pt idx="2270">
                  <c:v>538.92700000000002</c:v>
                </c:pt>
                <c:pt idx="2271">
                  <c:v>538.928</c:v>
                </c:pt>
                <c:pt idx="2272">
                  <c:v>538.92899999999997</c:v>
                </c:pt>
                <c:pt idx="2273">
                  <c:v>538.92999999999995</c:v>
                </c:pt>
                <c:pt idx="2274">
                  <c:v>538.93100000000004</c:v>
                </c:pt>
                <c:pt idx="2275">
                  <c:v>538.93200000000002</c:v>
                </c:pt>
                <c:pt idx="2276">
                  <c:v>538.93299999999999</c:v>
                </c:pt>
                <c:pt idx="2277">
                  <c:v>538.93399999999997</c:v>
                </c:pt>
                <c:pt idx="2278">
                  <c:v>538.93499999999995</c:v>
                </c:pt>
                <c:pt idx="2279">
                  <c:v>538.93600000000004</c:v>
                </c:pt>
                <c:pt idx="2280">
                  <c:v>538.93700000000001</c:v>
                </c:pt>
                <c:pt idx="2281">
                  <c:v>538.93799999999999</c:v>
                </c:pt>
                <c:pt idx="2282">
                  <c:v>538.93899999999996</c:v>
                </c:pt>
                <c:pt idx="2283">
                  <c:v>538.94000000000005</c:v>
                </c:pt>
                <c:pt idx="2284">
                  <c:v>538.94100000000003</c:v>
                </c:pt>
                <c:pt idx="2285">
                  <c:v>538.94200000000001</c:v>
                </c:pt>
                <c:pt idx="2286">
                  <c:v>538.94299999999998</c:v>
                </c:pt>
                <c:pt idx="2287">
                  <c:v>538.94399999999996</c:v>
                </c:pt>
                <c:pt idx="2288">
                  <c:v>538.94500000000005</c:v>
                </c:pt>
                <c:pt idx="2289">
                  <c:v>538.94600000000003</c:v>
                </c:pt>
                <c:pt idx="2290">
                  <c:v>538.947</c:v>
                </c:pt>
                <c:pt idx="2291">
                  <c:v>538.94799999999998</c:v>
                </c:pt>
                <c:pt idx="2292">
                  <c:v>538.94899999999996</c:v>
                </c:pt>
                <c:pt idx="2293">
                  <c:v>538.95000000000005</c:v>
                </c:pt>
                <c:pt idx="2294">
                  <c:v>538.95100000000002</c:v>
                </c:pt>
                <c:pt idx="2295">
                  <c:v>538.952</c:v>
                </c:pt>
                <c:pt idx="2296">
                  <c:v>538.95299999999997</c:v>
                </c:pt>
                <c:pt idx="2297">
                  <c:v>538.95399999999995</c:v>
                </c:pt>
                <c:pt idx="2298">
                  <c:v>538.95500000000004</c:v>
                </c:pt>
                <c:pt idx="2299">
                  <c:v>538.95600000000002</c:v>
                </c:pt>
                <c:pt idx="2300">
                  <c:v>538.95699999999999</c:v>
                </c:pt>
                <c:pt idx="2301">
                  <c:v>538.95799999999997</c:v>
                </c:pt>
                <c:pt idx="2302">
                  <c:v>538.95899999999995</c:v>
                </c:pt>
                <c:pt idx="2303">
                  <c:v>538.96</c:v>
                </c:pt>
                <c:pt idx="2304">
                  <c:v>538.96100000000001</c:v>
                </c:pt>
                <c:pt idx="2305">
                  <c:v>538.96199999999999</c:v>
                </c:pt>
                <c:pt idx="2306">
                  <c:v>538.96299999999997</c:v>
                </c:pt>
                <c:pt idx="2307">
                  <c:v>538.96400000000006</c:v>
                </c:pt>
                <c:pt idx="2308">
                  <c:v>538.96500000000003</c:v>
                </c:pt>
                <c:pt idx="2309">
                  <c:v>538.96600000000001</c:v>
                </c:pt>
                <c:pt idx="2310">
                  <c:v>538.96699999999998</c:v>
                </c:pt>
                <c:pt idx="2311">
                  <c:v>538.96799999999996</c:v>
                </c:pt>
                <c:pt idx="2312">
                  <c:v>538.96900000000005</c:v>
                </c:pt>
                <c:pt idx="2313">
                  <c:v>538.97</c:v>
                </c:pt>
                <c:pt idx="2314">
                  <c:v>538.971</c:v>
                </c:pt>
                <c:pt idx="2315">
                  <c:v>538.97199999999998</c:v>
                </c:pt>
                <c:pt idx="2316">
                  <c:v>538.97299999999996</c:v>
                </c:pt>
                <c:pt idx="2317">
                  <c:v>538.97400000000005</c:v>
                </c:pt>
                <c:pt idx="2318">
                  <c:v>538.97500000000002</c:v>
                </c:pt>
                <c:pt idx="2319">
                  <c:v>538.976</c:v>
                </c:pt>
                <c:pt idx="2320">
                  <c:v>538.97699999999998</c:v>
                </c:pt>
                <c:pt idx="2321">
                  <c:v>538.97799999999995</c:v>
                </c:pt>
                <c:pt idx="2322">
                  <c:v>538.97900000000004</c:v>
                </c:pt>
                <c:pt idx="2323">
                  <c:v>538.98</c:v>
                </c:pt>
                <c:pt idx="2324">
                  <c:v>538.98099999999999</c:v>
                </c:pt>
                <c:pt idx="2325">
                  <c:v>538.98199999999997</c:v>
                </c:pt>
                <c:pt idx="2326">
                  <c:v>538.98299999999995</c:v>
                </c:pt>
                <c:pt idx="2327">
                  <c:v>538.98400000000004</c:v>
                </c:pt>
                <c:pt idx="2328">
                  <c:v>538.98500000000001</c:v>
                </c:pt>
                <c:pt idx="2329">
                  <c:v>538.98599999999999</c:v>
                </c:pt>
                <c:pt idx="2330">
                  <c:v>538.98699999999997</c:v>
                </c:pt>
                <c:pt idx="2331">
                  <c:v>538.98800000000006</c:v>
                </c:pt>
                <c:pt idx="2332">
                  <c:v>538.98900000000003</c:v>
                </c:pt>
                <c:pt idx="2333">
                  <c:v>538.99</c:v>
                </c:pt>
                <c:pt idx="2334">
                  <c:v>538.99099999999999</c:v>
                </c:pt>
                <c:pt idx="2335">
                  <c:v>538.99199999999996</c:v>
                </c:pt>
                <c:pt idx="2336">
                  <c:v>538.99300000000005</c:v>
                </c:pt>
                <c:pt idx="2337">
                  <c:v>538.99400000000003</c:v>
                </c:pt>
                <c:pt idx="2338">
                  <c:v>538.995</c:v>
                </c:pt>
                <c:pt idx="2339">
                  <c:v>538.99599999999998</c:v>
                </c:pt>
                <c:pt idx="2340">
                  <c:v>538.99699999999996</c:v>
                </c:pt>
                <c:pt idx="2341">
                  <c:v>538.99800000000005</c:v>
                </c:pt>
                <c:pt idx="2342">
                  <c:v>538.99900000000002</c:v>
                </c:pt>
                <c:pt idx="2343">
                  <c:v>539</c:v>
                </c:pt>
                <c:pt idx="2344">
                  <c:v>539.00099999999998</c:v>
                </c:pt>
                <c:pt idx="2345">
                  <c:v>539.00199999999995</c:v>
                </c:pt>
                <c:pt idx="2346">
                  <c:v>539.00300000000004</c:v>
                </c:pt>
                <c:pt idx="2347">
                  <c:v>539.00400000000002</c:v>
                </c:pt>
                <c:pt idx="2348">
                  <c:v>539.005</c:v>
                </c:pt>
                <c:pt idx="2349">
                  <c:v>539.00599999999997</c:v>
                </c:pt>
                <c:pt idx="2350">
                  <c:v>539.00699999999995</c:v>
                </c:pt>
                <c:pt idx="2351">
                  <c:v>539.00800000000004</c:v>
                </c:pt>
                <c:pt idx="2352">
                  <c:v>539.00900000000001</c:v>
                </c:pt>
                <c:pt idx="2353">
                  <c:v>539.01</c:v>
                </c:pt>
                <c:pt idx="2354">
                  <c:v>539.01099999999997</c:v>
                </c:pt>
                <c:pt idx="2355">
                  <c:v>539.01199999999994</c:v>
                </c:pt>
                <c:pt idx="2356">
                  <c:v>539.01300000000003</c:v>
                </c:pt>
                <c:pt idx="2357">
                  <c:v>539.01400000000001</c:v>
                </c:pt>
                <c:pt idx="2358">
                  <c:v>539.01499999999999</c:v>
                </c:pt>
                <c:pt idx="2359">
                  <c:v>539.01599999999996</c:v>
                </c:pt>
                <c:pt idx="2360">
                  <c:v>539.01700000000005</c:v>
                </c:pt>
                <c:pt idx="2361">
                  <c:v>539.01800000000003</c:v>
                </c:pt>
                <c:pt idx="2362">
                  <c:v>539.01900000000001</c:v>
                </c:pt>
                <c:pt idx="2363">
                  <c:v>539.02</c:v>
                </c:pt>
                <c:pt idx="2364">
                  <c:v>539.02099999999996</c:v>
                </c:pt>
                <c:pt idx="2365">
                  <c:v>539.02200000000005</c:v>
                </c:pt>
                <c:pt idx="2366">
                  <c:v>539.02300000000002</c:v>
                </c:pt>
              </c:numCache>
              <c:extLst xmlns:c15="http://schemas.microsoft.com/office/drawing/2012/chart"/>
            </c:numRef>
          </c:xVal>
          <c:yVal>
            <c:numRef>
              <c:f>'Isotopic Distribution Modelling'!$C$2:$C$2368</c:f>
              <c:numCache>
                <c:formatCode>General</c:formatCode>
                <c:ptCount val="2367"/>
                <c:pt idx="0">
                  <c:v>1.7328175822697801E-8</c:v>
                </c:pt>
                <c:pt idx="1">
                  <c:v>2.2934855714012898E-8</c:v>
                </c:pt>
                <c:pt idx="2">
                  <c:v>3.0288431379289298E-8</c:v>
                </c:pt>
                <c:pt idx="3">
                  <c:v>3.9911233951896603E-8</c:v>
                </c:pt>
                <c:pt idx="4">
                  <c:v>5.2474841066044698E-8</c:v>
                </c:pt>
                <c:pt idx="5">
                  <c:v>6.8840610310821005E-8</c:v>
                </c:pt>
                <c:pt idx="6">
                  <c:v>9.0110602900945897E-8</c:v>
                </c:pt>
                <c:pt idx="7">
                  <c:v>1.17691387344587E-7</c:v>
                </c:pt>
                <c:pt idx="8">
                  <c:v>1.5337376286925397E-7</c:v>
                </c:pt>
                <c:pt idx="9">
                  <c:v>1.9943210187988499E-7</c:v>
                </c:pt>
                <c:pt idx="10">
                  <c:v>2.5874779865928202E-7</c:v>
                </c:pt>
                <c:pt idx="11">
                  <c:v>3.3496224934284297E-7</c:v>
                </c:pt>
                <c:pt idx="12">
                  <c:v>4.32665900133656E-7</c:v>
                </c:pt>
                <c:pt idx="13">
                  <c:v>5.5763121392768499E-7</c:v>
                </c:pt>
                <c:pt idx="14">
                  <c:v>7.1709895020787595E-7</c:v>
                </c:pt>
                <c:pt idx="15">
                  <c:v>9.2012896258899009E-7</c:v>
                </c:pt>
                <c:pt idx="16">
                  <c:v>1.1780288292344501E-6</c:v>
                </c:pt>
                <c:pt idx="17">
                  <c:v>1.50487608304572E-6</c:v>
                </c:pt>
                <c:pt idx="18">
                  <c:v>1.9181526433965198E-6</c:v>
                </c:pt>
                <c:pt idx="19">
                  <c:v>2.4395133140723598E-6</c:v>
                </c:pt>
                <c:pt idx="20">
                  <c:v>3.0957139497405202E-6</c:v>
                </c:pt>
                <c:pt idx="21">
                  <c:v>3.9197291536719497E-6</c:v>
                </c:pt>
                <c:pt idx="22">
                  <c:v>4.9520942007219394E-6</c:v>
                </c:pt>
                <c:pt idx="23">
                  <c:v>6.24251132885234E-6</c:v>
                </c:pt>
                <c:pt idx="24">
                  <c:v>7.8517666541983991E-6</c:v>
                </c:pt>
                <c:pt idx="25">
                  <c:v>9.8540107787298891E-6</c:v>
                </c:pt>
                <c:pt idx="26">
                  <c:v>1.23394637089238E-5</c:v>
                </c:pt>
                <c:pt idx="27">
                  <c:v>1.54176130119343E-5</c:v>
                </c:pt>
                <c:pt idx="28">
                  <c:v>1.9220983213140901E-5</c:v>
                </c:pt>
                <c:pt idx="29">
                  <c:v>2.3909564279942699E-5</c:v>
                </c:pt>
                <c:pt idx="30">
                  <c:v>2.96759976151475E-5</c:v>
                </c:pt>
                <c:pt idx="31">
                  <c:v>3.67516292483384E-5</c:v>
                </c:pt>
                <c:pt idx="32">
                  <c:v>4.5413551784614806E-5</c:v>
                </c:pt>
                <c:pt idx="33">
                  <c:v>5.5992769031718503E-5</c:v>
                </c:pt>
                <c:pt idx="34">
                  <c:v>6.8883629923193398E-5</c:v>
                </c:pt>
                <c:pt idx="35">
                  <c:v>8.4554691185632902E-5</c:v>
                </c:pt>
                <c:pt idx="36">
                  <c:v>1.0356118090979499E-4</c:v>
                </c:pt>
                <c:pt idx="37">
                  <c:v>1.2655924746950801E-4</c:v>
                </c:pt>
                <c:pt idx="38">
                  <c:v>1.5432218971862E-4</c:v>
                </c:pt>
                <c:pt idx="39">
                  <c:v>1.8775887464907498E-4</c:v>
                </c:pt>
                <c:pt idx="40">
                  <c:v>2.2793455720805498E-4</c:v>
                </c:pt>
                <c:pt idx="41">
                  <c:v>2.7609432317403701E-4</c:v>
                </c:pt>
                <c:pt idx="42">
                  <c:v>3.3368937923447599E-4</c:v>
                </c:pt>
                <c:pt idx="43">
                  <c:v>4.0240641397664296E-4</c:v>
                </c:pt>
                <c:pt idx="44">
                  <c:v>4.84200248617548E-4</c:v>
                </c:pt>
                <c:pt idx="45">
                  <c:v>5.8132998612065996E-4</c:v>
                </c:pt>
                <c:pt idx="46">
                  <c:v>6.9639885098986309E-4</c:v>
                </c:pt>
                <c:pt idx="47">
                  <c:v>8.32397888574125E-4</c:v>
                </c:pt>
                <c:pt idx="48">
                  <c:v>9.9275366122200605E-4</c:v>
                </c:pt>
                <c:pt idx="49">
                  <c:v>1.18138003816052E-3</c:v>
                </c:pt>
                <c:pt idx="50">
                  <c:v>1.40273412563546E-3</c:v>
                </c:pt>
                <c:pt idx="51">
                  <c:v>1.66187632279817E-3</c:v>
                </c:pt>
                <c:pt idx="52">
                  <c:v>1.9645344163097002E-3</c:v>
                </c:pt>
                <c:pt idx="53">
                  <c:v>2.3171715420432599E-3</c:v>
                </c:pt>
                <c:pt idx="54">
                  <c:v>2.7270577451600298E-3</c:v>
                </c:pt>
                <c:pt idx="55">
                  <c:v>3.20234475999203E-3</c:v>
                </c:pt>
                <c:pt idx="56">
                  <c:v>3.7521435086332001E-3</c:v>
                </c:pt>
                <c:pt idx="57">
                  <c:v>4.3866036822756598E-3</c:v>
                </c:pt>
                <c:pt idx="58">
                  <c:v>5.1169946228503604E-3</c:v>
                </c:pt>
                <c:pt idx="59">
                  <c:v>5.9557865655635103E-3</c:v>
                </c:pt>
                <c:pt idx="60">
                  <c:v>6.9167311370341104E-3</c:v>
                </c:pt>
                <c:pt idx="61">
                  <c:v>8.0149398309846201E-3</c:v>
                </c:pt>
                <c:pt idx="62">
                  <c:v>9.2669590063817302E-3</c:v>
                </c:pt>
                <c:pt idx="63">
                  <c:v>1.06908397746574E-2</c:v>
                </c:pt>
                <c:pt idx="64">
                  <c:v>1.23062009667902E-2</c:v>
                </c:pt>
                <c:pt idx="65">
                  <c:v>1.41342832017455E-2</c:v>
                </c:pt>
                <c:pt idx="66">
                  <c:v>1.6197991919716201E-2</c:v>
                </c:pt>
                <c:pt idx="67">
                  <c:v>1.8521927101886701E-2</c:v>
                </c:pt>
                <c:pt idx="68">
                  <c:v>2.1132397278573502E-2</c:v>
                </c:pt>
                <c:pt idx="69">
                  <c:v>2.4057415335400401E-2</c:v>
                </c:pt>
                <c:pt idx="70">
                  <c:v>2.7326673568674603E-2</c:v>
                </c:pt>
                <c:pt idx="71">
                  <c:v>3.0971495422460801E-2</c:v>
                </c:pt>
                <c:pt idx="72">
                  <c:v>3.5024761367049198E-2</c:v>
                </c:pt>
                <c:pt idx="73">
                  <c:v>3.9520806457397903E-2</c:v>
                </c:pt>
                <c:pt idx="74">
                  <c:v>4.4495287246111202E-2</c:v>
                </c:pt>
                <c:pt idx="75">
                  <c:v>4.9985015923373705E-2</c:v>
                </c:pt>
                <c:pt idx="76">
                  <c:v>5.6027759819983397E-2</c:v>
                </c:pt>
                <c:pt idx="77">
                  <c:v>6.2662004742153096E-2</c:v>
                </c:pt>
                <c:pt idx="78">
                  <c:v>6.9926681009801497E-2</c:v>
                </c:pt>
                <c:pt idx="79">
                  <c:v>7.7860851543891108E-2</c:v>
                </c:pt>
                <c:pt idx="80">
                  <c:v>8.6503361891661898E-2</c:v>
                </c:pt>
                <c:pt idx="81">
                  <c:v>9.5892452688195795E-2</c:v>
                </c:pt>
                <c:pt idx="82">
                  <c:v>0.10606533572360201</c:v>
                </c:pt>
                <c:pt idx="83">
                  <c:v>0.11705773551014101</c:v>
                </c:pt>
                <c:pt idx="84">
                  <c:v>0.128903399013683</c:v>
                </c:pt>
                <c:pt idx="85">
                  <c:v>0.141633577017868</c:v>
                </c:pt>
                <c:pt idx="86">
                  <c:v>0.15527648141391398</c:v>
                </c:pt>
                <c:pt idx="87">
                  <c:v>0.16985672353925899</c:v>
                </c:pt>
                <c:pt idx="88">
                  <c:v>0.18539473950729199</c:v>
                </c:pt>
                <c:pt idx="89">
                  <c:v>0.20190620926010802</c:v>
                </c:pt>
                <c:pt idx="90">
                  <c:v>0.21940147681730701</c:v>
                </c:pt>
                <c:pt idx="91">
                  <c:v>0.23788497986623799</c:v>
                </c:pt>
                <c:pt idx="92">
                  <c:v>0.25735469742240702</c:v>
                </c:pt>
                <c:pt idx="93">
                  <c:v>0.277801624763025</c:v>
                </c:pt>
                <c:pt idx="94">
                  <c:v>0.29920928518231099</c:v>
                </c:pt>
                <c:pt idx="95">
                  <c:v>0.32155328831614099</c:v>
                </c:pt>
                <c:pt idx="96">
                  <c:v>0.34480094481970297</c:v>
                </c:pt>
                <c:pt idx="97">
                  <c:v>0.36891094704102301</c:v>
                </c:pt>
                <c:pt idx="98">
                  <c:v>0.393833125004725</c:v>
                </c:pt>
                <c:pt idx="99">
                  <c:v>0.41950828649675204</c:v>
                </c:pt>
                <c:pt idx="100">
                  <c:v>0.44586814931839103</c:v>
                </c:pt>
                <c:pt idx="101">
                  <c:v>0.47283537285766597</c:v>
                </c:pt>
                <c:pt idx="102">
                  <c:v>0.50032369501323504</c:v>
                </c:pt>
                <c:pt idx="103">
                  <c:v>0.528238179210475</c:v>
                </c:pt>
                <c:pt idx="104">
                  <c:v>0.556475574786365</c:v>
                </c:pt>
                <c:pt idx="105">
                  <c:v>0.58492479240867201</c:v>
                </c:pt>
                <c:pt idx="106">
                  <c:v>0.61346749446008697</c:v>
                </c:pt>
                <c:pt idx="107">
                  <c:v>0.64197879848766604</c:v>
                </c:pt>
                <c:pt idx="108">
                  <c:v>0.67032808992445492</c:v>
                </c:pt>
                <c:pt idx="109">
                  <c:v>0.69837993836873191</c:v>
                </c:pt>
                <c:pt idx="110">
                  <c:v>0.72599510979469895</c:v>
                </c:pt>
                <c:pt idx="111">
                  <c:v>0.75303166520600395</c:v>
                </c:pt>
                <c:pt idx="112">
                  <c:v>0.77934613447027601</c:v>
                </c:pt>
                <c:pt idx="113">
                  <c:v>0.80479475242869403</c:v>
                </c:pt>
                <c:pt idx="114">
                  <c:v>0.82923474289812005</c:v>
                </c:pt>
                <c:pt idx="115">
                  <c:v>0.85252563491077293</c:v>
                </c:pt>
                <c:pt idx="116">
                  <c:v>0.87453059450094695</c:v>
                </c:pt>
                <c:pt idx="117">
                  <c:v>0.89511775457878495</c:v>
                </c:pt>
                <c:pt idx="118">
                  <c:v>0.91416152495149705</c:v>
                </c:pt>
                <c:pt idx="119">
                  <c:v>0.93154386438082593</c:v>
                </c:pt>
                <c:pt idx="120">
                  <c:v>0.94715549671369403</c:v>
                </c:pt>
                <c:pt idx="121">
                  <c:v>0.96089705359580502</c:v>
                </c:pt>
                <c:pt idx="122">
                  <c:v>0.97268012707314</c:v>
                </c:pt>
                <c:pt idx="123">
                  <c:v>0.98242821649449696</c:v>
                </c:pt>
                <c:pt idx="124">
                  <c:v>0.990077555532616</c:v>
                </c:pt>
                <c:pt idx="125">
                  <c:v>0.99557780681871089</c:v>
                </c:pt>
                <c:pt idx="126">
                  <c:v>0.99889261360535397</c:v>
                </c:pt>
                <c:pt idx="127">
                  <c:v>1</c:v>
                </c:pt>
                <c:pt idx="128">
                  <c:v>0.99889261360535397</c:v>
                </c:pt>
                <c:pt idx="129">
                  <c:v>0.99557780681871089</c:v>
                </c:pt>
                <c:pt idx="130">
                  <c:v>0.990077555532616</c:v>
                </c:pt>
                <c:pt idx="131">
                  <c:v>0.98242821649449696</c:v>
                </c:pt>
                <c:pt idx="132">
                  <c:v>0.97268012707314</c:v>
                </c:pt>
                <c:pt idx="133">
                  <c:v>0.96089705359580502</c:v>
                </c:pt>
                <c:pt idx="134">
                  <c:v>0.94715549671369403</c:v>
                </c:pt>
                <c:pt idx="135">
                  <c:v>0.93154386438082593</c:v>
                </c:pt>
                <c:pt idx="136">
                  <c:v>0.91416152495149705</c:v>
                </c:pt>
                <c:pt idx="137">
                  <c:v>0.89511775457878495</c:v>
                </c:pt>
                <c:pt idx="138">
                  <c:v>0.87453059450094695</c:v>
                </c:pt>
                <c:pt idx="139">
                  <c:v>0.85252563491077293</c:v>
                </c:pt>
                <c:pt idx="140">
                  <c:v>0.82923474289812005</c:v>
                </c:pt>
                <c:pt idx="141">
                  <c:v>0.80479475242869403</c:v>
                </c:pt>
                <c:pt idx="142">
                  <c:v>0.77934613447027601</c:v>
                </c:pt>
                <c:pt idx="143">
                  <c:v>0.75303166520600395</c:v>
                </c:pt>
                <c:pt idx="144">
                  <c:v>0.72599510979469895</c:v>
                </c:pt>
                <c:pt idx="145">
                  <c:v>0.69837993836873191</c:v>
                </c:pt>
                <c:pt idx="146">
                  <c:v>0.67032808992445492</c:v>
                </c:pt>
                <c:pt idx="147">
                  <c:v>0.64197879848766604</c:v>
                </c:pt>
                <c:pt idx="148">
                  <c:v>0.61346749446008697</c:v>
                </c:pt>
                <c:pt idx="149">
                  <c:v>0.58492479240867201</c:v>
                </c:pt>
                <c:pt idx="150">
                  <c:v>0.556475574786365</c:v>
                </c:pt>
                <c:pt idx="151">
                  <c:v>0.528238179210475</c:v>
                </c:pt>
                <c:pt idx="152">
                  <c:v>0.50032369501323504</c:v>
                </c:pt>
                <c:pt idx="153">
                  <c:v>0.47283537285766597</c:v>
                </c:pt>
                <c:pt idx="154">
                  <c:v>0.44586814931839103</c:v>
                </c:pt>
                <c:pt idx="155">
                  <c:v>0.41950828649675204</c:v>
                </c:pt>
                <c:pt idx="156">
                  <c:v>0.393833125004725</c:v>
                </c:pt>
                <c:pt idx="157">
                  <c:v>0.36891094704102301</c:v>
                </c:pt>
                <c:pt idx="158">
                  <c:v>0.34480094481970297</c:v>
                </c:pt>
                <c:pt idx="159">
                  <c:v>0.32155328831614099</c:v>
                </c:pt>
                <c:pt idx="160">
                  <c:v>0.29920928518231099</c:v>
                </c:pt>
                <c:pt idx="161">
                  <c:v>0.277801624763025</c:v>
                </c:pt>
                <c:pt idx="162">
                  <c:v>0.25735469742240702</c:v>
                </c:pt>
                <c:pt idx="163">
                  <c:v>0.23788497986623799</c:v>
                </c:pt>
                <c:pt idx="164">
                  <c:v>0.21940147681730701</c:v>
                </c:pt>
                <c:pt idx="165">
                  <c:v>0.20190620926010802</c:v>
                </c:pt>
                <c:pt idx="166">
                  <c:v>0.18539473950729199</c:v>
                </c:pt>
                <c:pt idx="167">
                  <c:v>0.16985672353925899</c:v>
                </c:pt>
                <c:pt idx="168">
                  <c:v>0.15527648141391398</c:v>
                </c:pt>
                <c:pt idx="169">
                  <c:v>0.141633577017868</c:v>
                </c:pt>
                <c:pt idx="170">
                  <c:v>0.128903399013683</c:v>
                </c:pt>
                <c:pt idx="171">
                  <c:v>0.11705773551014101</c:v>
                </c:pt>
                <c:pt idx="172">
                  <c:v>0.10606533572360201</c:v>
                </c:pt>
                <c:pt idx="173">
                  <c:v>9.5892452688195795E-2</c:v>
                </c:pt>
                <c:pt idx="174">
                  <c:v>8.6503361891661898E-2</c:v>
                </c:pt>
                <c:pt idx="175">
                  <c:v>7.7860851543891108E-2</c:v>
                </c:pt>
                <c:pt idx="176">
                  <c:v>6.9926681009801497E-2</c:v>
                </c:pt>
                <c:pt idx="177">
                  <c:v>6.2662004742153096E-2</c:v>
                </c:pt>
                <c:pt idx="178">
                  <c:v>5.6027759819983397E-2</c:v>
                </c:pt>
                <c:pt idx="179">
                  <c:v>4.9985015923373705E-2</c:v>
                </c:pt>
                <c:pt idx="180">
                  <c:v>4.4495287246111202E-2</c:v>
                </c:pt>
                <c:pt idx="181">
                  <c:v>3.9520806457397903E-2</c:v>
                </c:pt>
                <c:pt idx="182">
                  <c:v>3.5024761367049198E-2</c:v>
                </c:pt>
                <c:pt idx="183">
                  <c:v>3.0971495422460801E-2</c:v>
                </c:pt>
                <c:pt idx="184">
                  <c:v>2.7326673568674603E-2</c:v>
                </c:pt>
                <c:pt idx="185">
                  <c:v>2.4057415335400401E-2</c:v>
                </c:pt>
                <c:pt idx="186">
                  <c:v>2.1132397278573502E-2</c:v>
                </c:pt>
                <c:pt idx="187">
                  <c:v>1.8521927101886701E-2</c:v>
                </c:pt>
                <c:pt idx="188">
                  <c:v>1.6197991919716201E-2</c:v>
                </c:pt>
                <c:pt idx="189">
                  <c:v>1.41342832017455E-2</c:v>
                </c:pt>
                <c:pt idx="190">
                  <c:v>1.23062009667902E-2</c:v>
                </c:pt>
                <c:pt idx="191">
                  <c:v>1.06908397746574E-2</c:v>
                </c:pt>
                <c:pt idx="192">
                  <c:v>9.2669590063817302E-3</c:v>
                </c:pt>
                <c:pt idx="193">
                  <c:v>8.0149398309846201E-3</c:v>
                </c:pt>
                <c:pt idx="194">
                  <c:v>6.9167311370341104E-3</c:v>
                </c:pt>
                <c:pt idx="195">
                  <c:v>5.9557865655635103E-3</c:v>
                </c:pt>
                <c:pt idx="196">
                  <c:v>5.1169946228503604E-3</c:v>
                </c:pt>
                <c:pt idx="197">
                  <c:v>4.3866036822756598E-3</c:v>
                </c:pt>
                <c:pt idx="198">
                  <c:v>3.7521435086332001E-3</c:v>
                </c:pt>
                <c:pt idx="199">
                  <c:v>3.20234475999203E-3</c:v>
                </c:pt>
                <c:pt idx="200">
                  <c:v>2.7270577451600298E-3</c:v>
                </c:pt>
                <c:pt idx="201">
                  <c:v>2.3171715420432599E-3</c:v>
                </c:pt>
                <c:pt idx="202">
                  <c:v>1.9645344163097002E-3</c:v>
                </c:pt>
                <c:pt idx="203">
                  <c:v>1.66187632279817E-3</c:v>
                </c:pt>
                <c:pt idx="204">
                  <c:v>1.40273412563546E-3</c:v>
                </c:pt>
                <c:pt idx="205">
                  <c:v>1.18138003816052E-3</c:v>
                </c:pt>
                <c:pt idx="206">
                  <c:v>9.9275366122200605E-4</c:v>
                </c:pt>
                <c:pt idx="207">
                  <c:v>8.32397888574125E-4</c:v>
                </c:pt>
                <c:pt idx="208">
                  <c:v>6.9639885098986309E-4</c:v>
                </c:pt>
                <c:pt idx="209">
                  <c:v>5.8132998612065996E-4</c:v>
                </c:pt>
                <c:pt idx="210">
                  <c:v>4.84200248617548E-4</c:v>
                </c:pt>
                <c:pt idx="211">
                  <c:v>4.0240641397664296E-4</c:v>
                </c:pt>
                <c:pt idx="212">
                  <c:v>3.3368937923447599E-4</c:v>
                </c:pt>
                <c:pt idx="213">
                  <c:v>2.7609432317403701E-4</c:v>
                </c:pt>
                <c:pt idx="214">
                  <c:v>2.2793455720805498E-4</c:v>
                </c:pt>
                <c:pt idx="215">
                  <c:v>1.8775887464907498E-4</c:v>
                </c:pt>
                <c:pt idx="216">
                  <c:v>1.5432218971862E-4</c:v>
                </c:pt>
                <c:pt idx="217">
                  <c:v>1.2655924746950801E-4</c:v>
                </c:pt>
                <c:pt idx="218">
                  <c:v>1.0356118090979499E-4</c:v>
                </c:pt>
                <c:pt idx="219">
                  <c:v>8.4554691185632902E-5</c:v>
                </c:pt>
                <c:pt idx="220">
                  <c:v>6.8883629923193398E-5</c:v>
                </c:pt>
                <c:pt idx="221">
                  <c:v>5.5992769031718503E-5</c:v>
                </c:pt>
                <c:pt idx="222">
                  <c:v>4.5413551784614806E-5</c:v>
                </c:pt>
                <c:pt idx="223">
                  <c:v>3.67516292483384E-5</c:v>
                </c:pt>
                <c:pt idx="224">
                  <c:v>2.96759976151475E-5</c:v>
                </c:pt>
                <c:pt idx="225">
                  <c:v>2.3909564279942699E-5</c:v>
                </c:pt>
                <c:pt idx="226">
                  <c:v>1.9220983213140901E-5</c:v>
                </c:pt>
                <c:pt idx="227">
                  <c:v>1.54176130119343E-5</c:v>
                </c:pt>
                <c:pt idx="228">
                  <c:v>1.23394637089238E-5</c:v>
                </c:pt>
                <c:pt idx="229">
                  <c:v>9.8540107787298891E-6</c:v>
                </c:pt>
                <c:pt idx="230">
                  <c:v>7.8517666541983991E-6</c:v>
                </c:pt>
                <c:pt idx="231">
                  <c:v>6.24251132885234E-6</c:v>
                </c:pt>
                <c:pt idx="232">
                  <c:v>4.9520942007219394E-6</c:v>
                </c:pt>
                <c:pt idx="233">
                  <c:v>3.9197291536719497E-6</c:v>
                </c:pt>
                <c:pt idx="234">
                  <c:v>3.0957139497405202E-6</c:v>
                </c:pt>
                <c:pt idx="235">
                  <c:v>2.4395133140723598E-6</c:v>
                </c:pt>
                <c:pt idx="236">
                  <c:v>1.9181526433965198E-6</c:v>
                </c:pt>
                <c:pt idx="237">
                  <c:v>1.50487608304572E-6</c:v>
                </c:pt>
                <c:pt idx="238">
                  <c:v>1.1780288292344501E-6</c:v>
                </c:pt>
                <c:pt idx="239">
                  <c:v>9.2012896258899009E-7</c:v>
                </c:pt>
                <c:pt idx="240">
                  <c:v>7.1709895020787595E-7</c:v>
                </c:pt>
                <c:pt idx="241">
                  <c:v>5.5763121392768499E-7</c:v>
                </c:pt>
                <c:pt idx="242">
                  <c:v>4.32665900133656E-7</c:v>
                </c:pt>
                <c:pt idx="243">
                  <c:v>3.3496224934284297E-7</c:v>
                </c:pt>
                <c:pt idx="244">
                  <c:v>2.5874779865928202E-7</c:v>
                </c:pt>
                <c:pt idx="245">
                  <c:v>1.9943210187988499E-7</c:v>
                </c:pt>
                <c:pt idx="246">
                  <c:v>1.5337376286925397E-7</c:v>
                </c:pt>
                <c:pt idx="247">
                  <c:v>1.17691387344587E-7</c:v>
                </c:pt>
                <c:pt idx="248">
                  <c:v>9.0110602900945897E-8</c:v>
                </c:pt>
                <c:pt idx="249">
                  <c:v>6.8840610310821005E-8</c:v>
                </c:pt>
                <c:pt idx="250">
                  <c:v>5.2474841066044698E-8</c:v>
                </c:pt>
                <c:pt idx="251">
                  <c:v>3.9911233951896603E-8</c:v>
                </c:pt>
                <c:pt idx="252">
                  <c:v>3.0288431379289298E-8</c:v>
                </c:pt>
                <c:pt idx="253">
                  <c:v>2.2934855714012898E-8</c:v>
                </c:pt>
                <c:pt idx="254">
                  <c:v>1.7328175822697801E-8</c:v>
                </c:pt>
                <c:pt idx="255">
                  <c:v>9.4963207010708705E-9</c:v>
                </c:pt>
                <c:pt idx="256">
                  <c:v>5.5803931402574003E-9</c:v>
                </c:pt>
                <c:pt idx="257">
                  <c:v>3.6224293598506702E-9</c:v>
                </c:pt>
                <c:pt idx="258">
                  <c:v>2.6434474696472998E-9</c:v>
                </c:pt>
                <c:pt idx="259">
                  <c:v>2.1539565245456198E-9</c:v>
                </c:pt>
                <c:pt idx="260">
                  <c:v>1.9092110519947802E-9</c:v>
                </c:pt>
                <c:pt idx="261">
                  <c:v>1.7868383157193601E-9</c:v>
                </c:pt>
                <c:pt idx="262">
                  <c:v>1.7256519475816499E-9</c:v>
                </c:pt>
                <c:pt idx="263">
                  <c:v>1.69505876351279E-9</c:v>
                </c:pt>
                <c:pt idx="264">
                  <c:v>1.6644655794439399E-9</c:v>
                </c:pt>
                <c:pt idx="265">
                  <c:v>2.2030176918844502E-9</c:v>
                </c:pt>
                <c:pt idx="266">
                  <c:v>2.9093686491881398E-9</c:v>
                </c:pt>
                <c:pt idx="267">
                  <c:v>3.8336911989922101E-9</c:v>
                </c:pt>
                <c:pt idx="268">
                  <c:v>5.0404940274679495E-9</c:v>
                </c:pt>
                <c:pt idx="269">
                  <c:v>6.6125152181446298E-9</c:v>
                </c:pt>
                <c:pt idx="270">
                  <c:v>8.6556137475880307E-9</c:v>
                </c:pt>
                <c:pt idx="271">
                  <c:v>1.1304898174883E-8</c:v>
                </c:pt>
                <c:pt idx="272">
                  <c:v>1.47323845105078E-8</c:v>
                </c:pt>
                <c:pt idx="273">
                  <c:v>1.9156538600007401E-8</c:v>
                </c:pt>
                <c:pt idx="274">
                  <c:v>2.4854134043419099E-8</c:v>
                </c:pt>
                <c:pt idx="275">
                  <c:v>3.2174946754290203E-8</c:v>
                </c:pt>
                <c:pt idx="276">
                  <c:v>4.1559914069447499E-8</c:v>
                </c:pt>
                <c:pt idx="277">
                  <c:v>5.3563512461040297E-8</c:v>
                </c:pt>
                <c:pt idx="278">
                  <c:v>6.8881256278167402E-8</c:v>
                </c:pt>
                <c:pt idx="279">
                  <c:v>8.8383393759932008E-8</c:v>
                </c:pt>
                <c:pt idx="280">
                  <c:v>1.13156079319382E-7</c:v>
                </c:pt>
                <c:pt idx="281">
                  <c:v>1.44551536594926E-7</c:v>
                </c:pt>
                <c:pt idx="282">
                  <c:v>1.84248999070685E-7</c:v>
                </c:pt>
                <c:pt idx="283">
                  <c:v>2.3432852848537599E-7</c:v>
                </c:pt>
                <c:pt idx="284">
                  <c:v>2.9736017027240203E-7</c:v>
                </c:pt>
                <c:pt idx="285">
                  <c:v>3.76511314508011E-7</c:v>
                </c:pt>
                <c:pt idx="286">
                  <c:v>4.7567559491569904E-7</c:v>
                </c:pt>
                <c:pt idx="287">
                  <c:v>5.9962718190759302E-7</c:v>
                </c:pt>
                <c:pt idx="288">
                  <c:v>7.5420491270755409E-7</c:v>
                </c:pt>
                <c:pt idx="289">
                  <c:v>9.46531356127013E-7</c:v>
                </c:pt>
                <c:pt idx="290">
                  <c:v>1.18527263472236E-6</c:v>
                </c:pt>
                <c:pt idx="291">
                  <c:v>1.4809456250979101E-6</c:v>
                </c:pt>
                <c:pt idx="292">
                  <c:v>1.8462800290516602E-6</c:v>
                </c:pt>
                <c:pt idx="293">
                  <c:v>2.2966437535414501E-6</c:v>
                </c:pt>
                <c:pt idx="294">
                  <c:v>2.8505410535696701E-6</c:v>
                </c:pt>
                <c:pt idx="295">
                  <c:v>3.5301939741525901E-6</c:v>
                </c:pt>
                <c:pt idx="296">
                  <c:v>4.3622187678159099E-6</c:v>
                </c:pt>
                <c:pt idx="297">
                  <c:v>5.3784101514581696E-6</c:v>
                </c:pt>
                <c:pt idx="298">
                  <c:v>6.6166474860052304E-6</c:v>
                </c:pt>
                <c:pt idx="299">
                  <c:v>8.1219381947087391E-6</c:v>
                </c:pt>
                <c:pt idx="300">
                  <c:v>9.947614956972641E-6</c:v>
                </c:pt>
                <c:pt idx="301">
                  <c:v>1.2156704394549901E-5</c:v>
                </c:pt>
                <c:pt idx="302">
                  <c:v>1.4823486070276401E-5</c:v>
                </c:pt>
                <c:pt idx="303">
                  <c:v>1.8035261604349202E-5</c:v>
                </c:pt>
                <c:pt idx="304">
                  <c:v>2.1894354531055101E-5</c:v>
                </c:pt>
                <c:pt idx="305">
                  <c:v>2.6520362114580001E-5</c:v>
                </c:pt>
                <c:pt idx="306">
                  <c:v>3.2052680654029102E-5</c:v>
                </c:pt>
                <c:pt idx="307">
                  <c:v>3.8653325766365202E-5</c:v>
                </c:pt>
                <c:pt idx="308">
                  <c:v>4.6510068666687401E-5</c:v>
                </c:pt>
                <c:pt idx="309">
                  <c:v>5.5839908487598503E-5</c:v>
                </c:pt>
                <c:pt idx="310">
                  <c:v>6.6892899108203494E-5</c:v>
                </c:pt>
                <c:pt idx="311">
                  <c:v>7.9956346710114088E-5</c:v>
                </c:pt>
                <c:pt idx="312">
                  <c:v>9.5359391252628501E-5</c:v>
                </c:pt>
                <c:pt idx="313">
                  <c:v>1.1347798117241201E-4</c:v>
                </c:pt>
                <c:pt idx="314">
                  <c:v>1.34740245777822E-4</c:v>
                </c:pt>
                <c:pt idx="315">
                  <c:v>1.59632263943624E-4</c:v>
                </c:pt>
                <c:pt idx="316">
                  <c:v>1.8870422074649803E-4</c:v>
                </c:pt>
                <c:pt idx="317">
                  <c:v>2.2257693555636899E-4</c:v>
                </c:pt>
                <c:pt idx="318">
                  <c:v>2.6194873577109099E-4</c:v>
                </c:pt>
                <c:pt idx="319">
                  <c:v>3.0760263983110701E-4</c:v>
                </c:pt>
                <c:pt idx="320">
                  <c:v>3.6041380138083395E-4</c:v>
                </c:pt>
                <c:pt idx="321">
                  <c:v>4.21357153489059E-4</c:v>
                </c:pt>
                <c:pt idx="322">
                  <c:v>4.9151517777063598E-4</c:v>
                </c:pt>
                <c:pt idx="323">
                  <c:v>5.7208570817419903E-4</c:v>
                </c:pt>
                <c:pt idx="324">
                  <c:v>6.6438966326629902E-4</c:v>
                </c:pt>
                <c:pt idx="325">
                  <c:v>7.6987858424852607E-4</c:v>
                </c:pt>
                <c:pt idx="326">
                  <c:v>8.9014183893702901E-4</c:v>
                </c:pt>
                <c:pt idx="327">
                  <c:v>1.0269133348103899E-3</c:v>
                </c:pt>
                <c:pt idx="328">
                  <c:v>1.18207756734043E-3</c:v>
                </c:pt>
                <c:pt idx="329">
                  <c:v>1.35767481356011E-3</c:v>
                </c:pt>
                <c:pt idx="330">
                  <c:v>1.5559052656404302E-3</c:v>
                </c:pt>
                <c:pt idx="331">
                  <c:v>1.7791318856355302E-3</c:v>
                </c:pt>
                <c:pt idx="332">
                  <c:v>2.0298817510407798E-3</c:v>
                </c:pt>
                <c:pt idx="333">
                  <c:v>2.3108456519531401E-3</c:v>
                </c:pt>
                <c:pt idx="334">
                  <c:v>2.62487569500422E-3</c:v>
                </c:pt>
                <c:pt idx="335">
                  <c:v>2.97498066744371E-3</c:v>
                </c:pt>
                <c:pt idx="336">
                  <c:v>3.3643189173628201E-3</c:v>
                </c:pt>
                <c:pt idx="337">
                  <c:v>3.7961885136252697E-3</c:v>
                </c:pt>
                <c:pt idx="338">
                  <c:v>4.2740144621346799E-3</c:v>
                </c:pt>
                <c:pt idx="339">
                  <c:v>4.8013327740726803E-3</c:v>
                </c:pt>
                <c:pt idx="340">
                  <c:v>5.3817712070742098E-3</c:v>
                </c:pt>
                <c:pt idx="341">
                  <c:v>6.0190265322474399E-3</c:v>
                </c:pt>
                <c:pt idx="342">
                  <c:v>6.7168382186607997E-3</c:v>
                </c:pt>
                <c:pt idx="343">
                  <c:v>7.4789584724345506E-3</c:v>
                </c:pt>
                <c:pt idx="344">
                  <c:v>8.3091186197600201E-3</c:v>
                </c:pt>
                <c:pt idx="345">
                  <c:v>9.2109918817241607E-3</c:v>
                </c:pt>
                <c:pt idx="346">
                  <c:v>1.0188152653255799E-2</c:v>
                </c:pt>
                <c:pt idx="347">
                  <c:v>1.12440324681532E-2</c:v>
                </c:pt>
                <c:pt idx="348">
                  <c:v>1.2381872906123298E-2</c:v>
                </c:pt>
                <c:pt idx="349">
                  <c:v>1.36046757749865E-2</c:v>
                </c:pt>
                <c:pt idx="350">
                  <c:v>1.4915150980409899E-2</c:v>
                </c:pt>
                <c:pt idx="351">
                  <c:v>1.6315662575277601E-2</c:v>
                </c:pt>
                <c:pt idx="352">
                  <c:v>1.78081735594844E-2</c:v>
                </c:pt>
                <c:pt idx="353">
                  <c:v>1.9394190076790899E-2</c:v>
                </c:pt>
                <c:pt idx="354">
                  <c:v>2.1074705726567399E-2</c:v>
                </c:pt>
                <c:pt idx="355">
                  <c:v>2.2850146772831099E-2</c:v>
                </c:pt>
                <c:pt idx="356">
                  <c:v>2.4720319089024299E-2</c:v>
                </c:pt>
                <c:pt idx="357">
                  <c:v>2.66843577225238E-2</c:v>
                </c:pt>
                <c:pt idx="358">
                  <c:v>2.8740679996080799E-2</c:v>
                </c:pt>
                <c:pt idx="359">
                  <c:v>3.0886943082500503E-2</c:v>
                </c:pt>
                <c:pt idx="360">
                  <c:v>3.3120006992334E-2</c:v>
                </c:pt>
                <c:pt idx="361">
                  <c:v>3.5435903900832504E-2</c:v>
                </c:pt>
                <c:pt idx="362">
                  <c:v>3.7829814708860099E-2</c:v>
                </c:pt>
                <c:pt idx="363">
                  <c:v>4.0296053682160701E-2</c:v>
                </c:pt>
                <c:pt idx="364">
                  <c:v>4.2828061943988895E-2</c:v>
                </c:pt>
                <c:pt idx="365">
                  <c:v>4.5418410507713496E-2</c:v>
                </c:pt>
                <c:pt idx="366">
                  <c:v>4.8058813429103502E-2</c:v>
                </c:pt>
                <c:pt idx="367">
                  <c:v>5.0740151533566695E-2</c:v>
                </c:pt>
                <c:pt idx="368">
                  <c:v>5.3452507033079098E-2</c:v>
                </c:pt>
                <c:pt idx="369">
                  <c:v>5.6185209192784399E-2</c:v>
                </c:pt>
                <c:pt idx="370">
                  <c:v>5.8926891040603301E-2</c:v>
                </c:pt>
                <c:pt idx="371">
                  <c:v>6.1665556937379601E-2</c:v>
                </c:pt>
                <c:pt idx="372">
                  <c:v>6.4388660643215301E-2</c:v>
                </c:pt>
                <c:pt idx="373">
                  <c:v>6.7083193331077207E-2</c:v>
                </c:pt>
                <c:pt idx="374">
                  <c:v>6.9735780815142201E-2</c:v>
                </c:pt>
                <c:pt idx="375">
                  <c:v>7.2332789082446294E-2</c:v>
                </c:pt>
                <c:pt idx="376">
                  <c:v>7.4860437046079295E-2</c:v>
                </c:pt>
                <c:pt idx="377">
                  <c:v>7.7304915280234796E-2</c:v>
                </c:pt>
                <c:pt idx="378">
                  <c:v>7.9652509355602696E-2</c:v>
                </c:pt>
                <c:pt idx="379">
                  <c:v>8.1889726271351396E-2</c:v>
                </c:pt>
                <c:pt idx="380">
                  <c:v>8.4003422380489606E-2</c:v>
                </c:pt>
                <c:pt idx="381">
                  <c:v>8.5980931131478699E-2</c:v>
                </c:pt>
                <c:pt idx="382">
                  <c:v>8.7810188902899405E-2</c:v>
                </c:pt>
                <c:pt idx="383">
                  <c:v>8.9479857191492707E-2</c:v>
                </c:pt>
                <c:pt idx="384">
                  <c:v>9.0979439428127098E-2</c:v>
                </c:pt>
                <c:pt idx="385">
                  <c:v>9.22993907416568E-2</c:v>
                </c:pt>
                <c:pt idx="386">
                  <c:v>9.3431219067024604E-2</c:v>
                </c:pt>
                <c:pt idx="387">
                  <c:v>9.43675761004025E-2</c:v>
                </c:pt>
                <c:pt idx="388">
                  <c:v>9.5102336739071008E-2</c:v>
                </c:pt>
                <c:pt idx="389">
                  <c:v>9.5630665804846304E-2</c:v>
                </c:pt>
                <c:pt idx="390">
                  <c:v>9.5949071034302003E-2</c:v>
                </c:pt>
                <c:pt idx="391">
                  <c:v>9.6055441523376695E-2</c:v>
                </c:pt>
                <c:pt idx="392">
                  <c:v>9.5949071034302003E-2</c:v>
                </c:pt>
                <c:pt idx="393">
                  <c:v>9.5630665804846304E-2</c:v>
                </c:pt>
                <c:pt idx="394">
                  <c:v>9.5102336739071008E-2</c:v>
                </c:pt>
                <c:pt idx="395">
                  <c:v>9.43675761004025E-2</c:v>
                </c:pt>
                <c:pt idx="396">
                  <c:v>9.3431219067024604E-2</c:v>
                </c:pt>
                <c:pt idx="397">
                  <c:v>9.22993907416568E-2</c:v>
                </c:pt>
                <c:pt idx="398">
                  <c:v>9.0979439428127098E-2</c:v>
                </c:pt>
                <c:pt idx="399">
                  <c:v>8.9479857191492707E-2</c:v>
                </c:pt>
                <c:pt idx="400">
                  <c:v>8.7810188902899405E-2</c:v>
                </c:pt>
                <c:pt idx="401">
                  <c:v>8.5980931131478699E-2</c:v>
                </c:pt>
                <c:pt idx="402">
                  <c:v>8.4003422380489606E-2</c:v>
                </c:pt>
                <c:pt idx="403">
                  <c:v>8.1889726271351396E-2</c:v>
                </c:pt>
                <c:pt idx="404">
                  <c:v>7.9652509355602696E-2</c:v>
                </c:pt>
                <c:pt idx="405">
                  <c:v>7.7304915280234796E-2</c:v>
                </c:pt>
                <c:pt idx="406">
                  <c:v>7.4860437046079295E-2</c:v>
                </c:pt>
                <c:pt idx="407">
                  <c:v>7.2332789082446294E-2</c:v>
                </c:pt>
                <c:pt idx="408">
                  <c:v>6.9735780815142201E-2</c:v>
                </c:pt>
                <c:pt idx="409">
                  <c:v>6.7083193331077207E-2</c:v>
                </c:pt>
                <c:pt idx="410">
                  <c:v>6.4388660643215301E-2</c:v>
                </c:pt>
                <c:pt idx="411">
                  <c:v>6.1665556937379601E-2</c:v>
                </c:pt>
                <c:pt idx="412">
                  <c:v>5.8926891040603301E-2</c:v>
                </c:pt>
                <c:pt idx="413">
                  <c:v>5.6185209192784399E-2</c:v>
                </c:pt>
                <c:pt idx="414">
                  <c:v>5.3452507033079098E-2</c:v>
                </c:pt>
                <c:pt idx="415">
                  <c:v>5.0740151533566695E-2</c:v>
                </c:pt>
                <c:pt idx="416">
                  <c:v>4.8058813429103502E-2</c:v>
                </c:pt>
                <c:pt idx="417">
                  <c:v>4.5418410507713496E-2</c:v>
                </c:pt>
                <c:pt idx="418">
                  <c:v>4.2828061943988895E-2</c:v>
                </c:pt>
                <c:pt idx="419">
                  <c:v>4.0296053682160701E-2</c:v>
                </c:pt>
                <c:pt idx="420">
                  <c:v>3.7829814708860099E-2</c:v>
                </c:pt>
                <c:pt idx="421">
                  <c:v>3.5435903900832504E-2</c:v>
                </c:pt>
                <c:pt idx="422">
                  <c:v>3.3120006992334E-2</c:v>
                </c:pt>
                <c:pt idx="423">
                  <c:v>3.0886943082500503E-2</c:v>
                </c:pt>
                <c:pt idx="424">
                  <c:v>2.8740679996080799E-2</c:v>
                </c:pt>
                <c:pt idx="425">
                  <c:v>2.66843577225238E-2</c:v>
                </c:pt>
                <c:pt idx="426">
                  <c:v>2.4720319089024299E-2</c:v>
                </c:pt>
                <c:pt idx="427">
                  <c:v>2.2850146772831099E-2</c:v>
                </c:pt>
                <c:pt idx="428">
                  <c:v>2.1074705726567399E-2</c:v>
                </c:pt>
                <c:pt idx="429">
                  <c:v>1.9394190076790899E-2</c:v>
                </c:pt>
                <c:pt idx="430">
                  <c:v>1.78081735594844E-2</c:v>
                </c:pt>
                <c:pt idx="431">
                  <c:v>1.6315662575277601E-2</c:v>
                </c:pt>
                <c:pt idx="432">
                  <c:v>1.4915150980409899E-2</c:v>
                </c:pt>
                <c:pt idx="433">
                  <c:v>1.36046757749865E-2</c:v>
                </c:pt>
                <c:pt idx="434">
                  <c:v>1.2381872906123298E-2</c:v>
                </c:pt>
                <c:pt idx="435">
                  <c:v>1.12440324681532E-2</c:v>
                </c:pt>
                <c:pt idx="436">
                  <c:v>1.0188152653255799E-2</c:v>
                </c:pt>
                <c:pt idx="437">
                  <c:v>9.2109918817241607E-3</c:v>
                </c:pt>
                <c:pt idx="438">
                  <c:v>8.3091186197600201E-3</c:v>
                </c:pt>
                <c:pt idx="439">
                  <c:v>7.4789584724345506E-3</c:v>
                </c:pt>
                <c:pt idx="440">
                  <c:v>6.7168382186607997E-3</c:v>
                </c:pt>
                <c:pt idx="441">
                  <c:v>6.0190265322474399E-3</c:v>
                </c:pt>
                <c:pt idx="442">
                  <c:v>5.3817712070742098E-3</c:v>
                </c:pt>
                <c:pt idx="443">
                  <c:v>4.8013327740726803E-3</c:v>
                </c:pt>
                <c:pt idx="444">
                  <c:v>4.2740144621346799E-3</c:v>
                </c:pt>
                <c:pt idx="445">
                  <c:v>3.7961885136252697E-3</c:v>
                </c:pt>
                <c:pt idx="446">
                  <c:v>3.3643189173628201E-3</c:v>
                </c:pt>
                <c:pt idx="447">
                  <c:v>2.97498066744371E-3</c:v>
                </c:pt>
                <c:pt idx="448">
                  <c:v>2.62487569500422E-3</c:v>
                </c:pt>
                <c:pt idx="449">
                  <c:v>2.3108456519531401E-3</c:v>
                </c:pt>
                <c:pt idx="450">
                  <c:v>2.0298817510407798E-3</c:v>
                </c:pt>
                <c:pt idx="451">
                  <c:v>1.7791318856355302E-3</c:v>
                </c:pt>
                <c:pt idx="452">
                  <c:v>1.5559052656404302E-3</c:v>
                </c:pt>
                <c:pt idx="453">
                  <c:v>1.35767481356011E-3</c:v>
                </c:pt>
                <c:pt idx="454">
                  <c:v>1.18207756734043E-3</c:v>
                </c:pt>
                <c:pt idx="455">
                  <c:v>1.0269133348103899E-3</c:v>
                </c:pt>
                <c:pt idx="456">
                  <c:v>8.9014183893702901E-4</c:v>
                </c:pt>
                <c:pt idx="457">
                  <c:v>7.6987858424852607E-4</c:v>
                </c:pt>
                <c:pt idx="458">
                  <c:v>6.6438966326629902E-4</c:v>
                </c:pt>
                <c:pt idx="459">
                  <c:v>5.7208570817419903E-4</c:v>
                </c:pt>
                <c:pt idx="460">
                  <c:v>4.9151517777063598E-4</c:v>
                </c:pt>
                <c:pt idx="461">
                  <c:v>4.21357153489059E-4</c:v>
                </c:pt>
                <c:pt idx="462">
                  <c:v>3.6041380138083395E-4</c:v>
                </c:pt>
                <c:pt idx="463">
                  <c:v>3.0760263983110701E-4</c:v>
                </c:pt>
                <c:pt idx="464">
                  <c:v>2.6194873577109099E-4</c:v>
                </c:pt>
                <c:pt idx="465">
                  <c:v>2.2257693555636899E-4</c:v>
                </c:pt>
                <c:pt idx="466">
                  <c:v>1.8870422074649803E-4</c:v>
                </c:pt>
                <c:pt idx="467">
                  <c:v>1.59632263943624E-4</c:v>
                </c:pt>
                <c:pt idx="468">
                  <c:v>1.34740245777822E-4</c:v>
                </c:pt>
                <c:pt idx="469">
                  <c:v>1.1347798117241201E-4</c:v>
                </c:pt>
                <c:pt idx="470">
                  <c:v>9.5359391252628501E-5</c:v>
                </c:pt>
                <c:pt idx="471">
                  <c:v>7.9956346710114088E-5</c:v>
                </c:pt>
                <c:pt idx="472">
                  <c:v>6.6892899108203494E-5</c:v>
                </c:pt>
                <c:pt idx="473">
                  <c:v>5.5839908487598503E-5</c:v>
                </c:pt>
                <c:pt idx="474">
                  <c:v>4.6510068666687401E-5</c:v>
                </c:pt>
                <c:pt idx="475">
                  <c:v>3.8653325766365202E-5</c:v>
                </c:pt>
                <c:pt idx="476">
                  <c:v>3.2052680654029102E-5</c:v>
                </c:pt>
                <c:pt idx="477">
                  <c:v>2.6520362114580001E-5</c:v>
                </c:pt>
                <c:pt idx="478">
                  <c:v>2.1894354531055101E-5</c:v>
                </c:pt>
                <c:pt idx="479">
                  <c:v>1.8035261604349202E-5</c:v>
                </c:pt>
                <c:pt idx="480">
                  <c:v>1.4823486070276401E-5</c:v>
                </c:pt>
                <c:pt idx="481">
                  <c:v>1.2156704394549901E-5</c:v>
                </c:pt>
                <c:pt idx="482">
                  <c:v>9.947614956972641E-6</c:v>
                </c:pt>
                <c:pt idx="483">
                  <c:v>8.1219381947087391E-6</c:v>
                </c:pt>
                <c:pt idx="484">
                  <c:v>6.6166474860052304E-6</c:v>
                </c:pt>
                <c:pt idx="485">
                  <c:v>5.3784101514581696E-6</c:v>
                </c:pt>
                <c:pt idx="486">
                  <c:v>4.3622187678159099E-6</c:v>
                </c:pt>
                <c:pt idx="487">
                  <c:v>3.5301939741525901E-6</c:v>
                </c:pt>
                <c:pt idx="488">
                  <c:v>2.8505410535696701E-6</c:v>
                </c:pt>
                <c:pt idx="489">
                  <c:v>2.2966437535414501E-6</c:v>
                </c:pt>
                <c:pt idx="490">
                  <c:v>1.8462800290516602E-6</c:v>
                </c:pt>
                <c:pt idx="491">
                  <c:v>1.4809456250979101E-6</c:v>
                </c:pt>
                <c:pt idx="492">
                  <c:v>1.18527263472236E-6</c:v>
                </c:pt>
                <c:pt idx="493">
                  <c:v>9.46531356127013E-7</c:v>
                </c:pt>
                <c:pt idx="494">
                  <c:v>7.5420491270755409E-7</c:v>
                </c:pt>
                <c:pt idx="495">
                  <c:v>5.9962718190759302E-7</c:v>
                </c:pt>
                <c:pt idx="496">
                  <c:v>4.7567559491569904E-7</c:v>
                </c:pt>
                <c:pt idx="497">
                  <c:v>3.76511314508011E-7</c:v>
                </c:pt>
                <c:pt idx="498">
                  <c:v>2.9736017027240203E-7</c:v>
                </c:pt>
                <c:pt idx="499">
                  <c:v>2.3432852848537599E-7</c:v>
                </c:pt>
                <c:pt idx="500">
                  <c:v>1.84248999070685E-7</c:v>
                </c:pt>
                <c:pt idx="501">
                  <c:v>1.44551536594926E-7</c:v>
                </c:pt>
                <c:pt idx="502">
                  <c:v>1.13156079319382E-7</c:v>
                </c:pt>
                <c:pt idx="503">
                  <c:v>8.8383393759932008E-8</c:v>
                </c:pt>
                <c:pt idx="504">
                  <c:v>6.8881256278167402E-8</c:v>
                </c:pt>
                <c:pt idx="505">
                  <c:v>5.3563512461040297E-8</c:v>
                </c:pt>
                <c:pt idx="506">
                  <c:v>4.1559914069447499E-8</c:v>
                </c:pt>
                <c:pt idx="507">
                  <c:v>3.2174946754290203E-8</c:v>
                </c:pt>
                <c:pt idx="508">
                  <c:v>2.4854134043419099E-8</c:v>
                </c:pt>
                <c:pt idx="509">
                  <c:v>1.9156538600007401E-8</c:v>
                </c:pt>
                <c:pt idx="510">
                  <c:v>1.47323845105078E-8</c:v>
                </c:pt>
                <c:pt idx="511">
                  <c:v>1.1304898174883E-8</c:v>
                </c:pt>
                <c:pt idx="512">
                  <c:v>8.6556137475880307E-9</c:v>
                </c:pt>
                <c:pt idx="513">
                  <c:v>6.6125152181446298E-9</c:v>
                </c:pt>
                <c:pt idx="514">
                  <c:v>5.0404940274679495E-9</c:v>
                </c:pt>
                <c:pt idx="515">
                  <c:v>3.8336911989922101E-9</c:v>
                </c:pt>
                <c:pt idx="516">
                  <c:v>2.9093686491881398E-9</c:v>
                </c:pt>
                <c:pt idx="517">
                  <c:v>2.2030176918844502E-9</c:v>
                </c:pt>
                <c:pt idx="518">
                  <c:v>1.6644655794439399E-9</c:v>
                </c:pt>
                <c:pt idx="519">
                  <c:v>4.0997591337731306E-9</c:v>
                </c:pt>
                <c:pt idx="520">
                  <c:v>5.3174059109377208E-9</c:v>
                </c:pt>
                <c:pt idx="521">
                  <c:v>5.9262292995200201E-9</c:v>
                </c:pt>
                <c:pt idx="522">
                  <c:v>6.2306409938111697E-9</c:v>
                </c:pt>
                <c:pt idx="523">
                  <c:v>6.3828468409567503E-9</c:v>
                </c:pt>
                <c:pt idx="524">
                  <c:v>6.4589497645295299E-9</c:v>
                </c:pt>
                <c:pt idx="525">
                  <c:v>6.4970012263159296E-9</c:v>
                </c:pt>
                <c:pt idx="526">
                  <c:v>6.5160269572091203E-9</c:v>
                </c:pt>
                <c:pt idx="527">
                  <c:v>6.5255398226557198E-9</c:v>
                </c:pt>
                <c:pt idx="528">
                  <c:v>6.5350526881023202E-9</c:v>
                </c:pt>
                <c:pt idx="529">
                  <c:v>8.6495250289862405E-9</c:v>
                </c:pt>
                <c:pt idx="530">
                  <c:v>1.1422812010272599E-8</c:v>
                </c:pt>
                <c:pt idx="531">
                  <c:v>1.5051902715643999E-8</c:v>
                </c:pt>
                <c:pt idx="532">
                  <c:v>1.9790072231215901E-8</c:v>
                </c:pt>
                <c:pt idx="533">
                  <c:v>2.5962168208903499E-8</c:v>
                </c:pt>
                <c:pt idx="534">
                  <c:v>3.39838159388358E-8</c:v>
                </c:pt>
                <c:pt idx="535">
                  <c:v>4.4385480912842501E-8</c:v>
                </c:pt>
                <c:pt idx="536">
                  <c:v>5.7842535277728694E-8</c:v>
                </c:pt>
                <c:pt idx="537">
                  <c:v>7.5212723302176596E-8</c:v>
                </c:pt>
                <c:pt idx="538">
                  <c:v>9.7582718138973613E-8</c:v>
                </c:pt>
                <c:pt idx="539">
                  <c:v>1.26325815849204E-7</c:v>
                </c:pt>
                <c:pt idx="540">
                  <c:v>1.6317323200373901E-7</c:v>
                </c:pt>
                <c:pt idx="541">
                  <c:v>2.1030196143176699E-7</c:v>
                </c:pt>
                <c:pt idx="542">
                  <c:v>2.7044274424159903E-7</c:v>
                </c:pt>
                <c:pt idx="543">
                  <c:v>3.4701236367255499E-7</c:v>
                </c:pt>
                <c:pt idx="544">
                  <c:v>4.4427529740704501E-7</c:v>
                </c:pt>
                <c:pt idx="545">
                  <c:v>5.6754066858479599E-7</c:v>
                </c:pt>
                <c:pt idx="546">
                  <c:v>7.2340151188905902E-7</c:v>
                </c:pt>
                <c:pt idx="547">
                  <c:v>9.2002460062226604E-7</c:v>
                </c:pt>
                <c:pt idx="548">
                  <c:v>1.16750049029096E-6</c:v>
                </c:pt>
                <c:pt idx="549">
                  <c:v>1.4782650409619898E-6</c:v>
                </c:pt>
                <c:pt idx="550">
                  <c:v>1.8676055026965499E-6</c:v>
                </c:pt>
                <c:pt idx="551">
                  <c:v>2.3542663034783499E-6</c:v>
                </c:pt>
                <c:pt idx="552">
                  <c:v>2.9611719839926403E-6</c:v>
                </c:pt>
                <c:pt idx="553">
                  <c:v>3.71628729342511E-6</c:v>
                </c:pt>
                <c:pt idx="554">
                  <c:v>4.6536373075760304E-6</c:v>
                </c:pt>
                <c:pt idx="555">
                  <c:v>5.81451356384473E-6</c:v>
                </c:pt>
                <c:pt idx="556">
                  <c:v>7.2488956310376397E-6</c:v>
                </c:pt>
                <c:pt idx="557">
                  <c:v>9.0171212433293701E-6</c:v>
                </c:pt>
                <c:pt idx="558">
                  <c:v>1.1191842117215701E-5</c:v>
                </c:pt>
                <c:pt idx="559">
                  <c:v>1.38603068187302E-5</c:v>
                </c:pt>
                <c:pt idx="560">
                  <c:v>1.7127016525165599E-5</c:v>
                </c:pt>
                <c:pt idx="561">
                  <c:v>2.1116804187531301E-5</c:v>
                </c:pt>
                <c:pt idx="562">
                  <c:v>2.5978392388318101E-5</c:v>
                </c:pt>
                <c:pt idx="563">
                  <c:v>3.1888490027930902E-5</c:v>
                </c:pt>
                <c:pt idx="564">
                  <c:v>3.90564927671792E-5</c:v>
                </c:pt>
                <c:pt idx="565">
                  <c:v>4.7729856785989605E-5</c:v>
                </c:pt>
                <c:pt idx="566">
                  <c:v>5.82002197503956E-5</c:v>
                </c:pt>
                <c:pt idx="567">
                  <c:v>7.0810346746554898E-5</c:v>
                </c:pt>
                <c:pt idx="568">
                  <c:v>8.5961982151794801E-5</c:v>
                </c:pt>
                <c:pt idx="569">
                  <c:v>1.0412469075163E-4</c:v>
                </c:pt>
                <c:pt idx="570">
                  <c:v>1.25845772634707E-4</c:v>
                </c:pt>
                <c:pt idx="571">
                  <c:v>1.5176133623500201E-4</c:v>
                </c:pt>
                <c:pt idx="572">
                  <c:v>1.82608612048079E-4</c:v>
                </c:pt>
                <c:pt idx="573">
                  <c:v>2.1923958570965401E-4</c:v>
                </c:pt>
                <c:pt idx="574">
                  <c:v>2.6263602295582703E-4</c:v>
                </c:pt>
                <c:pt idx="575">
                  <c:v>3.13925950137902E-4</c:v>
                </c:pt>
                <c:pt idx="576">
                  <c:v>3.7440164208711401E-4</c:v>
                </c:pt>
                <c:pt idx="577">
                  <c:v>4.4553915386399501E-4</c:v>
                </c:pt>
                <c:pt idx="578">
                  <c:v>5.2901941394311593E-4</c:v>
                </c:pt>
                <c:pt idx="579">
                  <c:v>6.2675087335909308E-4</c:v>
                </c:pt>
                <c:pt idx="580">
                  <c:v>7.4089367799220899E-4</c:v>
                </c:pt>
                <c:pt idx="581">
                  <c:v>8.7388529927014905E-4</c:v>
                </c:pt>
                <c:pt idx="582">
                  <c:v>1.02846752194044E-3</c:v>
                </c:pt>
                <c:pt idx="583">
                  <c:v>1.2077146461431799E-3</c:v>
                </c:pt>
                <c:pt idx="584">
                  <c:v>1.4150627148023401E-3</c:v>
                </c:pt>
                <c:pt idx="585">
                  <c:v>1.65433952649218E-3</c:v>
                </c:pt>
                <c:pt idx="586">
                  <c:v>1.9297951386932099E-3</c:v>
                </c:pt>
                <c:pt idx="587">
                  <c:v>2.24613250715446E-3</c:v>
                </c:pt>
                <c:pt idx="588">
                  <c:v>2.6085378445172302E-3</c:v>
                </c:pt>
                <c:pt idx="589">
                  <c:v>3.02271021620438E-3</c:v>
                </c:pt>
                <c:pt idx="590">
                  <c:v>3.4948898248055998E-3</c:v>
                </c:pt>
                <c:pt idx="591">
                  <c:v>4.03188436695864E-3</c:v>
                </c:pt>
                <c:pt idx="592">
                  <c:v>4.6410927804072001E-3</c:v>
                </c:pt>
                <c:pt idx="593">
                  <c:v>5.3305256350743499E-3</c:v>
                </c:pt>
                <c:pt idx="594">
                  <c:v>6.1088213623816199E-3</c:v>
                </c:pt>
                <c:pt idx="595">
                  <c:v>6.9852574635969498E-3</c:v>
                </c:pt>
                <c:pt idx="596">
                  <c:v>7.9697557927876101E-3</c:v>
                </c:pt>
                <c:pt idx="597">
                  <c:v>9.0728809751842391E-3</c:v>
                </c:pt>
                <c:pt idx="598">
                  <c:v>1.0305830999702901E-2</c:v>
                </c:pt>
                <c:pt idx="599">
                  <c:v>1.1680419017331401E-2</c:v>
                </c:pt>
                <c:pt idx="600">
                  <c:v>1.3209045387343099E-2</c:v>
                </c:pt>
                <c:pt idx="601">
                  <c:v>1.4904659043053301E-2</c:v>
                </c:pt>
                <c:pt idx="602">
                  <c:v>1.6780707300112802E-2</c:v>
                </c:pt>
                <c:pt idx="603">
                  <c:v>1.88510733049582E-2</c:v>
                </c:pt>
                <c:pt idx="604">
                  <c:v>2.1130000420490198E-2</c:v>
                </c:pt>
                <c:pt idx="605">
                  <c:v>2.36320029714665E-2</c:v>
                </c:pt>
                <c:pt idx="606">
                  <c:v>2.63717629240924E-2</c:v>
                </c:pt>
                <c:pt idx="607">
                  <c:v>2.9364012253000296E-2</c:v>
                </c:pt>
                <c:pt idx="608">
                  <c:v>3.2623400953694898E-2</c:v>
                </c:pt>
                <c:pt idx="609">
                  <c:v>3.6164350888445398E-2</c:v>
                </c:pt>
                <c:pt idx="610">
                  <c:v>4.0000895906600303E-2</c:v>
                </c:pt>
                <c:pt idx="611">
                  <c:v>4.4146508953740303E-2</c:v>
                </c:pt>
                <c:pt idx="612">
                  <c:v>4.8613917174505195E-2</c:v>
                </c:pt>
                <c:pt idx="613">
                  <c:v>5.3414906317130501E-2</c:v>
                </c:pt>
                <c:pt idx="614">
                  <c:v>5.8560116058718699E-2</c:v>
                </c:pt>
                <c:pt idx="615">
                  <c:v>6.4058828183373495E-2</c:v>
                </c:pt>
                <c:pt idx="616">
                  <c:v>6.9918749854220502E-2</c:v>
                </c:pt>
                <c:pt idx="617">
                  <c:v>7.6145794518166998E-2</c:v>
                </c:pt>
                <c:pt idx="618">
                  <c:v>8.2743863261732303E-2</c:v>
                </c:pt>
                <c:pt idx="619">
                  <c:v>8.9714629689854705E-2</c:v>
                </c:pt>
                <c:pt idx="620">
                  <c:v>9.7057331619585088E-2</c:v>
                </c:pt>
                <c:pt idx="621">
                  <c:v>0.10476857305942101</c:v>
                </c:pt>
                <c:pt idx="622">
                  <c:v>0.11284214007538899</c:v>
                </c:pt>
                <c:pt idx="623">
                  <c:v>0.121268834220045</c:v>
                </c:pt>
                <c:pt idx="624">
                  <c:v>0.130036327214125</c:v>
                </c:pt>
                <c:pt idx="625">
                  <c:v>0.13912904051751901</c:v>
                </c:pt>
                <c:pt idx="626">
                  <c:v>0.14852805330233398</c:v>
                </c:pt>
                <c:pt idx="627">
                  <c:v>0.15821104214332599</c:v>
                </c:pt>
                <c:pt idx="628">
                  <c:v>0.168152255468557</c:v>
                </c:pt>
                <c:pt idx="629">
                  <c:v>0.17832252546605801</c:v>
                </c:pt>
                <c:pt idx="630">
                  <c:v>0.18868931972254599</c:v>
                </c:pt>
                <c:pt idx="631">
                  <c:v>0.199216834381718</c:v>
                </c:pt>
                <c:pt idx="632">
                  <c:v>0.20986613005781099</c:v>
                </c:pt>
                <c:pt idx="633">
                  <c:v>0.22059531113257499</c:v>
                </c:pt>
                <c:pt idx="634">
                  <c:v>0.231359748409491</c:v>
                </c:pt>
                <c:pt idx="635">
                  <c:v>0.24211234440881502</c:v>
                </c:pt>
                <c:pt idx="636">
                  <c:v>0.25280383987293198</c:v>
                </c:pt>
                <c:pt idx="637">
                  <c:v>0.26338315932685202</c:v>
                </c:pt>
                <c:pt idx="638">
                  <c:v>0.273797792817775</c:v>
                </c:pt>
                <c:pt idx="639">
                  <c:v>0.28399421025521998</c:v>
                </c:pt>
                <c:pt idx="640">
                  <c:v>0.29391830410451097</c:v>
                </c:pt>
                <c:pt idx="641">
                  <c:v>0.30351585556632199</c:v>
                </c:pt>
                <c:pt idx="642">
                  <c:v>0.31273301881816301</c:v>
                </c:pt>
                <c:pt idx="643">
                  <c:v>0.32151681741375598</c:v>
                </c:pt>
                <c:pt idx="644">
                  <c:v>0.32981564654572798</c:v>
                </c:pt>
                <c:pt idx="645">
                  <c:v>0.33757977458688304</c:v>
                </c:pt>
                <c:pt idx="646">
                  <c:v>0.34476183714437297</c:v>
                </c:pt>
                <c:pt idx="647">
                  <c:v>0.35131731679643996</c:v>
                </c:pt>
                <c:pt idx="648">
                  <c:v>0.35720500173722497</c:v>
                </c:pt>
                <c:pt idx="649">
                  <c:v>0.36238741673347197</c:v>
                </c:pt>
                <c:pt idx="650">
                  <c:v>0.36683122009685298</c:v>
                </c:pt>
                <c:pt idx="651">
                  <c:v>0.370507560793573</c:v>
                </c:pt>
                <c:pt idx="652">
                  <c:v>0.373392390342555</c:v>
                </c:pt>
                <c:pt idx="653">
                  <c:v>0.37546672478607696</c:v>
                </c:pt>
                <c:pt idx="654">
                  <c:v>0.37671685274087402</c:v>
                </c:pt>
                <c:pt idx="655">
                  <c:v>0.37713448633999902</c:v>
                </c:pt>
                <c:pt idx="656">
                  <c:v>0.37671685274087402</c:v>
                </c:pt>
                <c:pt idx="657">
                  <c:v>0.37546672478607696</c:v>
                </c:pt>
                <c:pt idx="658">
                  <c:v>0.373392390342555</c:v>
                </c:pt>
                <c:pt idx="659">
                  <c:v>0.370507560793573</c:v>
                </c:pt>
                <c:pt idx="660">
                  <c:v>0.36683122009685298</c:v>
                </c:pt>
                <c:pt idx="661">
                  <c:v>0.36238741673347197</c:v>
                </c:pt>
                <c:pt idx="662">
                  <c:v>0.35720500173722497</c:v>
                </c:pt>
                <c:pt idx="663">
                  <c:v>0.35131731679643996</c:v>
                </c:pt>
                <c:pt idx="664">
                  <c:v>0.34476183714437297</c:v>
                </c:pt>
                <c:pt idx="665">
                  <c:v>0.33757977458688304</c:v>
                </c:pt>
                <c:pt idx="666">
                  <c:v>0.32981564654572798</c:v>
                </c:pt>
                <c:pt idx="667">
                  <c:v>0.32151681741375598</c:v>
                </c:pt>
                <c:pt idx="668">
                  <c:v>0.31273301881816301</c:v>
                </c:pt>
                <c:pt idx="669">
                  <c:v>0.30351585556632199</c:v>
                </c:pt>
                <c:pt idx="670">
                  <c:v>0.29391830410451097</c:v>
                </c:pt>
                <c:pt idx="671">
                  <c:v>0.28399421025521998</c:v>
                </c:pt>
                <c:pt idx="672">
                  <c:v>0.273797792817775</c:v>
                </c:pt>
                <c:pt idx="673">
                  <c:v>0.26338315932685202</c:v>
                </c:pt>
                <c:pt idx="674">
                  <c:v>0.25280383987293198</c:v>
                </c:pt>
                <c:pt idx="675">
                  <c:v>0.24211234440881502</c:v>
                </c:pt>
                <c:pt idx="676">
                  <c:v>0.231359748409491</c:v>
                </c:pt>
                <c:pt idx="677">
                  <c:v>0.22059531113257499</c:v>
                </c:pt>
                <c:pt idx="678">
                  <c:v>0.20986613005781099</c:v>
                </c:pt>
                <c:pt idx="679">
                  <c:v>0.199216834381718</c:v>
                </c:pt>
                <c:pt idx="680">
                  <c:v>0.18868931972254599</c:v>
                </c:pt>
                <c:pt idx="681">
                  <c:v>0.17832252546605801</c:v>
                </c:pt>
                <c:pt idx="682">
                  <c:v>0.168152255468557</c:v>
                </c:pt>
                <c:pt idx="683">
                  <c:v>0.15821104214332599</c:v>
                </c:pt>
                <c:pt idx="684">
                  <c:v>0.14852805330233398</c:v>
                </c:pt>
                <c:pt idx="685">
                  <c:v>0.13912904051751901</c:v>
                </c:pt>
                <c:pt idx="686">
                  <c:v>0.130036327214125</c:v>
                </c:pt>
                <c:pt idx="687">
                  <c:v>0.121268834220045</c:v>
                </c:pt>
                <c:pt idx="688">
                  <c:v>0.11284214007538899</c:v>
                </c:pt>
                <c:pt idx="689">
                  <c:v>0.10476857305942101</c:v>
                </c:pt>
                <c:pt idx="690">
                  <c:v>9.7057331619585088E-2</c:v>
                </c:pt>
                <c:pt idx="691">
                  <c:v>8.9714629689854705E-2</c:v>
                </c:pt>
                <c:pt idx="692">
                  <c:v>8.2743863261732303E-2</c:v>
                </c:pt>
                <c:pt idx="693">
                  <c:v>7.6145794518166998E-2</c:v>
                </c:pt>
                <c:pt idx="694">
                  <c:v>6.9918749854220502E-2</c:v>
                </c:pt>
                <c:pt idx="695">
                  <c:v>6.4058828183373495E-2</c:v>
                </c:pt>
                <c:pt idx="696">
                  <c:v>5.8560116058718699E-2</c:v>
                </c:pt>
                <c:pt idx="697">
                  <c:v>5.3414906317130501E-2</c:v>
                </c:pt>
                <c:pt idx="698">
                  <c:v>4.8613917174505195E-2</c:v>
                </c:pt>
                <c:pt idx="699">
                  <c:v>4.4146508953740303E-2</c:v>
                </c:pt>
                <c:pt idx="700">
                  <c:v>4.0000895906600303E-2</c:v>
                </c:pt>
                <c:pt idx="701">
                  <c:v>3.6164350888445398E-2</c:v>
                </c:pt>
                <c:pt idx="702">
                  <c:v>3.2623400953694898E-2</c:v>
                </c:pt>
                <c:pt idx="703">
                  <c:v>2.9364012253000296E-2</c:v>
                </c:pt>
                <c:pt idx="704">
                  <c:v>2.63717629240924E-2</c:v>
                </c:pt>
                <c:pt idx="705">
                  <c:v>2.36320029714665E-2</c:v>
                </c:pt>
                <c:pt idx="706">
                  <c:v>2.1130000420490198E-2</c:v>
                </c:pt>
                <c:pt idx="707">
                  <c:v>1.88510733049582E-2</c:v>
                </c:pt>
                <c:pt idx="708">
                  <c:v>1.6780707300112802E-2</c:v>
                </c:pt>
                <c:pt idx="709">
                  <c:v>1.4904659043053301E-2</c:v>
                </c:pt>
                <c:pt idx="710">
                  <c:v>1.3209045387343099E-2</c:v>
                </c:pt>
                <c:pt idx="711">
                  <c:v>1.1680419017331401E-2</c:v>
                </c:pt>
                <c:pt idx="712">
                  <c:v>1.0305830999702901E-2</c:v>
                </c:pt>
                <c:pt idx="713">
                  <c:v>9.0728809751842391E-3</c:v>
                </c:pt>
                <c:pt idx="714">
                  <c:v>7.9697557927876101E-3</c:v>
                </c:pt>
                <c:pt idx="715">
                  <c:v>6.9852574635969498E-3</c:v>
                </c:pt>
                <c:pt idx="716">
                  <c:v>6.1088213623816199E-3</c:v>
                </c:pt>
                <c:pt idx="717">
                  <c:v>5.3305256350743499E-3</c:v>
                </c:pt>
                <c:pt idx="718">
                  <c:v>4.6410927804072001E-3</c:v>
                </c:pt>
                <c:pt idx="719">
                  <c:v>4.03188436695864E-3</c:v>
                </c:pt>
                <c:pt idx="720">
                  <c:v>3.4948898248055998E-3</c:v>
                </c:pt>
                <c:pt idx="721">
                  <c:v>3.02271021620438E-3</c:v>
                </c:pt>
                <c:pt idx="722">
                  <c:v>2.6085378445172302E-3</c:v>
                </c:pt>
                <c:pt idx="723">
                  <c:v>2.24613250715446E-3</c:v>
                </c:pt>
                <c:pt idx="724">
                  <c:v>1.9297951386932099E-3</c:v>
                </c:pt>
                <c:pt idx="725">
                  <c:v>1.65433952649218E-3</c:v>
                </c:pt>
                <c:pt idx="726">
                  <c:v>1.4150627148023401E-3</c:v>
                </c:pt>
                <c:pt idx="727">
                  <c:v>1.2077146461431799E-3</c:v>
                </c:pt>
                <c:pt idx="728">
                  <c:v>1.02846752194044E-3</c:v>
                </c:pt>
                <c:pt idx="729">
                  <c:v>8.7388529927014905E-4</c:v>
                </c:pt>
                <c:pt idx="730">
                  <c:v>7.4089367799220899E-4</c:v>
                </c:pt>
                <c:pt idx="731">
                  <c:v>6.2675087335909308E-4</c:v>
                </c:pt>
                <c:pt idx="732">
                  <c:v>5.2901941394311593E-4</c:v>
                </c:pt>
                <c:pt idx="733">
                  <c:v>4.4553915386399501E-4</c:v>
                </c:pt>
                <c:pt idx="734">
                  <c:v>3.7440164208711401E-4</c:v>
                </c:pt>
                <c:pt idx="735">
                  <c:v>3.13925950137902E-4</c:v>
                </c:pt>
                <c:pt idx="736">
                  <c:v>2.6263602295582703E-4</c:v>
                </c:pt>
                <c:pt idx="737">
                  <c:v>2.1923958570965401E-4</c:v>
                </c:pt>
                <c:pt idx="738">
                  <c:v>1.82608612048079E-4</c:v>
                </c:pt>
                <c:pt idx="739">
                  <c:v>1.5176133623500201E-4</c:v>
                </c:pt>
                <c:pt idx="740">
                  <c:v>1.25845772634707E-4</c:v>
                </c:pt>
                <c:pt idx="741">
                  <c:v>1.0412469075163E-4</c:v>
                </c:pt>
                <c:pt idx="742">
                  <c:v>8.5961982151794801E-5</c:v>
                </c:pt>
                <c:pt idx="743">
                  <c:v>7.0810346746554898E-5</c:v>
                </c:pt>
                <c:pt idx="744">
                  <c:v>5.82002197503956E-5</c:v>
                </c:pt>
                <c:pt idx="745">
                  <c:v>4.7729856785989605E-5</c:v>
                </c:pt>
                <c:pt idx="746">
                  <c:v>3.90564927671792E-5</c:v>
                </c:pt>
                <c:pt idx="747">
                  <c:v>3.1888490027930902E-5</c:v>
                </c:pt>
                <c:pt idx="748">
                  <c:v>2.5978392388318101E-5</c:v>
                </c:pt>
                <c:pt idx="749">
                  <c:v>2.1116804187531301E-5</c:v>
                </c:pt>
                <c:pt idx="750">
                  <c:v>1.7127016525165599E-5</c:v>
                </c:pt>
                <c:pt idx="751">
                  <c:v>1.38603068187302E-5</c:v>
                </c:pt>
                <c:pt idx="752">
                  <c:v>1.1191842117215701E-5</c:v>
                </c:pt>
                <c:pt idx="753">
                  <c:v>9.0171212433293701E-6</c:v>
                </c:pt>
                <c:pt idx="754">
                  <c:v>7.2488956310376397E-6</c:v>
                </c:pt>
                <c:pt idx="755">
                  <c:v>5.81451356384473E-6</c:v>
                </c:pt>
                <c:pt idx="756">
                  <c:v>4.6536373075760304E-6</c:v>
                </c:pt>
                <c:pt idx="757">
                  <c:v>3.71628729342511E-6</c:v>
                </c:pt>
                <c:pt idx="758">
                  <c:v>2.9611719839926403E-6</c:v>
                </c:pt>
                <c:pt idx="759">
                  <c:v>2.3542663034783499E-6</c:v>
                </c:pt>
                <c:pt idx="760">
                  <c:v>1.8676055026965499E-6</c:v>
                </c:pt>
                <c:pt idx="761">
                  <c:v>1.4782650409619898E-6</c:v>
                </c:pt>
                <c:pt idx="762">
                  <c:v>1.16750049029096E-6</c:v>
                </c:pt>
                <c:pt idx="763">
                  <c:v>9.2002460062226604E-7</c:v>
                </c:pt>
                <c:pt idx="764">
                  <c:v>7.2340151188905902E-7</c:v>
                </c:pt>
                <c:pt idx="765">
                  <c:v>5.6754066858479599E-7</c:v>
                </c:pt>
                <c:pt idx="766">
                  <c:v>4.4427529740704501E-7</c:v>
                </c:pt>
                <c:pt idx="767">
                  <c:v>3.4701236367255499E-7</c:v>
                </c:pt>
                <c:pt idx="768">
                  <c:v>2.7044274424159903E-7</c:v>
                </c:pt>
                <c:pt idx="769">
                  <c:v>2.1030196143176699E-7</c:v>
                </c:pt>
                <c:pt idx="770">
                  <c:v>1.6317323200373901E-7</c:v>
                </c:pt>
                <c:pt idx="771">
                  <c:v>1.26325815849204E-7</c:v>
                </c:pt>
                <c:pt idx="772">
                  <c:v>9.7582718138973613E-8</c:v>
                </c:pt>
                <c:pt idx="773">
                  <c:v>7.5212723302176596E-8</c:v>
                </c:pt>
                <c:pt idx="774">
                  <c:v>5.7842535277728694E-8</c:v>
                </c:pt>
                <c:pt idx="775">
                  <c:v>4.4385480912842501E-8</c:v>
                </c:pt>
                <c:pt idx="776">
                  <c:v>3.39838159388358E-8</c:v>
                </c:pt>
                <c:pt idx="777">
                  <c:v>2.5962168208903499E-8</c:v>
                </c:pt>
                <c:pt idx="778">
                  <c:v>1.9790072231215901E-8</c:v>
                </c:pt>
                <c:pt idx="779">
                  <c:v>1.5051902715643999E-8</c:v>
                </c:pt>
                <c:pt idx="780">
                  <c:v>1.1422812010272599E-8</c:v>
                </c:pt>
                <c:pt idx="781">
                  <c:v>8.6495250289862405E-9</c:v>
                </c:pt>
                <c:pt idx="782">
                  <c:v>6.5350526881023202E-9</c:v>
                </c:pt>
                <c:pt idx="783">
                  <c:v>3.5756993538386402E-9</c:v>
                </c:pt>
                <c:pt idx="784">
                  <c:v>2.0960226867067998E-9</c:v>
                </c:pt>
                <c:pt idx="785">
                  <c:v>1.35618435314088E-9</c:v>
                </c:pt>
                <c:pt idx="786">
                  <c:v>9.8626518635791593E-10</c:v>
                </c:pt>
                <c:pt idx="787">
                  <c:v>8.0130560296643598E-10</c:v>
                </c:pt>
                <c:pt idx="788">
                  <c:v>7.088258112706959E-10</c:v>
                </c:pt>
                <c:pt idx="789">
                  <c:v>6.6258591542282597E-10</c:v>
                </c:pt>
                <c:pt idx="790">
                  <c:v>6.394659674988909E-10</c:v>
                </c:pt>
                <c:pt idx="791">
                  <c:v>6.2790599353692305E-10</c:v>
                </c:pt>
                <c:pt idx="792">
                  <c:v>6.1634601957495603E-10</c:v>
                </c:pt>
                <c:pt idx="793">
                  <c:v>8.1577005990103097E-10</c:v>
                </c:pt>
                <c:pt idx="794">
                  <c:v>1.07732944949353E-9</c:v>
                </c:pt>
                <c:pt idx="795">
                  <c:v>1.4196029884665902E-9</c:v>
                </c:pt>
                <c:pt idx="796">
                  <c:v>1.8664780268745999E-9</c:v>
                </c:pt>
                <c:pt idx="797">
                  <c:v>2.4485921994516897E-9</c:v>
                </c:pt>
                <c:pt idx="798">
                  <c:v>3.20514473004987E-9</c:v>
                </c:pt>
                <c:pt idx="799">
                  <c:v>4.1861658647919301E-9</c:v>
                </c:pt>
                <c:pt idx="800">
                  <c:v>5.4553525552224104E-9</c:v>
                </c:pt>
                <c:pt idx="801">
                  <c:v>7.0936019709659698E-9</c:v>
                </c:pt>
                <c:pt idx="802">
                  <c:v>9.203402447505951E-9</c:v>
                </c:pt>
                <c:pt idx="803">
                  <c:v>1.1914274832086299E-8</c:v>
                </c:pt>
                <c:pt idx="804">
                  <c:v>1.53894967411334E-8</c:v>
                </c:pt>
                <c:pt idx="805">
                  <c:v>1.9834388951945103E-8</c:v>
                </c:pt>
                <c:pt idx="806">
                  <c:v>2.5506498094453901E-8</c:v>
                </c:pt>
                <c:pt idx="807">
                  <c:v>3.2728074171806503E-8</c:v>
                </c:pt>
                <c:pt idx="808">
                  <c:v>4.1901316518968604E-8</c:v>
                </c:pt>
                <c:pt idx="809">
                  <c:v>5.3526949012361394E-8</c:v>
                </c:pt>
                <c:pt idx="810">
                  <c:v>6.8226786177113303E-8</c:v>
                </c:pt>
                <c:pt idx="811">
                  <c:v>8.6771067896200293E-8</c:v>
                </c:pt>
                <c:pt idx="812">
                  <c:v>1.10111473370783E-7</c:v>
                </c:pt>
                <c:pt idx="813">
                  <c:v>1.3942087651910101E-7</c:v>
                </c:pt>
                <c:pt idx="814">
                  <c:v>1.7614107684532898E-7</c:v>
                </c:pt>
                <c:pt idx="815">
                  <c:v>2.22039933635131E-7</c:v>
                </c:pt>
                <c:pt idx="816">
                  <c:v>2.7927954872246399E-7</c:v>
                </c:pt>
                <c:pt idx="817">
                  <c:v>3.5049738544107797E-7</c:v>
                </c:pt>
                <c:pt idx="818">
                  <c:v>4.3890247989766401E-7</c:v>
                </c:pt>
                <c:pt idx="819">
                  <c:v>5.4838919621334504E-7</c:v>
                </c:pt>
                <c:pt idx="820">
                  <c:v>6.8367130025415709E-7</c:v>
                </c:pt>
                <c:pt idx="821">
                  <c:v>8.5043947640530695E-7</c:v>
                </c:pt>
                <c:pt idx="822">
                  <c:v>1.0555457882100601E-6</c:v>
                </c:pt>
                <c:pt idx="823">
                  <c:v>1.30721898438016E-6</c:v>
                </c:pt>
                <c:pt idx="824">
                  <c:v>1.6153149739249699E-6</c:v>
                </c:pt>
                <c:pt idx="825">
                  <c:v>1.9916072338367203E-6</c:v>
                </c:pt>
                <c:pt idx="826">
                  <c:v>2.4501223643761901E-6</c:v>
                </c:pt>
                <c:pt idx="827">
                  <c:v>3.0075264633678401E-6</c:v>
                </c:pt>
                <c:pt idx="828">
                  <c:v>3.6835684430570601E-6</c:v>
                </c:pt>
                <c:pt idx="829">
                  <c:v>4.50158685001666E-6</c:v>
                </c:pt>
                <c:pt idx="830">
                  <c:v>5.4890871571474002E-6</c:v>
                </c:pt>
                <c:pt idx="831">
                  <c:v>6.6783968615002897E-6</c:v>
                </c:pt>
                <c:pt idx="832">
                  <c:v>8.1074060245132295E-6</c:v>
                </c:pt>
                <c:pt idx="833">
                  <c:v>9.8204011118502986E-6</c:v>
                </c:pt>
                <c:pt idx="834">
                  <c:v>1.1869000105377901E-5</c:v>
                </c:pt>
                <c:pt idx="835">
                  <c:v>1.4313196844474401E-5</c:v>
                </c:pt>
                <c:pt idx="836">
                  <c:v>1.72225223800948E-5</c:v>
                </c:pt>
                <c:pt idx="837">
                  <c:v>2.0677330762982198E-5</c:v>
                </c:pt>
                <c:pt idx="838">
                  <c:v>2.47702161056068E-5</c:v>
                </c:pt>
                <c:pt idx="839">
                  <c:v>2.9607566923070598E-5</c:v>
                </c:pt>
                <c:pt idx="840">
                  <c:v>3.5311262637995602E-5</c:v>
                </c:pt>
                <c:pt idx="841">
                  <c:v>4.2020515695124198E-5</c:v>
                </c:pt>
                <c:pt idx="842">
                  <c:v>4.9893860940912798E-5</c:v>
                </c:pt>
                <c:pt idx="843">
                  <c:v>5.9111291751831106E-5</c:v>
                </c:pt>
                <c:pt idx="844">
                  <c:v>6.9876539815832801E-5</c:v>
                </c:pt>
                <c:pt idx="845">
                  <c:v>8.2419492462673801E-5</c:v>
                </c:pt>
                <c:pt idx="846">
                  <c:v>9.6998737984801804E-5</c:v>
                </c:pt>
                <c:pt idx="847">
                  <c:v>1.13904225483587E-4</c:v>
                </c:pt>
                <c:pt idx="848">
                  <c:v>1.3346002141730501E-4</c:v>
                </c:pt>
                <c:pt idx="849">
                  <c:v>1.56027140230305E-4</c:v>
                </c:pt>
                <c:pt idx="850">
                  <c:v>1.8200642123270301E-4</c:v>
                </c:pt>
                <c:pt idx="851">
                  <c:v>2.1184141831679298E-4</c:v>
                </c:pt>
                <c:pt idx="852">
                  <c:v>2.4602126319592103E-4</c:v>
                </c:pt>
                <c:pt idx="853">
                  <c:v>2.8508345670692997E-4</c:v>
                </c:pt>
                <c:pt idx="854">
                  <c:v>3.29616536419609E-4</c:v>
                </c:pt>
                <c:pt idx="855">
                  <c:v>3.8026256245580001E-4</c:v>
                </c:pt>
                <c:pt idx="856">
                  <c:v>4.37719357165993E-4</c:v>
                </c:pt>
                <c:pt idx="857">
                  <c:v>5.0274242829010502E-4</c:v>
                </c:pt>
                <c:pt idx="858">
                  <c:v>5.7614649960713792E-4</c:v>
                </c:pt>
                <c:pt idx="859">
                  <c:v>6.5880656803769897E-4</c:v>
                </c:pt>
                <c:pt idx="860">
                  <c:v>7.5165840189966404E-4</c:v>
                </c:pt>
                <c:pt idx="861">
                  <c:v>8.5569839173798494E-4</c:v>
                </c:pt>
                <c:pt idx="862">
                  <c:v>9.7198266306917599E-4</c:v>
                </c:pt>
                <c:pt idx="863">
                  <c:v>1.10162535971693E-3</c:v>
                </c:pt>
                <c:pt idx="864">
                  <c:v>1.2457960073827699E-3</c:v>
                </c:pt>
                <c:pt idx="865">
                  <c:v>1.4057158699014799E-3</c:v>
                </c:pt>
                <c:pt idx="866">
                  <c:v>1.58265321546785E-3</c:v>
                </c:pt>
                <c:pt idx="867">
                  <c:v>1.77791741715867E-3</c:v>
                </c:pt>
                <c:pt idx="868">
                  <c:v>1.9928518214545701E-3</c:v>
                </c:pt>
                <c:pt idx="869">
                  <c:v>2.22882533029378E-3</c:v>
                </c:pt>
                <c:pt idx="870">
                  <c:v>2.4872226565259298E-3</c:v>
                </c:pt>
                <c:pt idx="871">
                  <c:v>2.76943322948823E-3</c:v>
                </c:pt>
                <c:pt idx="872">
                  <c:v>3.0768387467502599E-3</c:v>
                </c:pt>
                <c:pt idx="873">
                  <c:v>3.4107993897563998E-3</c:v>
                </c:pt>
                <c:pt idx="874">
                  <c:v>3.77263874495624E-3</c:v>
                </c:pt>
                <c:pt idx="875">
                  <c:v>4.1636274978020501E-3</c:v>
                </c:pt>
                <c:pt idx="876">
                  <c:v>4.5849659943833802E-3</c:v>
                </c:pt>
                <c:pt idx="877">
                  <c:v>5.0377657940647103E-3</c:v>
                </c:pt>
                <c:pt idx="878">
                  <c:v>5.5230303658224504E-3</c:v>
                </c:pt>
                <c:pt idx="879">
                  <c:v>6.0416351105079405E-3</c:v>
                </c:pt>
                <c:pt idx="880">
                  <c:v>6.5943069203960305E-3</c:v>
                </c:pt>
                <c:pt idx="881">
                  <c:v>7.1816035154680805E-3</c:v>
                </c:pt>
                <c:pt idx="882">
                  <c:v>7.8038928222371297E-3</c:v>
                </c:pt>
                <c:pt idx="883">
                  <c:v>8.4613326848386912E-3</c:v>
                </c:pt>
                <c:pt idx="884">
                  <c:v>9.1538512188597005E-3</c:v>
                </c:pt>
                <c:pt idx="885">
                  <c:v>9.8811281352458504E-3</c:v>
                </c:pt>
                <c:pt idx="886">
                  <c:v>1.0642577373922E-2</c:v>
                </c:pt>
                <c:pt idx="887">
                  <c:v>1.1437331393838299E-2</c:v>
                </c:pt>
                <c:pt idx="888">
                  <c:v>1.2264227467437001E-2</c:v>
                </c:pt>
                <c:pt idx="889">
                  <c:v>1.3121796322526101E-2</c:v>
                </c:pt>
                <c:pt idx="890">
                  <c:v>1.4008253462864299E-2</c:v>
                </c:pt>
                <c:pt idx="891">
                  <c:v>1.4921493480132999E-2</c:v>
                </c:pt>
                <c:pt idx="892">
                  <c:v>1.58590876442791E-2</c:v>
                </c:pt>
                <c:pt idx="893">
                  <c:v>1.6818285026478298E-2</c:v>
                </c:pt>
                <c:pt idx="894">
                  <c:v>1.77960173693823E-2</c:v>
                </c:pt>
                <c:pt idx="895">
                  <c:v>1.8788907873235602E-2</c:v>
                </c:pt>
                <c:pt idx="896">
                  <c:v>1.9793284014408302E-2</c:v>
                </c:pt>
                <c:pt idx="897">
                  <c:v>2.0805194455584899E-2</c:v>
                </c:pt>
                <c:pt idx="898">
                  <c:v>2.1820430045141902E-2</c:v>
                </c:pt>
                <c:pt idx="899">
                  <c:v>2.2834548838146701E-2</c:v>
                </c:pt>
                <c:pt idx="900">
                  <c:v>2.3842905004059299E-2</c:v>
                </c:pt>
                <c:pt idx="901">
                  <c:v>2.4840681417875602E-2</c:v>
                </c:pt>
                <c:pt idx="902">
                  <c:v>2.58229256634574E-2</c:v>
                </c:pt>
                <c:pt idx="903">
                  <c:v>2.6784589111548001E-2</c:v>
                </c:pt>
                <c:pt idx="904">
                  <c:v>2.7720568671901803E-2</c:v>
                </c:pt>
                <c:pt idx="905">
                  <c:v>2.8625750760475101E-2</c:v>
                </c:pt>
                <c:pt idx="906">
                  <c:v>2.9495056970107899E-2</c:v>
                </c:pt>
                <c:pt idx="907">
                  <c:v>3.0323490887863097E-2</c:v>
                </c:pt>
                <c:pt idx="908">
                  <c:v>3.11061854653585E-2</c:v>
                </c:pt>
                <c:pt idx="909">
                  <c:v>3.1838450321057102E-2</c:v>
                </c:pt>
                <c:pt idx="910">
                  <c:v>3.2515818336422302E-2</c:v>
                </c:pt>
                <c:pt idx="911">
                  <c:v>3.3134090901739501E-2</c:v>
                </c:pt>
                <c:pt idx="912">
                  <c:v>3.36893811726766E-2</c:v>
                </c:pt>
                <c:pt idx="913">
                  <c:v>3.41781547154726E-2</c:v>
                </c:pt>
                <c:pt idx="914">
                  <c:v>3.4597266946928704E-2</c:v>
                </c:pt>
                <c:pt idx="915">
                  <c:v>3.4943996814791899E-2</c:v>
                </c:pt>
                <c:pt idx="916">
                  <c:v>3.5216076214075701E-2</c:v>
                </c:pt>
                <c:pt idx="917">
                  <c:v>3.5411714694521298E-2</c:v>
                </c:pt>
                <c:pt idx="918">
                  <c:v>3.5529619082698798E-2</c:v>
                </c:pt>
                <c:pt idx="919">
                  <c:v>3.5569007717916698E-2</c:v>
                </c:pt>
                <c:pt idx="920">
                  <c:v>3.5529619082698798E-2</c:v>
                </c:pt>
                <c:pt idx="921">
                  <c:v>3.5411714694521298E-2</c:v>
                </c:pt>
                <c:pt idx="922">
                  <c:v>3.5216076214075701E-2</c:v>
                </c:pt>
                <c:pt idx="923">
                  <c:v>3.4943996814791899E-2</c:v>
                </c:pt>
                <c:pt idx="924">
                  <c:v>3.4597266946928704E-2</c:v>
                </c:pt>
                <c:pt idx="925">
                  <c:v>3.41781547154726E-2</c:v>
                </c:pt>
                <c:pt idx="926">
                  <c:v>3.36893811726766E-2</c:v>
                </c:pt>
                <c:pt idx="927">
                  <c:v>3.3134090901739501E-2</c:v>
                </c:pt>
                <c:pt idx="928">
                  <c:v>3.2515818336422302E-2</c:v>
                </c:pt>
                <c:pt idx="929">
                  <c:v>3.1838450321057102E-2</c:v>
                </c:pt>
                <c:pt idx="930">
                  <c:v>3.11061854653585E-2</c:v>
                </c:pt>
                <c:pt idx="931">
                  <c:v>3.0323490887863097E-2</c:v>
                </c:pt>
                <c:pt idx="932">
                  <c:v>2.9495056970107899E-2</c:v>
                </c:pt>
                <c:pt idx="933">
                  <c:v>2.8625750760475101E-2</c:v>
                </c:pt>
                <c:pt idx="934">
                  <c:v>2.7720568671901803E-2</c:v>
                </c:pt>
                <c:pt idx="935">
                  <c:v>2.6784589111548001E-2</c:v>
                </c:pt>
                <c:pt idx="936">
                  <c:v>2.58229256634574E-2</c:v>
                </c:pt>
                <c:pt idx="937">
                  <c:v>2.4840681417875602E-2</c:v>
                </c:pt>
                <c:pt idx="938">
                  <c:v>2.3842905004059299E-2</c:v>
                </c:pt>
                <c:pt idx="939">
                  <c:v>2.2834548838146701E-2</c:v>
                </c:pt>
                <c:pt idx="940">
                  <c:v>2.1820430045141902E-2</c:v>
                </c:pt>
                <c:pt idx="941">
                  <c:v>2.0805194455584899E-2</c:v>
                </c:pt>
                <c:pt idx="942">
                  <c:v>1.9793284014408302E-2</c:v>
                </c:pt>
                <c:pt idx="943">
                  <c:v>1.8788907873235602E-2</c:v>
                </c:pt>
                <c:pt idx="944">
                  <c:v>1.77960173693823E-2</c:v>
                </c:pt>
                <c:pt idx="945">
                  <c:v>1.6818285026478298E-2</c:v>
                </c:pt>
                <c:pt idx="946">
                  <c:v>1.58590876442791E-2</c:v>
                </c:pt>
                <c:pt idx="947">
                  <c:v>1.4921493480132999E-2</c:v>
                </c:pt>
                <c:pt idx="948">
                  <c:v>1.4008253462864299E-2</c:v>
                </c:pt>
                <c:pt idx="949">
                  <c:v>1.3121796322526101E-2</c:v>
                </c:pt>
                <c:pt idx="950">
                  <c:v>1.2264227467437001E-2</c:v>
                </c:pt>
                <c:pt idx="951">
                  <c:v>1.1437331393838299E-2</c:v>
                </c:pt>
                <c:pt idx="952">
                  <c:v>1.0642577373922E-2</c:v>
                </c:pt>
                <c:pt idx="953">
                  <c:v>9.8811281352458504E-3</c:v>
                </c:pt>
                <c:pt idx="954">
                  <c:v>9.1538512188597005E-3</c:v>
                </c:pt>
                <c:pt idx="955">
                  <c:v>8.4613326848386912E-3</c:v>
                </c:pt>
                <c:pt idx="956">
                  <c:v>7.8038928222371297E-3</c:v>
                </c:pt>
                <c:pt idx="957">
                  <c:v>7.1816035154680805E-3</c:v>
                </c:pt>
                <c:pt idx="958">
                  <c:v>6.5943069203960305E-3</c:v>
                </c:pt>
                <c:pt idx="959">
                  <c:v>6.0416351105079405E-3</c:v>
                </c:pt>
                <c:pt idx="960">
                  <c:v>5.5230303658224504E-3</c:v>
                </c:pt>
                <c:pt idx="961">
                  <c:v>5.0377657940647103E-3</c:v>
                </c:pt>
                <c:pt idx="962">
                  <c:v>4.5849659943833802E-3</c:v>
                </c:pt>
                <c:pt idx="963">
                  <c:v>4.1636274978020501E-3</c:v>
                </c:pt>
                <c:pt idx="964">
                  <c:v>3.77263874495624E-3</c:v>
                </c:pt>
                <c:pt idx="965">
                  <c:v>3.4107993897563998E-3</c:v>
                </c:pt>
                <c:pt idx="966">
                  <c:v>3.0768387467502599E-3</c:v>
                </c:pt>
                <c:pt idx="967">
                  <c:v>2.76943322948823E-3</c:v>
                </c:pt>
                <c:pt idx="968">
                  <c:v>2.4872226565259298E-3</c:v>
                </c:pt>
                <c:pt idx="969">
                  <c:v>2.22882533029378E-3</c:v>
                </c:pt>
                <c:pt idx="970">
                  <c:v>1.9928518214545701E-3</c:v>
                </c:pt>
                <c:pt idx="971">
                  <c:v>1.77791741715867E-3</c:v>
                </c:pt>
                <c:pt idx="972">
                  <c:v>1.58265321546785E-3</c:v>
                </c:pt>
                <c:pt idx="973">
                  <c:v>1.4057158699014799E-3</c:v>
                </c:pt>
                <c:pt idx="974">
                  <c:v>1.2457960073827699E-3</c:v>
                </c:pt>
                <c:pt idx="975">
                  <c:v>1.10162535971693E-3</c:v>
                </c:pt>
                <c:pt idx="976">
                  <c:v>9.7198266306917599E-4</c:v>
                </c:pt>
                <c:pt idx="977">
                  <c:v>8.5569839173798494E-4</c:v>
                </c:pt>
                <c:pt idx="978">
                  <c:v>7.5165840189966404E-4</c:v>
                </c:pt>
                <c:pt idx="979">
                  <c:v>6.5880656803769897E-4</c:v>
                </c:pt>
                <c:pt idx="980">
                  <c:v>5.7614649960713792E-4</c:v>
                </c:pt>
                <c:pt idx="981">
                  <c:v>5.0274242829010502E-4</c:v>
                </c:pt>
                <c:pt idx="982">
                  <c:v>4.37719357165993E-4</c:v>
                </c:pt>
                <c:pt idx="983">
                  <c:v>3.8026256245580001E-4</c:v>
                </c:pt>
                <c:pt idx="984">
                  <c:v>3.29616536419609E-4</c:v>
                </c:pt>
                <c:pt idx="985">
                  <c:v>2.8508345670692997E-4</c:v>
                </c:pt>
                <c:pt idx="986">
                  <c:v>2.4602126319592103E-4</c:v>
                </c:pt>
                <c:pt idx="987">
                  <c:v>2.1184141831679298E-4</c:v>
                </c:pt>
                <c:pt idx="988">
                  <c:v>1.8200642123270301E-4</c:v>
                </c:pt>
                <c:pt idx="989">
                  <c:v>1.56027140230305E-4</c:v>
                </c:pt>
                <c:pt idx="990">
                  <c:v>1.3346002141730501E-4</c:v>
                </c:pt>
                <c:pt idx="991">
                  <c:v>1.13904225483587E-4</c:v>
                </c:pt>
                <c:pt idx="992">
                  <c:v>9.6998737984801804E-5</c:v>
                </c:pt>
                <c:pt idx="993">
                  <c:v>8.2419492462673801E-5</c:v>
                </c:pt>
                <c:pt idx="994">
                  <c:v>6.9876539815832801E-5</c:v>
                </c:pt>
                <c:pt idx="995">
                  <c:v>5.9111291751831106E-5</c:v>
                </c:pt>
                <c:pt idx="996">
                  <c:v>4.9893860940912798E-5</c:v>
                </c:pt>
                <c:pt idx="997">
                  <c:v>4.2020515695124198E-5</c:v>
                </c:pt>
                <c:pt idx="998">
                  <c:v>3.5311262637995602E-5</c:v>
                </c:pt>
                <c:pt idx="999">
                  <c:v>2.9607566923070598E-5</c:v>
                </c:pt>
                <c:pt idx="1000">
                  <c:v>2.47702161056068E-5</c:v>
                </c:pt>
                <c:pt idx="1001">
                  <c:v>2.0677330762982198E-5</c:v>
                </c:pt>
                <c:pt idx="1002">
                  <c:v>1.72225223800948E-5</c:v>
                </c:pt>
                <c:pt idx="1003">
                  <c:v>1.4313196844474401E-5</c:v>
                </c:pt>
                <c:pt idx="1004">
                  <c:v>1.1869000105377901E-5</c:v>
                </c:pt>
                <c:pt idx="1005">
                  <c:v>9.8204011118502986E-6</c:v>
                </c:pt>
                <c:pt idx="1006">
                  <c:v>8.1074060245132295E-6</c:v>
                </c:pt>
                <c:pt idx="1007">
                  <c:v>6.6783968615002897E-6</c:v>
                </c:pt>
                <c:pt idx="1008">
                  <c:v>5.4890871571474002E-6</c:v>
                </c:pt>
                <c:pt idx="1009">
                  <c:v>4.50158685001666E-6</c:v>
                </c:pt>
                <c:pt idx="1010">
                  <c:v>3.6835684430570601E-6</c:v>
                </c:pt>
                <c:pt idx="1011">
                  <c:v>3.0075264633678401E-6</c:v>
                </c:pt>
                <c:pt idx="1012">
                  <c:v>2.4501223643761901E-6</c:v>
                </c:pt>
                <c:pt idx="1013">
                  <c:v>1.9916072338367203E-6</c:v>
                </c:pt>
                <c:pt idx="1014">
                  <c:v>1.6153149739249699E-6</c:v>
                </c:pt>
                <c:pt idx="1015">
                  <c:v>1.30721898438016E-6</c:v>
                </c:pt>
                <c:pt idx="1016">
                  <c:v>1.0555457882100601E-6</c:v>
                </c:pt>
                <c:pt idx="1017">
                  <c:v>8.5043947640530695E-7</c:v>
                </c:pt>
                <c:pt idx="1018">
                  <c:v>6.8367130025415709E-7</c:v>
                </c:pt>
                <c:pt idx="1019">
                  <c:v>5.4838919621334504E-7</c:v>
                </c:pt>
                <c:pt idx="1020">
                  <c:v>4.3890247989766401E-7</c:v>
                </c:pt>
                <c:pt idx="1021">
                  <c:v>3.5049738544107797E-7</c:v>
                </c:pt>
                <c:pt idx="1022">
                  <c:v>2.7927954872246399E-7</c:v>
                </c:pt>
                <c:pt idx="1023">
                  <c:v>2.22039933635131E-7</c:v>
                </c:pt>
                <c:pt idx="1024">
                  <c:v>1.7614107684532898E-7</c:v>
                </c:pt>
                <c:pt idx="1025">
                  <c:v>1.3942087651910101E-7</c:v>
                </c:pt>
                <c:pt idx="1026">
                  <c:v>1.10111473370783E-7</c:v>
                </c:pt>
                <c:pt idx="1027">
                  <c:v>8.6771067896200293E-8</c:v>
                </c:pt>
                <c:pt idx="1028">
                  <c:v>6.8226786177113303E-8</c:v>
                </c:pt>
                <c:pt idx="1029">
                  <c:v>5.3526949012361394E-8</c:v>
                </c:pt>
                <c:pt idx="1030">
                  <c:v>4.1901316518968604E-8</c:v>
                </c:pt>
                <c:pt idx="1031">
                  <c:v>3.2728074171806503E-8</c:v>
                </c:pt>
                <c:pt idx="1032">
                  <c:v>2.5506498094453901E-8</c:v>
                </c:pt>
                <c:pt idx="1033">
                  <c:v>1.9834388951945103E-8</c:v>
                </c:pt>
                <c:pt idx="1034">
                  <c:v>1.53894967411334E-8</c:v>
                </c:pt>
                <c:pt idx="1035">
                  <c:v>1.1914274832086299E-8</c:v>
                </c:pt>
                <c:pt idx="1036">
                  <c:v>9.203402447505951E-9</c:v>
                </c:pt>
                <c:pt idx="1037">
                  <c:v>7.0936019709659698E-9</c:v>
                </c:pt>
                <c:pt idx="1038">
                  <c:v>5.4553525552224104E-9</c:v>
                </c:pt>
                <c:pt idx="1039">
                  <c:v>4.1861658647919301E-9</c:v>
                </c:pt>
                <c:pt idx="1040">
                  <c:v>3.20514473004987E-9</c:v>
                </c:pt>
                <c:pt idx="1041">
                  <c:v>2.4485921994516897E-9</c:v>
                </c:pt>
                <c:pt idx="1042">
                  <c:v>1.8664780268745999E-9</c:v>
                </c:pt>
                <c:pt idx="1043">
                  <c:v>1.4196029884665902E-9</c:v>
                </c:pt>
                <c:pt idx="1044">
                  <c:v>1.07732944949353E-9</c:v>
                </c:pt>
                <c:pt idx="1045">
                  <c:v>8.1577005990103097E-10</c:v>
                </c:pt>
                <c:pt idx="1046">
                  <c:v>6.1634601957495603E-10</c:v>
                </c:pt>
                <c:pt idx="1047">
                  <c:v>4.7437845592833603E-10</c:v>
                </c:pt>
                <c:pt idx="1048">
                  <c:v>4.0339467410502602E-10</c:v>
                </c:pt>
                <c:pt idx="1049">
                  <c:v>3.67902783193371E-10</c:v>
                </c:pt>
                <c:pt idx="1050">
                  <c:v>3.5015683773754304E-10</c:v>
                </c:pt>
                <c:pt idx="1051">
                  <c:v>3.4128386500963002E-10</c:v>
                </c:pt>
                <c:pt idx="1052">
                  <c:v>3.3684737864567305E-10</c:v>
                </c:pt>
                <c:pt idx="1053">
                  <c:v>3.3462913546369402E-10</c:v>
                </c:pt>
                <c:pt idx="1054">
                  <c:v>3.3352001387270499E-10</c:v>
                </c:pt>
                <c:pt idx="1055">
                  <c:v>3.3296545307721004E-10</c:v>
                </c:pt>
                <c:pt idx="1056">
                  <c:v>3.3241089228171602E-10</c:v>
                </c:pt>
                <c:pt idx="1057">
                  <c:v>4.39965287186271E-10</c:v>
                </c:pt>
                <c:pt idx="1058">
                  <c:v>5.8103083692254404E-10</c:v>
                </c:pt>
                <c:pt idx="1059">
                  <c:v>7.6562755513111799E-10</c:v>
                </c:pt>
                <c:pt idx="1060">
                  <c:v>1.00663848979745E-9</c:v>
                </c:pt>
                <c:pt idx="1061">
                  <c:v>1.3205872870163E-9</c:v>
                </c:pt>
                <c:pt idx="1062">
                  <c:v>1.7286150729790601E-9</c:v>
                </c:pt>
                <c:pt idx="1063">
                  <c:v>2.25770441628611E-9</c:v>
                </c:pt>
                <c:pt idx="1064">
                  <c:v>2.94220868310854E-9</c:v>
                </c:pt>
                <c:pt idx="1065">
                  <c:v>3.8257577493341398E-9</c:v>
                </c:pt>
                <c:pt idx="1066">
                  <c:v>4.9636261490143801E-9</c:v>
                </c:pt>
                <c:pt idx="1067">
                  <c:v>6.4256677289075395E-9</c:v>
                </c:pt>
                <c:pt idx="1068">
                  <c:v>8.2999422094338308E-9</c:v>
                </c:pt>
                <c:pt idx="1069">
                  <c:v>1.06971842438854E-8</c:v>
                </c:pt>
                <c:pt idx="1070">
                  <c:v>1.37562951999047E-8</c:v>
                </c:pt>
                <c:pt idx="1071">
                  <c:v>1.76510725997952E-8</c:v>
                </c:pt>
                <c:pt idx="1072">
                  <c:v>2.2598432649008298E-8</c:v>
                </c:pt>
                <c:pt idx="1073">
                  <c:v>2.8868428313347899E-8</c:v>
                </c:pt>
                <c:pt idx="1074">
                  <c:v>3.6796419787521602E-8</c:v>
                </c:pt>
                <c:pt idx="1075">
                  <c:v>4.6797816790484704E-8</c:v>
                </c:pt>
                <c:pt idx="1076">
                  <c:v>5.9385883823632099E-8</c:v>
                </c:pt>
                <c:pt idx="1077">
                  <c:v>7.5193181256161304E-8</c:v>
                </c:pt>
                <c:pt idx="1078">
                  <c:v>9.4997307781749301E-8</c:v>
                </c:pt>
                <c:pt idx="1079">
                  <c:v>1.1975171432554501E-7</c:v>
                </c:pt>
                <c:pt idx="1080">
                  <c:v>1.5062247672320601E-7</c:v>
                </c:pt>
                <c:pt idx="1081">
                  <c:v>1.8903204520932003E-7</c:v>
                </c:pt>
                <c:pt idx="1082">
                  <c:v>2.3671113357404801E-7</c:v>
                </c:pt>
                <c:pt idx="1083">
                  <c:v>2.9576007022263598E-7</c:v>
                </c:pt>
                <c:pt idx="1084">
                  <c:v>3.6872110750647501E-7</c:v>
                </c:pt>
                <c:pt idx="1085">
                  <c:v>4.5866337447662196E-7</c:v>
                </c:pt>
                <c:pt idx="1086">
                  <c:v>5.6928236114039303E-7</c:v>
                </c:pt>
                <c:pt idx="1087">
                  <c:v>7.0501603840172599E-7</c:v>
                </c:pt>
                <c:pt idx="1088">
                  <c:v>8.711799455908021E-7</c:v>
                </c:pt>
                <c:pt idx="1089">
                  <c:v>1.0741238146243499E-6</c:v>
                </c:pt>
                <c:pt idx="1090">
                  <c:v>1.3214125434010801E-6</c:v>
                </c:pt>
                <c:pt idx="1091">
                  <c:v>1.62203457716562E-6</c:v>
                </c:pt>
                <c:pt idx="1092">
                  <c:v>1.9866410004266397E-6</c:v>
                </c:pt>
                <c:pt idx="1093">
                  <c:v>2.4278188776648599E-6</c:v>
                </c:pt>
                <c:pt idx="1094">
                  <c:v>2.96040260141175E-6</c:v>
                </c:pt>
                <c:pt idx="1095">
                  <c:v>3.6018272029624799E-6</c:v>
                </c:pt>
                <c:pt idx="1096">
                  <c:v>4.3725277443295897E-6</c:v>
                </c:pt>
                <c:pt idx="1097">
                  <c:v>5.2963890290160603E-6</c:v>
                </c:pt>
                <c:pt idx="1098">
                  <c:v>6.4012499313961096E-6</c:v>
                </c:pt>
                <c:pt idx="1099">
                  <c:v>7.7194666362195298E-6</c:v>
                </c:pt>
                <c:pt idx="1100">
                  <c:v>9.2885389860344402E-6</c:v>
                </c:pt>
                <c:pt idx="1101">
                  <c:v>1.11518039390716E-5</c:v>
                </c:pt>
                <c:pt idx="1102">
                  <c:v>1.3359199826347399E-5</c:v>
                </c:pt>
                <c:pt idx="1103">
                  <c:v>1.5968104646762701E-5</c:v>
                </c:pt>
                <c:pt idx="1104">
                  <c:v>1.9044251034808002E-5</c:v>
                </c:pt>
                <c:pt idx="1105">
                  <c:v>2.26627197592462E-5</c:v>
                </c:pt>
                <c:pt idx="1106">
                  <c:v>2.6909012645504201E-5</c:v>
                </c:pt>
                <c:pt idx="1107">
                  <c:v>3.18802046433293E-5</c:v>
                </c:pt>
                <c:pt idx="1108">
                  <c:v>3.7686173370208704E-5</c:v>
                </c:pt>
                <c:pt idx="1109">
                  <c:v>4.4450902838339296E-5</c:v>
                </c:pt>
                <c:pt idx="1110">
                  <c:v>5.2313856210127001E-5</c:v>
                </c:pt>
                <c:pt idx="1111">
                  <c:v>6.1431410320079402E-5</c:v>
                </c:pt>
                <c:pt idx="1112">
                  <c:v>7.1978342350385096E-5</c:v>
                </c:pt>
                <c:pt idx="1113">
                  <c:v>8.4149356460332494E-5</c:v>
                </c:pt>
                <c:pt idx="1114">
                  <c:v>9.8160635359805209E-5</c:v>
                </c:pt>
                <c:pt idx="1115">
                  <c:v>1.14251398805936E-4</c:v>
                </c:pt>
                <c:pt idx="1116">
                  <c:v>1.3268544781976199E-4</c:v>
                </c:pt>
                <c:pt idx="1117">
                  <c:v>1.5375267010576E-4</c:v>
                </c:pt>
                <c:pt idx="1118">
                  <c:v>1.77770478760634E-4</c:v>
                </c:pt>
                <c:pt idx="1119">
                  <c:v>2.05085152938011E-4</c:v>
                </c:pt>
                <c:pt idx="1120">
                  <c:v>2.36073045762295E-4</c:v>
                </c:pt>
                <c:pt idx="1121">
                  <c:v>2.7114162153758602E-4</c:v>
                </c:pt>
                <c:pt idx="1122">
                  <c:v>3.1073028126549804E-4</c:v>
                </c:pt>
                <c:pt idx="1123">
                  <c:v>3.5531093276709898E-4</c:v>
                </c:pt>
                <c:pt idx="1124">
                  <c:v>4.0538825940471501E-4</c:v>
                </c:pt>
                <c:pt idx="1125">
                  <c:v>4.61499639630691E-4</c:v>
                </c:pt>
                <c:pt idx="1126">
                  <c:v>5.24214668468205E-4</c:v>
                </c:pt>
                <c:pt idx="1127">
                  <c:v>5.9413423167104201E-4</c:v>
                </c:pt>
                <c:pt idx="1128">
                  <c:v>6.71889083831006E-4</c:v>
                </c:pt>
                <c:pt idx="1129">
                  <c:v>7.5813788321495298E-4</c:v>
                </c:pt>
                <c:pt idx="1130">
                  <c:v>8.5356463872192704E-4</c:v>
                </c:pt>
                <c:pt idx="1131">
                  <c:v>9.5887552814648096E-4</c:v>
                </c:pt>
                <c:pt idx="1132">
                  <c:v>1.0747950519933499E-3</c:v>
                </c:pt>
                <c:pt idx="1133">
                  <c:v>1.20206149346754E-3</c:v>
                </c:pt>
                <c:pt idx="1134">
                  <c:v>1.3414216629958101E-3</c:v>
                </c:pt>
                <c:pt idx="1135">
                  <c:v>1.4936249147251299E-3</c:v>
                </c:pt>
                <c:pt idx="1136">
                  <c:v>1.65941643286597E-3</c:v>
                </c:pt>
                <c:pt idx="1137">
                  <c:v>1.8395297974419301E-3</c:v>
                </c:pt>
                <c:pt idx="1138">
                  <c:v>2.0346788518765899E-3</c:v>
                </c:pt>
                <c:pt idx="1139">
                  <c:v>2.2455489087566797E-3</c:v>
                </c:pt>
                <c:pt idx="1140">
                  <c:v>2.4727873448835598E-3</c:v>
                </c:pt>
                <c:pt idx="1141">
                  <c:v>2.7169936521472099E-3</c:v>
                </c:pt>
                <c:pt idx="1142">
                  <c:v>2.9787090265759098E-3</c:v>
                </c:pt>
                <c:pt idx="1143">
                  <c:v>3.2584055938407004E-3</c:v>
                </c:pt>
                <c:pt idx="1144">
                  <c:v>3.5564753852065103E-3</c:v>
                </c:pt>
                <c:pt idx="1145">
                  <c:v>3.8732191930703802E-3</c:v>
                </c:pt>
                <c:pt idx="1146">
                  <c:v>4.2088354494439102E-3</c:v>
                </c:pt>
                <c:pt idx="1147">
                  <c:v>4.5634092836347399E-3</c:v>
                </c:pt>
                <c:pt idx="1148">
                  <c:v>4.9369019265730401E-3</c:v>
                </c:pt>
                <c:pt idx="1149">
                  <c:v>5.3291406383254702E-3</c:v>
                </c:pt>
                <c:pt idx="1150">
                  <c:v>5.7398093419704001E-3</c:v>
                </c:pt>
                <c:pt idx="1151">
                  <c:v>6.1684401508252298E-3</c:v>
                </c:pt>
                <c:pt idx="1152">
                  <c:v>6.6144059767078104E-3</c:v>
                </c:pt>
                <c:pt idx="1153">
                  <c:v>7.0769144042137902E-3</c:v>
                </c:pt>
                <c:pt idx="1154">
                  <c:v>7.5550030096898802E-3</c:v>
                </c:pt>
                <c:pt idx="1155">
                  <c:v>8.0475362935374696E-3</c:v>
                </c:pt>
                <c:pt idx="1156">
                  <c:v>8.5532043806241104E-3</c:v>
                </c:pt>
                <c:pt idx="1157">
                  <c:v>9.0705236259256798E-3</c:v>
                </c:pt>
                <c:pt idx="1158">
                  <c:v>9.597839241173009E-3</c:v>
                </c:pt>
                <c:pt idx="1159">
                  <c:v>1.01333300334256E-2</c:v>
                </c:pt>
                <c:pt idx="1160">
                  <c:v>1.06750153184282E-2</c:v>
                </c:pt>
                <c:pt idx="1161">
                  <c:v>1.12207640407005E-2</c:v>
                </c:pt>
                <c:pt idx="1162">
                  <c:v>1.17683060990293E-2</c:v>
                </c:pt>
                <c:pt idx="1163">
                  <c:v>1.2315245840921101E-2</c:v>
                </c:pt>
                <c:pt idx="1164">
                  <c:v>1.28590776532527E-2</c:v>
                </c:pt>
                <c:pt idx="1165">
                  <c:v>1.3397203539492799E-2</c:v>
                </c:pt>
                <c:pt idx="1166">
                  <c:v>1.39269525372029E-2</c:v>
                </c:pt>
                <c:pt idx="1167">
                  <c:v>1.44456017937924E-2</c:v>
                </c:pt>
                <c:pt idx="1168">
                  <c:v>1.4950399084491599E-2</c:v>
                </c:pt>
                <c:pt idx="1169">
                  <c:v>1.54385865249614E-2</c:v>
                </c:pt>
                <c:pt idx="1170">
                  <c:v>1.5907425202640199E-2</c:v>
                </c:pt>
                <c:pt idx="1171">
                  <c:v>1.6354220426510298E-2</c:v>
                </c:pt>
                <c:pt idx="1172">
                  <c:v>1.67763472751086E-2</c:v>
                </c:pt>
                <c:pt idx="1173">
                  <c:v>1.7171276107839899E-2</c:v>
                </c:pt>
                <c:pt idx="1174">
                  <c:v>1.75365976954538E-2</c:v>
                </c:pt>
                <c:pt idx="1175">
                  <c:v>1.7870047622253301E-2</c:v>
                </c:pt>
                <c:pt idx="1176">
                  <c:v>1.8169529615444099E-2</c:v>
                </c:pt>
                <c:pt idx="1177">
                  <c:v>1.84331374661066E-2</c:v>
                </c:pt>
                <c:pt idx="1178">
                  <c:v>1.8659175221522897E-2</c:v>
                </c:pt>
                <c:pt idx="1179">
                  <c:v>1.8846175349854399E-2</c:v>
                </c:pt>
                <c:pt idx="1180">
                  <c:v>1.8992914605102301E-2</c:v>
                </c:pt>
                <c:pt idx="1181">
                  <c:v>1.9098427352461901E-2</c:v>
                </c:pt>
                <c:pt idx="1182">
                  <c:v>1.9162016151015499E-2</c:v>
                </c:pt>
                <c:pt idx="1183">
                  <c:v>1.9183259431514901E-2</c:v>
                </c:pt>
                <c:pt idx="1184">
                  <c:v>1.9162016151015499E-2</c:v>
                </c:pt>
                <c:pt idx="1185">
                  <c:v>1.9098427352461901E-2</c:v>
                </c:pt>
                <c:pt idx="1186">
                  <c:v>1.8992914605102301E-2</c:v>
                </c:pt>
                <c:pt idx="1187">
                  <c:v>1.8846175349854399E-2</c:v>
                </c:pt>
                <c:pt idx="1188">
                  <c:v>1.8659175221522897E-2</c:v>
                </c:pt>
                <c:pt idx="1189">
                  <c:v>1.84331374661066E-2</c:v>
                </c:pt>
                <c:pt idx="1190">
                  <c:v>1.8169529615444099E-2</c:v>
                </c:pt>
                <c:pt idx="1191">
                  <c:v>1.7870047622253301E-2</c:v>
                </c:pt>
                <c:pt idx="1192">
                  <c:v>1.75365976954538E-2</c:v>
                </c:pt>
                <c:pt idx="1193">
                  <c:v>1.7171276107839899E-2</c:v>
                </c:pt>
                <c:pt idx="1194">
                  <c:v>1.67763472751086E-2</c:v>
                </c:pt>
                <c:pt idx="1195">
                  <c:v>1.6354220426510298E-2</c:v>
                </c:pt>
                <c:pt idx="1196">
                  <c:v>1.5907425202640199E-2</c:v>
                </c:pt>
                <c:pt idx="1197">
                  <c:v>1.54385865249614E-2</c:v>
                </c:pt>
                <c:pt idx="1198">
                  <c:v>1.4950399084491599E-2</c:v>
                </c:pt>
                <c:pt idx="1199">
                  <c:v>1.44456017937924E-2</c:v>
                </c:pt>
                <c:pt idx="1200">
                  <c:v>1.39269525372029E-2</c:v>
                </c:pt>
                <c:pt idx="1201">
                  <c:v>1.3397203539492799E-2</c:v>
                </c:pt>
                <c:pt idx="1202">
                  <c:v>1.28590776532527E-2</c:v>
                </c:pt>
                <c:pt idx="1203">
                  <c:v>1.2315245840921101E-2</c:v>
                </c:pt>
                <c:pt idx="1204">
                  <c:v>1.17683060990293E-2</c:v>
                </c:pt>
                <c:pt idx="1205">
                  <c:v>1.12207640407005E-2</c:v>
                </c:pt>
                <c:pt idx="1206">
                  <c:v>1.06750153184282E-2</c:v>
                </c:pt>
                <c:pt idx="1207">
                  <c:v>1.01333300334256E-2</c:v>
                </c:pt>
                <c:pt idx="1208">
                  <c:v>9.597839241173009E-3</c:v>
                </c:pt>
                <c:pt idx="1209">
                  <c:v>9.0705236259256798E-3</c:v>
                </c:pt>
                <c:pt idx="1210">
                  <c:v>8.5532043806241104E-3</c:v>
                </c:pt>
                <c:pt idx="1211">
                  <c:v>8.0475362935374696E-3</c:v>
                </c:pt>
                <c:pt idx="1212">
                  <c:v>7.5550030096898802E-3</c:v>
                </c:pt>
                <c:pt idx="1213">
                  <c:v>7.0769144042137902E-3</c:v>
                </c:pt>
                <c:pt idx="1214">
                  <c:v>6.6144059767078104E-3</c:v>
                </c:pt>
                <c:pt idx="1215">
                  <c:v>6.1684401508252298E-3</c:v>
                </c:pt>
                <c:pt idx="1216">
                  <c:v>5.7398093419704001E-3</c:v>
                </c:pt>
                <c:pt idx="1217">
                  <c:v>5.3291406383254702E-3</c:v>
                </c:pt>
                <c:pt idx="1218">
                  <c:v>4.9369019265730401E-3</c:v>
                </c:pt>
                <c:pt idx="1219">
                  <c:v>4.5634092836347399E-3</c:v>
                </c:pt>
                <c:pt idx="1220">
                  <c:v>4.2088354494439102E-3</c:v>
                </c:pt>
                <c:pt idx="1221">
                  <c:v>3.8732191930703802E-3</c:v>
                </c:pt>
                <c:pt idx="1222">
                  <c:v>3.5564753852065103E-3</c:v>
                </c:pt>
                <c:pt idx="1223">
                  <c:v>3.2584055938407004E-3</c:v>
                </c:pt>
                <c:pt idx="1224">
                  <c:v>2.9787090265759098E-3</c:v>
                </c:pt>
                <c:pt idx="1225">
                  <c:v>2.7169936521472099E-3</c:v>
                </c:pt>
                <c:pt idx="1226">
                  <c:v>2.4727873448835598E-3</c:v>
                </c:pt>
                <c:pt idx="1227">
                  <c:v>2.2455489087566797E-3</c:v>
                </c:pt>
                <c:pt idx="1228">
                  <c:v>2.0346788518765899E-3</c:v>
                </c:pt>
                <c:pt idx="1229">
                  <c:v>1.8395297974419301E-3</c:v>
                </c:pt>
                <c:pt idx="1230">
                  <c:v>1.65941643286597E-3</c:v>
                </c:pt>
                <c:pt idx="1231">
                  <c:v>1.4936249147251299E-3</c:v>
                </c:pt>
                <c:pt idx="1232">
                  <c:v>1.3414216629958101E-3</c:v>
                </c:pt>
                <c:pt idx="1233">
                  <c:v>1.20206149346754E-3</c:v>
                </c:pt>
                <c:pt idx="1234">
                  <c:v>1.0747950519933499E-3</c:v>
                </c:pt>
                <c:pt idx="1235">
                  <c:v>9.5887552814648096E-4</c:v>
                </c:pt>
                <c:pt idx="1236">
                  <c:v>8.5356463872192704E-4</c:v>
                </c:pt>
                <c:pt idx="1237">
                  <c:v>7.5813788321495298E-4</c:v>
                </c:pt>
                <c:pt idx="1238">
                  <c:v>6.71889083831006E-4</c:v>
                </c:pt>
                <c:pt idx="1239">
                  <c:v>5.9413423167104201E-4</c:v>
                </c:pt>
                <c:pt idx="1240">
                  <c:v>5.24214668468205E-4</c:v>
                </c:pt>
                <c:pt idx="1241">
                  <c:v>4.61499639630691E-4</c:v>
                </c:pt>
                <c:pt idx="1242">
                  <c:v>4.0538825940471501E-4</c:v>
                </c:pt>
                <c:pt idx="1243">
                  <c:v>3.5531093276709898E-4</c:v>
                </c:pt>
                <c:pt idx="1244">
                  <c:v>3.1073028126549804E-4</c:v>
                </c:pt>
                <c:pt idx="1245">
                  <c:v>2.7114162153758602E-4</c:v>
                </c:pt>
                <c:pt idx="1246">
                  <c:v>2.36073045762295E-4</c:v>
                </c:pt>
                <c:pt idx="1247">
                  <c:v>2.05085152938011E-4</c:v>
                </c:pt>
                <c:pt idx="1248">
                  <c:v>1.77770478760634E-4</c:v>
                </c:pt>
                <c:pt idx="1249">
                  <c:v>1.5375267010576E-4</c:v>
                </c:pt>
                <c:pt idx="1250">
                  <c:v>1.3268544781976199E-4</c:v>
                </c:pt>
                <c:pt idx="1251">
                  <c:v>1.14251398805936E-4</c:v>
                </c:pt>
                <c:pt idx="1252">
                  <c:v>9.8160635359805209E-5</c:v>
                </c:pt>
                <c:pt idx="1253">
                  <c:v>8.4149356460332494E-5</c:v>
                </c:pt>
                <c:pt idx="1254">
                  <c:v>7.1978342350385096E-5</c:v>
                </c:pt>
                <c:pt idx="1255">
                  <c:v>6.1431410320079402E-5</c:v>
                </c:pt>
                <c:pt idx="1256">
                  <c:v>5.2313856210127001E-5</c:v>
                </c:pt>
                <c:pt idx="1257">
                  <c:v>4.4450902838339296E-5</c:v>
                </c:pt>
                <c:pt idx="1258">
                  <c:v>3.7686173370208704E-5</c:v>
                </c:pt>
                <c:pt idx="1259">
                  <c:v>3.18802046433293E-5</c:v>
                </c:pt>
                <c:pt idx="1260">
                  <c:v>2.6909012645504201E-5</c:v>
                </c:pt>
                <c:pt idx="1261">
                  <c:v>2.26627197592462E-5</c:v>
                </c:pt>
                <c:pt idx="1262">
                  <c:v>1.9044251034808002E-5</c:v>
                </c:pt>
                <c:pt idx="1263">
                  <c:v>1.5968104646762701E-5</c:v>
                </c:pt>
                <c:pt idx="1264">
                  <c:v>1.3359199826347399E-5</c:v>
                </c:pt>
                <c:pt idx="1265">
                  <c:v>1.11518039390716E-5</c:v>
                </c:pt>
                <c:pt idx="1266">
                  <c:v>9.2885389860344402E-6</c:v>
                </c:pt>
                <c:pt idx="1267">
                  <c:v>7.7194666362195298E-6</c:v>
                </c:pt>
                <c:pt idx="1268">
                  <c:v>6.4012499313961096E-6</c:v>
                </c:pt>
                <c:pt idx="1269">
                  <c:v>5.2963890290160603E-6</c:v>
                </c:pt>
                <c:pt idx="1270">
                  <c:v>4.3725277443295897E-6</c:v>
                </c:pt>
                <c:pt idx="1271">
                  <c:v>3.6018272029624799E-6</c:v>
                </c:pt>
                <c:pt idx="1272">
                  <c:v>2.96040260141175E-6</c:v>
                </c:pt>
                <c:pt idx="1273">
                  <c:v>2.4278188776648599E-6</c:v>
                </c:pt>
                <c:pt idx="1274">
                  <c:v>1.9866410004266397E-6</c:v>
                </c:pt>
                <c:pt idx="1275">
                  <c:v>1.62203457716562E-6</c:v>
                </c:pt>
                <c:pt idx="1276">
                  <c:v>1.3214125434010801E-6</c:v>
                </c:pt>
                <c:pt idx="1277">
                  <c:v>1.0741238146243499E-6</c:v>
                </c:pt>
                <c:pt idx="1278">
                  <c:v>8.711799455908021E-7</c:v>
                </c:pt>
                <c:pt idx="1279">
                  <c:v>7.0501603840172599E-7</c:v>
                </c:pt>
                <c:pt idx="1280">
                  <c:v>5.6928236114039303E-7</c:v>
                </c:pt>
                <c:pt idx="1281">
                  <c:v>4.5866337447662196E-7</c:v>
                </c:pt>
                <c:pt idx="1282">
                  <c:v>3.6872110750647501E-7</c:v>
                </c:pt>
                <c:pt idx="1283">
                  <c:v>2.9576007022263598E-7</c:v>
                </c:pt>
                <c:pt idx="1284">
                  <c:v>2.3671113357404801E-7</c:v>
                </c:pt>
                <c:pt idx="1285">
                  <c:v>1.8903204520932003E-7</c:v>
                </c:pt>
                <c:pt idx="1286">
                  <c:v>1.5062247672320601E-7</c:v>
                </c:pt>
                <c:pt idx="1287">
                  <c:v>1.1975171432554501E-7</c:v>
                </c:pt>
                <c:pt idx="1288">
                  <c:v>9.4997307781749301E-8</c:v>
                </c:pt>
                <c:pt idx="1289">
                  <c:v>7.5193181256161304E-8</c:v>
                </c:pt>
                <c:pt idx="1290">
                  <c:v>5.9385883823632099E-8</c:v>
                </c:pt>
                <c:pt idx="1291">
                  <c:v>4.6797816790484704E-8</c:v>
                </c:pt>
                <c:pt idx="1292">
                  <c:v>3.6796419787521602E-8</c:v>
                </c:pt>
                <c:pt idx="1293">
                  <c:v>2.8868428313347899E-8</c:v>
                </c:pt>
                <c:pt idx="1294">
                  <c:v>2.2598432649008298E-8</c:v>
                </c:pt>
                <c:pt idx="1295">
                  <c:v>1.76510725997952E-8</c:v>
                </c:pt>
                <c:pt idx="1296">
                  <c:v>1.37562951999047E-8</c:v>
                </c:pt>
                <c:pt idx="1297">
                  <c:v>1.06971842438854E-8</c:v>
                </c:pt>
                <c:pt idx="1298">
                  <c:v>8.2999422094338308E-9</c:v>
                </c:pt>
                <c:pt idx="1299">
                  <c:v>6.4256677289075395E-9</c:v>
                </c:pt>
                <c:pt idx="1300">
                  <c:v>4.9636261490143801E-9</c:v>
                </c:pt>
                <c:pt idx="1301">
                  <c:v>3.8257577493341398E-9</c:v>
                </c:pt>
                <c:pt idx="1302">
                  <c:v>2.94220868310854E-9</c:v>
                </c:pt>
                <c:pt idx="1303">
                  <c:v>2.25770441628611E-9</c:v>
                </c:pt>
                <c:pt idx="1304">
                  <c:v>1.7286150729790601E-9</c:v>
                </c:pt>
                <c:pt idx="1305">
                  <c:v>1.3205872870163E-9</c:v>
                </c:pt>
                <c:pt idx="1306">
                  <c:v>1.00663848979745E-9</c:v>
                </c:pt>
                <c:pt idx="1307">
                  <c:v>7.6562755513111799E-10</c:v>
                </c:pt>
                <c:pt idx="1308">
                  <c:v>5.8103083692254404E-10</c:v>
                </c:pt>
                <c:pt idx="1309">
                  <c:v>4.39965287186271E-10</c:v>
                </c:pt>
                <c:pt idx="1310">
                  <c:v>3.3241089228171602E-10</c:v>
                </c:pt>
                <c:pt idx="1311">
                  <c:v>1.8018852997378599E-10</c:v>
                </c:pt>
                <c:pt idx="1312">
                  <c:v>1.04077348819821E-10</c:v>
                </c:pt>
                <c:pt idx="1313">
                  <c:v>6.6021758242838904E-11</c:v>
                </c:pt>
                <c:pt idx="1314">
                  <c:v>4.6993962954347699E-11</c:v>
                </c:pt>
                <c:pt idx="1315">
                  <c:v>3.7480065310102097E-11</c:v>
                </c:pt>
                <c:pt idx="1316">
                  <c:v>3.2723116487979299E-11</c:v>
                </c:pt>
                <c:pt idx="1317">
                  <c:v>3.0344642076917896E-11</c:v>
                </c:pt>
                <c:pt idx="1318">
                  <c:v>2.9155404871387202E-11</c:v>
                </c:pt>
                <c:pt idx="1319">
                  <c:v>2.85607862686219E-11</c:v>
                </c:pt>
                <c:pt idx="1320">
                  <c:v>2.7966167665856501E-11</c:v>
                </c:pt>
                <c:pt idx="1321">
                  <c:v>3.7014861047875299E-11</c:v>
                </c:pt>
                <c:pt idx="1322">
                  <c:v>4.8882892172611797E-11</c:v>
                </c:pt>
                <c:pt idx="1323">
                  <c:v>6.4413258029614805E-11</c:v>
                </c:pt>
                <c:pt idx="1324">
                  <c:v>8.4689826471515112E-11</c:v>
                </c:pt>
                <c:pt idx="1325">
                  <c:v>1.11102753681119E-10</c:v>
                </c:pt>
                <c:pt idx="1326">
                  <c:v>1.45430670544E-10</c:v>
                </c:pt>
                <c:pt idx="1327">
                  <c:v>1.8994365621536899E-10</c:v>
                </c:pt>
                <c:pt idx="1328">
                  <c:v>2.4753190479095003E-10</c:v>
                </c:pt>
                <c:pt idx="1329">
                  <c:v>3.2186605538832201E-10</c:v>
                </c:pt>
                <c:pt idx="1330">
                  <c:v>4.1759642760539397E-10</c:v>
                </c:pt>
                <c:pt idx="1331">
                  <c:v>5.4059991788541102E-10</c:v>
                </c:pt>
                <c:pt idx="1332">
                  <c:v>6.9828510688280399E-10</c:v>
                </c:pt>
                <c:pt idx="1333">
                  <c:v>8.9996824732061094E-10</c:v>
                </c:pt>
                <c:pt idx="1334">
                  <c:v>1.15733529482395E-9</c:v>
                </c:pt>
                <c:pt idx="1335">
                  <c:v>1.48500806462662E-9</c:v>
                </c:pt>
                <c:pt idx="1336">
                  <c:v>1.9012360037592301E-9</c:v>
                </c:pt>
                <c:pt idx="1337">
                  <c:v>2.4287390251238597E-9</c:v>
                </c:pt>
                <c:pt idx="1338">
                  <c:v>3.09573142509708E-9</c:v>
                </c:pt>
                <c:pt idx="1339">
                  <c:v>3.9371621723200605E-9</c:v>
                </c:pt>
                <c:pt idx="1340">
                  <c:v>4.9962128876007402E-9</c:v>
                </c:pt>
                <c:pt idx="1341">
                  <c:v>6.3261017107609804E-9</c:v>
                </c:pt>
                <c:pt idx="1342">
                  <c:v>7.9922490475367195E-9</c:v>
                </c:pt>
                <c:pt idx="1343">
                  <c:v>1.00748699842955E-8</c:v>
                </c:pt>
                <c:pt idx="1344">
                  <c:v>1.26720680221207E-8</c:v>
                </c:pt>
                <c:pt idx="1345">
                  <c:v>1.59035157790898E-8</c:v>
                </c:pt>
                <c:pt idx="1346">
                  <c:v>1.9914820493597001E-8</c:v>
                </c:pt>
                <c:pt idx="1347">
                  <c:v>2.4882685570068199E-8</c:v>
                </c:pt>
                <c:pt idx="1348">
                  <c:v>3.1020994058543901E-8</c:v>
                </c:pt>
                <c:pt idx="1349">
                  <c:v>3.8587955842102498E-8</c:v>
                </c:pt>
                <c:pt idx="1350">
                  <c:v>4.7894477378840702E-8</c:v>
                </c:pt>
                <c:pt idx="1351">
                  <c:v>5.9313931025915098E-8</c:v>
                </c:pt>
                <c:pt idx="1352">
                  <c:v>7.3293520131934104E-8</c:v>
                </c:pt>
                <c:pt idx="1353">
                  <c:v>9.0367456034551285E-8</c:v>
                </c:pt>
                <c:pt idx="1354">
                  <c:v>1.1117218359139E-7</c:v>
                </c:pt>
                <c:pt idx="1355">
                  <c:v>1.3646391257957501E-7</c:v>
                </c:pt>
                <c:pt idx="1356">
                  <c:v>1.6713873281477998E-7</c:v>
                </c:pt>
                <c:pt idx="1357">
                  <c:v>2.0425561066622698E-7</c:v>
                </c:pt>
                <c:pt idx="1358">
                  <c:v>2.4906258318200301E-7</c:v>
                </c:pt>
                <c:pt idx="1359">
                  <c:v>3.0302648258627002E-7</c:v>
                </c:pt>
                <c:pt idx="1360">
                  <c:v>3.67866537652132E-7</c:v>
                </c:pt>
                <c:pt idx="1361">
                  <c:v>4.45592208463301E-7</c:v>
                </c:pt>
                <c:pt idx="1362">
                  <c:v>5.3854561631139101E-7</c:v>
                </c:pt>
                <c:pt idx="1363">
                  <c:v>6.494489297797759E-7</c:v>
                </c:pt>
                <c:pt idx="1364">
                  <c:v>7.8145706018001106E-7</c:v>
                </c:pt>
                <c:pt idx="1365">
                  <c:v>9.3821600308008104E-7</c:v>
                </c:pt>
                <c:pt idx="1366">
                  <c:v>1.12392713626449E-6</c:v>
                </c:pt>
                <c:pt idx="1367">
                  <c:v>1.34341774660875E-6</c:v>
                </c:pt>
                <c:pt idx="1368">
                  <c:v>1.60221800752164E-6</c:v>
                </c:pt>
                <c:pt idx="1369">
                  <c:v>1.9066445633023E-6</c:v>
                </c:pt>
                <c:pt idx="1370">
                  <c:v>2.2638907955189697E-6</c:v>
                </c:pt>
                <c:pt idx="1371">
                  <c:v>2.6821237479834599E-6</c:v>
                </c:pt>
                <c:pt idx="1372">
                  <c:v>3.1705875698639502E-6</c:v>
                </c:pt>
                <c:pt idx="1373">
                  <c:v>3.7397131999578402E-6</c:v>
                </c:pt>
                <c:pt idx="1374">
                  <c:v>4.4012338584261E-6</c:v>
                </c:pt>
                <c:pt idx="1375">
                  <c:v>5.1683057350159804E-6</c:v>
                </c:pt>
                <c:pt idx="1376">
                  <c:v>6.0556330650420595E-6</c:v>
                </c:pt>
                <c:pt idx="1377">
                  <c:v>7.0795965667369004E-6</c:v>
                </c:pt>
                <c:pt idx="1378">
                  <c:v>8.25838397717965E-6</c:v>
                </c:pt>
                <c:pt idx="1379">
                  <c:v>9.6121211706792003E-6</c:v>
                </c:pt>
                <c:pt idx="1380">
                  <c:v>1.1163002075762101E-5</c:v>
                </c:pt>
                <c:pt idx="1381">
                  <c:v>1.29354153281075E-5</c:v>
                </c:pt>
                <c:pt idx="1382">
                  <c:v>1.49560653110191E-5</c:v>
                </c:pt>
                <c:pt idx="1383">
                  <c:v>1.7254084947317201E-5</c:v>
                </c:pt>
                <c:pt idx="1384">
                  <c:v>1.9861137322728199E-5</c:v>
                </c:pt>
                <c:pt idx="1385">
                  <c:v>2.2811502947640999E-5</c:v>
                </c:pt>
                <c:pt idx="1386">
                  <c:v>2.6142149209012697E-5</c:v>
                </c:pt>
                <c:pt idx="1387">
                  <c:v>2.9892778335480398E-5</c:v>
                </c:pt>
                <c:pt idx="1388">
                  <c:v>3.4105850005281499E-5</c:v>
                </c:pt>
                <c:pt idx="1389">
                  <c:v>3.8826574577785501E-5</c:v>
                </c:pt>
                <c:pt idx="1390">
                  <c:v>4.4102872835041506E-5</c:v>
                </c:pt>
                <c:pt idx="1391">
                  <c:v>4.9985298089617202E-5</c:v>
                </c:pt>
                <c:pt idx="1392">
                  <c:v>5.6526916558895696E-5</c:v>
                </c:pt>
                <c:pt idx="1393">
                  <c:v>6.3783142033318804E-5</c:v>
                </c:pt>
                <c:pt idx="1394">
                  <c:v>7.1811521085515998E-5</c:v>
                </c:pt>
                <c:pt idx="1395">
                  <c:v>8.0671465386593805E-5</c:v>
                </c:pt>
                <c:pt idx="1396">
                  <c:v>9.0423928121479991E-5</c:v>
                </c:pt>
                <c:pt idx="1397">
                  <c:v>1.0113102203189201E-4</c:v>
                </c:pt>
                <c:pt idx="1398">
                  <c:v>1.1285557726598099E-4</c:v>
                </c:pt>
                <c:pt idx="1399">
                  <c:v>1.2566063797844198E-4</c:v>
                </c:pt>
                <c:pt idx="1400">
                  <c:v>1.3960889750170099E-4</c:v>
                </c:pt>
                <c:pt idx="1401">
                  <c:v>1.5476207289260902E-4</c:v>
                </c:pt>
                <c:pt idx="1402">
                  <c:v>1.71180220741771E-4</c:v>
                </c:pt>
                <c:pt idx="1403">
                  <c:v>1.8892099730278501E-4</c:v>
                </c:pt>
                <c:pt idx="1404">
                  <c:v>2.0803886724149199E-4</c:v>
                </c:pt>
                <c:pt idx="1405">
                  <c:v>2.2858426660285602E-4</c:v>
                </c:pt>
                <c:pt idx="1406">
                  <c:v>2.5060272692395202E-4</c:v>
                </c:pt>
                <c:pt idx="1407">
                  <c:v>2.7413396876142701E-4</c:v>
                </c:pt>
                <c:pt idx="1408">
                  <c:v>2.9921097422368599E-4</c:v>
                </c:pt>
                <c:pt idx="1409">
                  <c:v>3.25859049372606E-4</c:v>
                </c:pt>
                <c:pt idx="1410">
                  <c:v>3.54094888555561E-4</c:v>
                </c:pt>
                <c:pt idx="1411">
                  <c:v>3.8392565381370703E-4</c:v>
                </c:pt>
                <c:pt idx="1412">
                  <c:v>4.1534808345396098E-4</c:v>
                </c:pt>
                <c:pt idx="1413">
                  <c:v>4.48347644637448E-4</c:v>
                </c:pt>
                <c:pt idx="1414">
                  <c:v>4.8289774539503902E-4</c:v>
                </c:pt>
                <c:pt idx="1415">
                  <c:v>5.1895902180179002E-4</c:v>
                </c:pt>
                <c:pt idx="1416">
                  <c:v>5.56478716100208E-4</c:v>
                </c:pt>
                <c:pt idx="1417">
                  <c:v>5.9539016133510706E-4</c:v>
                </c:pt>
                <c:pt idx="1418">
                  <c:v>6.3561238753264305E-4</c:v>
                </c:pt>
                <c:pt idx="1419">
                  <c:v>6.77049863610963E-4</c:v>
                </c:pt>
                <c:pt idx="1420">
                  <c:v>7.1959238804410696E-4</c:v>
                </c:pt>
                <c:pt idx="1421">
                  <c:v>7.6311513981547991E-4</c:v>
                </c:pt>
                <c:pt idx="1422">
                  <c:v>8.07478899401112E-4</c:v>
                </c:pt>
                <c:pt idx="1423">
                  <c:v>8.5253044743211393E-4</c:v>
                </c:pt>
                <c:pt idx="1424">
                  <c:v>8.9810314632451796E-4</c:v>
                </c:pt>
                <c:pt idx="1425">
                  <c:v>9.4401770756446905E-4</c:v>
                </c:pt>
                <c:pt idx="1426">
                  <c:v>9.9008314453682901E-4</c:v>
                </c:pt>
                <c:pt idx="1427">
                  <c:v>1.0360979078313599E-3</c:v>
                </c:pt>
                <c:pt idx="1428">
                  <c:v>1.0818511969047E-3</c:v>
                </c:pt>
                <c:pt idx="1429">
                  <c:v>1.12712443887528E-3</c:v>
                </c:pt>
                <c:pt idx="1430">
                  <c:v>1.17169292214335E-3</c:v>
                </c:pt>
                <c:pt idx="1431">
                  <c:v>1.2153275695220599E-3</c:v>
                </c:pt>
                <c:pt idx="1432">
                  <c:v>1.25779683270432E-3</c:v>
                </c:pt>
                <c:pt idx="1433">
                  <c:v>1.29886868723601E-3</c:v>
                </c:pt>
                <c:pt idx="1434">
                  <c:v>1.3383127047837001E-3</c:v>
                </c:pt>
                <c:pt idx="1435">
                  <c:v>1.3759021774308999E-3</c:v>
                </c:pt>
                <c:pt idx="1436">
                  <c:v>1.4114162670659501E-3</c:v>
                </c:pt>
                <c:pt idx="1437">
                  <c:v>1.4446421516825299E-3</c:v>
                </c:pt>
                <c:pt idx="1438">
                  <c:v>1.4753771396398699E-3</c:v>
                </c:pt>
                <c:pt idx="1439">
                  <c:v>1.5034307226528402E-3</c:v>
                </c:pt>
                <c:pt idx="1440">
                  <c:v>1.52862653852094E-3</c:v>
                </c:pt>
                <c:pt idx="1441">
                  <c:v>1.55080421536859E-3</c:v>
                </c:pt>
                <c:pt idx="1442">
                  <c:v>1.56982107045235E-3</c:v>
                </c:pt>
                <c:pt idx="1443">
                  <c:v>1.5855536383792301E-3</c:v>
                </c:pt>
                <c:pt idx="1444">
                  <c:v>1.5978990058467498E-3</c:v>
                </c:pt>
                <c:pt idx="1445">
                  <c:v>1.6067759327226699E-3</c:v>
                </c:pt>
                <c:pt idx="1446">
                  <c:v>1.6121257423808699E-3</c:v>
                </c:pt>
                <c:pt idx="1447">
                  <c:v>1.61391296764338E-3</c:v>
                </c:pt>
                <c:pt idx="1448">
                  <c:v>1.6121257423808699E-3</c:v>
                </c:pt>
                <c:pt idx="1449">
                  <c:v>1.6067759327226699E-3</c:v>
                </c:pt>
                <c:pt idx="1450">
                  <c:v>1.5978990058467498E-3</c:v>
                </c:pt>
                <c:pt idx="1451">
                  <c:v>1.5855536383792301E-3</c:v>
                </c:pt>
                <c:pt idx="1452">
                  <c:v>1.56982107045235E-3</c:v>
                </c:pt>
                <c:pt idx="1453">
                  <c:v>1.55080421536859E-3</c:v>
                </c:pt>
                <c:pt idx="1454">
                  <c:v>1.52862653852094E-3</c:v>
                </c:pt>
                <c:pt idx="1455">
                  <c:v>1.5034307226528402E-3</c:v>
                </c:pt>
                <c:pt idx="1456">
                  <c:v>1.4753771396398699E-3</c:v>
                </c:pt>
                <c:pt idx="1457">
                  <c:v>1.4446421516825299E-3</c:v>
                </c:pt>
                <c:pt idx="1458">
                  <c:v>1.4114162670659501E-3</c:v>
                </c:pt>
                <c:pt idx="1459">
                  <c:v>1.3759021774308999E-3</c:v>
                </c:pt>
                <c:pt idx="1460">
                  <c:v>1.3383127047837001E-3</c:v>
                </c:pt>
                <c:pt idx="1461">
                  <c:v>1.29886868723601E-3</c:v>
                </c:pt>
                <c:pt idx="1462">
                  <c:v>1.25779683270432E-3</c:v>
                </c:pt>
                <c:pt idx="1463">
                  <c:v>1.2153275695220599E-3</c:v>
                </c:pt>
                <c:pt idx="1464">
                  <c:v>1.17169292214335E-3</c:v>
                </c:pt>
                <c:pt idx="1465">
                  <c:v>1.12712443887528E-3</c:v>
                </c:pt>
                <c:pt idx="1466">
                  <c:v>1.0818511969047E-3</c:v>
                </c:pt>
                <c:pt idx="1467">
                  <c:v>1.0360979078313599E-3</c:v>
                </c:pt>
                <c:pt idx="1468">
                  <c:v>9.9008314453682901E-4</c:v>
                </c:pt>
                <c:pt idx="1469">
                  <c:v>9.4401770756446905E-4</c:v>
                </c:pt>
                <c:pt idx="1470">
                  <c:v>8.9810314632451796E-4</c:v>
                </c:pt>
                <c:pt idx="1471">
                  <c:v>8.5253044743211393E-4</c:v>
                </c:pt>
                <c:pt idx="1472">
                  <c:v>8.07478899401112E-4</c:v>
                </c:pt>
                <c:pt idx="1473">
                  <c:v>7.6311513981547991E-4</c:v>
                </c:pt>
                <c:pt idx="1474">
                  <c:v>7.1959238804410696E-4</c:v>
                </c:pt>
                <c:pt idx="1475">
                  <c:v>6.77049863610963E-4</c:v>
                </c:pt>
                <c:pt idx="1476">
                  <c:v>6.3561238753264305E-4</c:v>
                </c:pt>
                <c:pt idx="1477">
                  <c:v>5.9539016133510706E-4</c:v>
                </c:pt>
                <c:pt idx="1478">
                  <c:v>5.56478716100208E-4</c:v>
                </c:pt>
                <c:pt idx="1479">
                  <c:v>5.1895902180179002E-4</c:v>
                </c:pt>
                <c:pt idx="1480">
                  <c:v>4.8289774539503902E-4</c:v>
                </c:pt>
                <c:pt idx="1481">
                  <c:v>4.48347644637448E-4</c:v>
                </c:pt>
                <c:pt idx="1482">
                  <c:v>4.1534808345396098E-4</c:v>
                </c:pt>
                <c:pt idx="1483">
                  <c:v>3.8392565381370703E-4</c:v>
                </c:pt>
                <c:pt idx="1484">
                  <c:v>3.54094888555561E-4</c:v>
                </c:pt>
                <c:pt idx="1485">
                  <c:v>3.25859049372606E-4</c:v>
                </c:pt>
                <c:pt idx="1486">
                  <c:v>2.9921097422368599E-4</c:v>
                </c:pt>
                <c:pt idx="1487">
                  <c:v>2.7413396876142701E-4</c:v>
                </c:pt>
                <c:pt idx="1488">
                  <c:v>2.5060272692395202E-4</c:v>
                </c:pt>
                <c:pt idx="1489">
                  <c:v>2.2858426660285602E-4</c:v>
                </c:pt>
                <c:pt idx="1490">
                  <c:v>2.0803886724149199E-4</c:v>
                </c:pt>
                <c:pt idx="1491">
                  <c:v>1.8892099730278501E-4</c:v>
                </c:pt>
                <c:pt idx="1492">
                  <c:v>1.71180220741771E-4</c:v>
                </c:pt>
                <c:pt idx="1493">
                  <c:v>1.5476207289260902E-4</c:v>
                </c:pt>
                <c:pt idx="1494">
                  <c:v>1.3960889750170099E-4</c:v>
                </c:pt>
                <c:pt idx="1495">
                  <c:v>1.2566063797844198E-4</c:v>
                </c:pt>
                <c:pt idx="1496">
                  <c:v>1.1285557726598099E-4</c:v>
                </c:pt>
                <c:pt idx="1497">
                  <c:v>1.0113102203189201E-4</c:v>
                </c:pt>
                <c:pt idx="1498">
                  <c:v>9.0423928121479991E-5</c:v>
                </c:pt>
                <c:pt idx="1499">
                  <c:v>8.0671465386593805E-5</c:v>
                </c:pt>
                <c:pt idx="1500">
                  <c:v>7.1811521085515998E-5</c:v>
                </c:pt>
                <c:pt idx="1501">
                  <c:v>6.3783142033318804E-5</c:v>
                </c:pt>
                <c:pt idx="1502">
                  <c:v>5.6526916558895696E-5</c:v>
                </c:pt>
                <c:pt idx="1503">
                  <c:v>4.9985298089617202E-5</c:v>
                </c:pt>
                <c:pt idx="1504">
                  <c:v>4.4102872835041506E-5</c:v>
                </c:pt>
                <c:pt idx="1505">
                  <c:v>3.8826574577785501E-5</c:v>
                </c:pt>
                <c:pt idx="1506">
                  <c:v>3.4105850005281499E-5</c:v>
                </c:pt>
                <c:pt idx="1507">
                  <c:v>2.9892778335480398E-5</c:v>
                </c:pt>
                <c:pt idx="1508">
                  <c:v>2.6142149209012697E-5</c:v>
                </c:pt>
                <c:pt idx="1509">
                  <c:v>2.2811502947640999E-5</c:v>
                </c:pt>
                <c:pt idx="1510">
                  <c:v>1.9861137322728199E-5</c:v>
                </c:pt>
                <c:pt idx="1511">
                  <c:v>1.7254084947317201E-5</c:v>
                </c:pt>
                <c:pt idx="1512">
                  <c:v>1.49560653110191E-5</c:v>
                </c:pt>
                <c:pt idx="1513">
                  <c:v>1.29354153281075E-5</c:v>
                </c:pt>
                <c:pt idx="1514">
                  <c:v>1.1163002075762101E-5</c:v>
                </c:pt>
                <c:pt idx="1515">
                  <c:v>9.6121211706792003E-6</c:v>
                </c:pt>
                <c:pt idx="1516">
                  <c:v>8.25838397717965E-6</c:v>
                </c:pt>
                <c:pt idx="1517">
                  <c:v>7.0795965667369004E-6</c:v>
                </c:pt>
                <c:pt idx="1518">
                  <c:v>6.0556330650420595E-6</c:v>
                </c:pt>
                <c:pt idx="1519">
                  <c:v>5.1683057350159804E-6</c:v>
                </c:pt>
                <c:pt idx="1520">
                  <c:v>4.4012338584261E-6</c:v>
                </c:pt>
                <c:pt idx="1521">
                  <c:v>3.7397131999578402E-6</c:v>
                </c:pt>
                <c:pt idx="1522">
                  <c:v>3.1705875698639502E-6</c:v>
                </c:pt>
                <c:pt idx="1523">
                  <c:v>2.6821237479834599E-6</c:v>
                </c:pt>
                <c:pt idx="1524">
                  <c:v>2.2638907955189697E-6</c:v>
                </c:pt>
                <c:pt idx="1525">
                  <c:v>1.9066445633023E-6</c:v>
                </c:pt>
                <c:pt idx="1526">
                  <c:v>1.60221800752164E-6</c:v>
                </c:pt>
                <c:pt idx="1527">
                  <c:v>1.34341774660875E-6</c:v>
                </c:pt>
                <c:pt idx="1528">
                  <c:v>1.12392713626449E-6</c:v>
                </c:pt>
                <c:pt idx="1529">
                  <c:v>9.3821600308008104E-7</c:v>
                </c:pt>
                <c:pt idx="1530">
                  <c:v>7.8145706018001106E-7</c:v>
                </c:pt>
                <c:pt idx="1531">
                  <c:v>6.494489297797759E-7</c:v>
                </c:pt>
                <c:pt idx="1532">
                  <c:v>5.3854561631139101E-7</c:v>
                </c:pt>
                <c:pt idx="1533">
                  <c:v>4.45592208463301E-7</c:v>
                </c:pt>
                <c:pt idx="1534">
                  <c:v>3.67866537652132E-7</c:v>
                </c:pt>
                <c:pt idx="1535">
                  <c:v>3.0302648258627002E-7</c:v>
                </c:pt>
                <c:pt idx="1536">
                  <c:v>2.4906258318200301E-7</c:v>
                </c:pt>
                <c:pt idx="1537">
                  <c:v>2.0425561066622698E-7</c:v>
                </c:pt>
                <c:pt idx="1538">
                  <c:v>1.6713873281477998E-7</c:v>
                </c:pt>
                <c:pt idx="1539">
                  <c:v>1.3646391257957501E-7</c:v>
                </c:pt>
                <c:pt idx="1540">
                  <c:v>1.1117218359139E-7</c:v>
                </c:pt>
                <c:pt idx="1541">
                  <c:v>9.0367456034551285E-8</c:v>
                </c:pt>
                <c:pt idx="1542">
                  <c:v>7.3293520131934104E-8</c:v>
                </c:pt>
                <c:pt idx="1543">
                  <c:v>5.9313931025915098E-8</c:v>
                </c:pt>
                <c:pt idx="1544">
                  <c:v>4.7894477378840702E-8</c:v>
                </c:pt>
                <c:pt idx="1545">
                  <c:v>3.8587955842102498E-8</c:v>
                </c:pt>
                <c:pt idx="1546">
                  <c:v>3.1020994058543901E-8</c:v>
                </c:pt>
                <c:pt idx="1547">
                  <c:v>2.4882685570068199E-8</c:v>
                </c:pt>
                <c:pt idx="1548">
                  <c:v>1.9914820493597001E-8</c:v>
                </c:pt>
                <c:pt idx="1549">
                  <c:v>1.59035157790898E-8</c:v>
                </c:pt>
                <c:pt idx="1550">
                  <c:v>1.26720680221207E-8</c:v>
                </c:pt>
                <c:pt idx="1551">
                  <c:v>1.00748699842955E-8</c:v>
                </c:pt>
                <c:pt idx="1552">
                  <c:v>7.9922490475367195E-9</c:v>
                </c:pt>
                <c:pt idx="1553">
                  <c:v>6.3261017107609804E-9</c:v>
                </c:pt>
                <c:pt idx="1554">
                  <c:v>4.9962128876007402E-9</c:v>
                </c:pt>
                <c:pt idx="1555">
                  <c:v>3.9371621723200605E-9</c:v>
                </c:pt>
                <c:pt idx="1556">
                  <c:v>3.09573142509708E-9</c:v>
                </c:pt>
                <c:pt idx="1557">
                  <c:v>2.4287390251238597E-9</c:v>
                </c:pt>
                <c:pt idx="1558">
                  <c:v>1.9012360037592301E-9</c:v>
                </c:pt>
                <c:pt idx="1559">
                  <c:v>1.48500806462662E-9</c:v>
                </c:pt>
                <c:pt idx="1560">
                  <c:v>1.15733529482395E-9</c:v>
                </c:pt>
                <c:pt idx="1561">
                  <c:v>8.9996824732061094E-10</c:v>
                </c:pt>
                <c:pt idx="1562">
                  <c:v>6.9828510688280399E-10</c:v>
                </c:pt>
                <c:pt idx="1563">
                  <c:v>5.4059991788541102E-10</c:v>
                </c:pt>
                <c:pt idx="1564">
                  <c:v>4.1759642760539397E-10</c:v>
                </c:pt>
                <c:pt idx="1565">
                  <c:v>3.2186605538832201E-10</c:v>
                </c:pt>
                <c:pt idx="1566">
                  <c:v>2.4753190479095003E-10</c:v>
                </c:pt>
                <c:pt idx="1567">
                  <c:v>1.8994365621536899E-10</c:v>
                </c:pt>
                <c:pt idx="1568">
                  <c:v>1.45430670544E-10</c:v>
                </c:pt>
                <c:pt idx="1569">
                  <c:v>1.11102753681119E-10</c:v>
                </c:pt>
                <c:pt idx="1570">
                  <c:v>8.4689826471515112E-11</c:v>
                </c:pt>
                <c:pt idx="1571">
                  <c:v>6.4413258029614805E-11</c:v>
                </c:pt>
                <c:pt idx="1572">
                  <c:v>4.8882892172611797E-11</c:v>
                </c:pt>
                <c:pt idx="1573">
                  <c:v>3.7014861047875299E-11</c:v>
                </c:pt>
                <c:pt idx="1574">
                  <c:v>2.7966167665856501E-11</c:v>
                </c:pt>
                <c:pt idx="1575">
                  <c:v>1.62358621898543E-11</c:v>
                </c:pt>
                <c:pt idx="1576">
                  <c:v>1.0370709451853099E-11</c:v>
                </c:pt>
                <c:pt idx="1577">
                  <c:v>7.43813308285259E-12</c:v>
                </c:pt>
                <c:pt idx="1578">
                  <c:v>5.9718448983523105E-12</c:v>
                </c:pt>
                <c:pt idx="1579">
                  <c:v>5.2387008061021703E-12</c:v>
                </c:pt>
                <c:pt idx="1580">
                  <c:v>4.8721287599770998E-12</c:v>
                </c:pt>
                <c:pt idx="1581">
                  <c:v>4.6888427369145702E-12</c:v>
                </c:pt>
                <c:pt idx="1582">
                  <c:v>4.5971997253833002E-12</c:v>
                </c:pt>
                <c:pt idx="1583">
                  <c:v>4.5513782196176599E-12</c:v>
                </c:pt>
                <c:pt idx="1584">
                  <c:v>4.5055567138520301E-12</c:v>
                </c:pt>
                <c:pt idx="1585">
                  <c:v>5.9633682276089895E-12</c:v>
                </c:pt>
                <c:pt idx="1586">
                  <c:v>7.8753959302657496E-12</c:v>
                </c:pt>
                <c:pt idx="1587">
                  <c:v>1.0377452879635601E-11</c:v>
                </c:pt>
                <c:pt idx="1588">
                  <c:v>1.3644158213338499E-11</c:v>
                </c:pt>
                <c:pt idx="1589">
                  <c:v>1.7899476387197799E-11</c:v>
                </c:pt>
                <c:pt idx="1590">
                  <c:v>2.3429958008494E-11</c:v>
                </c:pt>
                <c:pt idx="1591">
                  <c:v>3.0601329640156299E-11</c:v>
                </c:pt>
                <c:pt idx="1592">
                  <c:v>3.9879222954279207E-11</c:v>
                </c:pt>
                <c:pt idx="1593">
                  <c:v>5.1855005095547498E-11</c:v>
                </c:pt>
                <c:pt idx="1594">
                  <c:v>6.7277876989030805E-11</c:v>
                </c:pt>
                <c:pt idx="1595">
                  <c:v>8.7094650172972503E-11</c:v>
                </c:pt>
                <c:pt idx="1596">
                  <c:v>1.12498901854894E-10</c:v>
                </c:pt>
                <c:pt idx="1597">
                  <c:v>1.4499154933979501E-10</c:v>
                </c:pt>
                <c:pt idx="1598">
                  <c:v>1.8645528661898802E-10</c:v>
                </c:pt>
                <c:pt idx="1599">
                  <c:v>2.3924579640819301E-10</c:v>
                </c:pt>
                <c:pt idx="1600">
                  <c:v>3.06303199769945E-10</c:v>
                </c:pt>
                <c:pt idx="1601">
                  <c:v>3.9128784292461999E-10</c:v>
                </c:pt>
                <c:pt idx="1602">
                  <c:v>4.9874525795887904E-10</c:v>
                </c:pt>
                <c:pt idx="1603">
                  <c:v>6.3430598253468699E-10</c:v>
                </c:pt>
                <c:pt idx="1604">
                  <c:v>8.0492689554481202E-10</c:v>
                </c:pt>
                <c:pt idx="1605">
                  <c:v>1.0191818334204E-9</c:v>
                </c:pt>
                <c:pt idx="1606">
                  <c:v>1.2876105079949899E-9</c:v>
                </c:pt>
                <c:pt idx="1607">
                  <c:v>1.6231361637135801E-9</c:v>
                </c:pt>
                <c:pt idx="1608">
                  <c:v>2.0415640011041498E-9</c:v>
                </c:pt>
                <c:pt idx="1609">
                  <c:v>2.5621741651721399E-9</c:v>
                </c:pt>
                <c:pt idx="1610">
                  <c:v>3.2084250603142502E-9</c:v>
                </c:pt>
                <c:pt idx="1611">
                  <c:v>4.0087849135569499E-9</c:v>
                </c:pt>
                <c:pt idx="1612">
                  <c:v>4.9977118681683301E-9</c:v>
                </c:pt>
                <c:pt idx="1613">
                  <c:v>6.2168054484803099E-9</c:v>
                </c:pt>
                <c:pt idx="1614">
                  <c:v>7.71615498730369E-9</c:v>
                </c:pt>
                <c:pt idx="1615">
                  <c:v>9.5559135363777608E-9</c:v>
                </c:pt>
                <c:pt idx="1616">
                  <c:v>1.1808128866918601E-8</c:v>
                </c:pt>
                <c:pt idx="1617">
                  <c:v>1.45588663815132E-8</c:v>
                </c:pt>
                <c:pt idx="1618">
                  <c:v>1.79106620599042E-8</c:v>
                </c:pt>
                <c:pt idx="1619">
                  <c:v>2.1985346897282402E-8</c:v>
                </c:pt>
                <c:pt idx="1620">
                  <c:v>2.6927287598927798E-8</c:v>
                </c:pt>
                <c:pt idx="1621">
                  <c:v>3.2907091489075498E-8</c:v>
                </c:pt>
                <c:pt idx="1622">
                  <c:v>4.0125826578485402E-8</c:v>
                </c:pt>
                <c:pt idx="1623">
                  <c:v>4.8819810401065801E-8</c:v>
                </c:pt>
                <c:pt idx="1624">
                  <c:v>5.9266023443877597E-8</c:v>
                </c:pt>
                <c:pt idx="1625">
                  <c:v>7.1788204607421997E-8</c:v>
                </c:pt>
                <c:pt idx="1626">
                  <c:v>8.6763686976309598E-8</c:v>
                </c:pt>
                <c:pt idx="1627">
                  <c:v>1.04631032068286E-7</c:v>
                </c:pt>
                <c:pt idx="1628">
                  <c:v>1.25898519459273E-7</c:v>
                </c:pt>
                <c:pt idx="1629">
                  <c:v>1.51153546035619E-7</c:v>
                </c:pt>
                <c:pt idx="1630">
                  <c:v>1.8107298487162498E-7</c:v>
                </c:pt>
                <c:pt idx="1631">
                  <c:v>2.1643454763131E-7</c:v>
                </c:pt>
                <c:pt idx="1632">
                  <c:v>2.58129186204415E-7</c:v>
                </c:pt>
                <c:pt idx="1633">
                  <c:v>3.0717455876530897E-7</c:v>
                </c:pt>
                <c:pt idx="1634">
                  <c:v>3.6472957235508002E-7</c:v>
                </c:pt>
                <c:pt idx="1635">
                  <c:v>4.3210999821268401E-7</c:v>
                </c:pt>
                <c:pt idx="1636">
                  <c:v>5.1080513722647103E-7</c:v>
                </c:pt>
                <c:pt idx="1637">
                  <c:v>6.0249549088280601E-7</c:v>
                </c:pt>
                <c:pt idx="1638">
                  <c:v>7.0907136783974806E-7</c:v>
                </c:pt>
                <c:pt idx="1639">
                  <c:v>8.3265232769346699E-7</c:v>
                </c:pt>
                <c:pt idx="1640">
                  <c:v>9.7560733164505883E-7</c:v>
                </c:pt>
                <c:pt idx="1641">
                  <c:v>1.14057543470886E-6</c:v>
                </c:pt>
                <c:pt idx="1642">
                  <c:v>1.3304868160172401E-6</c:v>
                </c:pt>
                <c:pt idx="1643">
                  <c:v>1.5485839029631098E-6</c:v>
                </c:pt>
                <c:pt idx="1644">
                  <c:v>1.7984423017887899E-6</c:v>
                </c:pt>
                <c:pt idx="1645">
                  <c:v>2.0839912023117199E-6</c:v>
                </c:pt>
                <c:pt idx="1646">
                  <c:v>2.4095328784408798E-6</c:v>
                </c:pt>
                <c:pt idx="1647">
                  <c:v>2.7797608597859098E-6</c:v>
                </c:pt>
                <c:pt idx="1648">
                  <c:v>3.1997763039376502E-6</c:v>
                </c:pt>
                <c:pt idx="1649">
                  <c:v>3.6751020549833898E-6</c:v>
                </c:pt>
                <c:pt idx="1650">
                  <c:v>4.21169383272312E-6</c:v>
                </c:pt>
                <c:pt idx="1651">
                  <c:v>4.8159479602043402E-6</c:v>
                </c:pt>
                <c:pt idx="1652">
                  <c:v>5.4947050060253702E-6</c:v>
                </c:pt>
                <c:pt idx="1653">
                  <c:v>6.2552486938850005E-6</c:v>
                </c:pt>
                <c:pt idx="1654">
                  <c:v>7.1052994166477599E-6</c:v>
                </c:pt>
                <c:pt idx="1655">
                  <c:v>8.0530016873397793E-6</c:v>
                </c:pt>
                <c:pt idx="1656">
                  <c:v>9.1069048665623101E-6</c:v>
                </c:pt>
                <c:pt idx="1657">
                  <c:v>1.0275936526321201E-5</c:v>
                </c:pt>
                <c:pt idx="1658">
                  <c:v>1.1569367845627001E-5</c:v>
                </c:pt>
                <c:pt idx="1659">
                  <c:v>1.2996770484666901E-5</c:v>
                </c:pt>
                <c:pt idx="1660">
                  <c:v>1.4567964452920301E-5</c:v>
                </c:pt>
                <c:pt idx="1661">
                  <c:v>1.6292956573052599E-5</c:v>
                </c:pt>
                <c:pt idx="1662">
                  <c:v>1.81818692472183E-5</c:v>
                </c:pt>
                <c:pt idx="1663">
                  <c:v>2.02448593556109E-5</c:v>
                </c:pt>
                <c:pt idx="1664">
                  <c:v>2.2492027258358599E-5</c:v>
                </c:pt>
                <c:pt idx="1665">
                  <c:v>2.4933316030364099E-5</c:v>
                </c:pt>
                <c:pt idx="1666">
                  <c:v>2.7578401233122098E-5</c:v>
                </c:pt>
                <c:pt idx="1667">
                  <c:v>3.0436571716059499E-5</c:v>
                </c:pt>
                <c:pt idx="1668">
                  <c:v>3.3516602140179801E-5</c:v>
                </c:pt>
                <c:pt idx="1669">
                  <c:v>3.68266181258302E-5</c:v>
                </c:pt>
                <c:pt idx="1670">
                  <c:v>4.03739551408163E-5</c:v>
                </c:pt>
                <c:pt idx="1671">
                  <c:v>4.4165012460963598E-5</c:v>
                </c:pt>
                <c:pt idx="1672">
                  <c:v>4.8205103748184404E-5</c:v>
                </c:pt>
                <c:pt idx="1673">
                  <c:v>5.24983059964509E-5</c:v>
                </c:pt>
                <c:pt idx="1674">
                  <c:v>5.7047308788754404E-5</c:v>
                </c:pt>
                <c:pt idx="1675">
                  <c:v>6.1853265982963497E-5</c:v>
                </c:pt>
                <c:pt idx="1676">
                  <c:v>6.691565209616841E-5</c:v>
                </c:pt>
                <c:pt idx="1677">
                  <c:v>7.22321257804033E-5</c:v>
                </c:pt>
                <c:pt idx="1678">
                  <c:v>7.7798402872515706E-5</c:v>
                </c:pt>
                <c:pt idx="1679">
                  <c:v>8.3608141552688099E-5</c:v>
                </c:pt>
                <c:pt idx="1680">
                  <c:v>8.9652842155491801E-5</c:v>
                </c:pt>
                <c:pt idx="1681">
                  <c:v>9.5921764140745707E-5</c:v>
                </c:pt>
                <c:pt idx="1682">
                  <c:v>1.02401862646042E-4</c:v>
                </c:pt>
                <c:pt idx="1683">
                  <c:v>1.0907774690664101E-4</c:v>
                </c:pt>
                <c:pt idx="1684">
                  <c:v>1.15931662640615E-4</c:v>
                </c:pt>
                <c:pt idx="1685">
                  <c:v>1.2294350025783101E-4</c:v>
                </c:pt>
                <c:pt idx="1686">
                  <c:v>1.3009083046199E-4</c:v>
                </c:pt>
                <c:pt idx="1687">
                  <c:v>1.37348968478102E-4</c:v>
                </c:pt>
                <c:pt idx="1688">
                  <c:v>1.4469106775735798E-4</c:v>
                </c:pt>
                <c:pt idx="1689">
                  <c:v>1.5208824359245801E-4</c:v>
                </c:pt>
                <c:pt idx="1690">
                  <c:v>1.59509726625356E-4</c:v>
                </c:pt>
                <c:pt idx="1691">
                  <c:v>1.6692304575349301E-4</c:v>
                </c:pt>
                <c:pt idx="1692">
                  <c:v>1.7429423944825403E-4</c:v>
                </c:pt>
                <c:pt idx="1693">
                  <c:v>1.81588093999783E-4</c:v>
                </c:pt>
                <c:pt idx="1694">
                  <c:v>1.8876840670525901E-4</c:v>
                </c:pt>
                <c:pt idx="1695">
                  <c:v>1.95798271533458E-4</c:v>
                </c:pt>
                <c:pt idx="1696">
                  <c:v>2.0264038433737998E-4</c:v>
                </c:pt>
                <c:pt idx="1697">
                  <c:v>2.0925736425921398E-4</c:v>
                </c:pt>
                <c:pt idx="1698">
                  <c:v>2.1561208758801202E-4</c:v>
                </c:pt>
                <c:pt idx="1699">
                  <c:v>2.2166802999954701E-4</c:v>
                </c:pt>
                <c:pt idx="1700">
                  <c:v>2.27389612838618E-4</c:v>
                </c:pt>
                <c:pt idx="1701">
                  <c:v>2.3274254890395598E-4</c:v>
                </c:pt>
                <c:pt idx="1702">
                  <c:v>2.3769418307120898E-4</c:v>
                </c:pt>
                <c:pt idx="1703">
                  <c:v>2.4221382304483399E-4</c:v>
                </c:pt>
                <c:pt idx="1704">
                  <c:v>2.4627305556828303E-4</c:v>
                </c:pt>
                <c:pt idx="1705">
                  <c:v>2.4984604354477203E-4</c:v>
                </c:pt>
                <c:pt idx="1706">
                  <c:v>2.5290979972769802E-4</c:v>
                </c:pt>
                <c:pt idx="1707">
                  <c:v>2.5544443292792698E-4</c:v>
                </c:pt>
                <c:pt idx="1708">
                  <c:v>2.5743336305031101E-4</c:v>
                </c:pt>
                <c:pt idx="1709">
                  <c:v>2.58863501707923E-4</c:v>
                </c:pt>
                <c:pt idx="1710">
                  <c:v>2.5972539566176402E-4</c:v>
                </c:pt>
                <c:pt idx="1711">
                  <c:v>2.6001333088681504E-4</c:v>
                </c:pt>
                <c:pt idx="1712">
                  <c:v>2.5972539566176402E-4</c:v>
                </c:pt>
                <c:pt idx="1713">
                  <c:v>2.58863501707923E-4</c:v>
                </c:pt>
                <c:pt idx="1714">
                  <c:v>2.5743336305031101E-4</c:v>
                </c:pt>
                <c:pt idx="1715">
                  <c:v>2.5544443292792698E-4</c:v>
                </c:pt>
                <c:pt idx="1716">
                  <c:v>2.5290979972769802E-4</c:v>
                </c:pt>
                <c:pt idx="1717">
                  <c:v>2.4984604354477203E-4</c:v>
                </c:pt>
                <c:pt idx="1718">
                  <c:v>2.4627305556828303E-4</c:v>
                </c:pt>
                <c:pt idx="1719">
                  <c:v>2.4221382304483399E-4</c:v>
                </c:pt>
                <c:pt idx="1720">
                  <c:v>2.3769418307120898E-4</c:v>
                </c:pt>
                <c:pt idx="1721">
                  <c:v>2.3274254890395598E-4</c:v>
                </c:pt>
                <c:pt idx="1722">
                  <c:v>2.27389612838618E-4</c:v>
                </c:pt>
                <c:pt idx="1723">
                  <c:v>2.2166802999954701E-4</c:v>
                </c:pt>
                <c:pt idx="1724">
                  <c:v>2.1561208758801202E-4</c:v>
                </c:pt>
                <c:pt idx="1725">
                  <c:v>2.0925736425921398E-4</c:v>
                </c:pt>
                <c:pt idx="1726">
                  <c:v>2.0264038433737998E-4</c:v>
                </c:pt>
                <c:pt idx="1727">
                  <c:v>1.95798271533458E-4</c:v>
                </c:pt>
                <c:pt idx="1728">
                  <c:v>1.8876840670525901E-4</c:v>
                </c:pt>
                <c:pt idx="1729">
                  <c:v>1.81588093999783E-4</c:v>
                </c:pt>
                <c:pt idx="1730">
                  <c:v>1.7429423944825403E-4</c:v>
                </c:pt>
                <c:pt idx="1731">
                  <c:v>1.6692304575349301E-4</c:v>
                </c:pt>
                <c:pt idx="1732">
                  <c:v>1.59509726625356E-4</c:v>
                </c:pt>
                <c:pt idx="1733">
                  <c:v>1.5208824359245801E-4</c:v>
                </c:pt>
                <c:pt idx="1734">
                  <c:v>1.4469106775735798E-4</c:v>
                </c:pt>
                <c:pt idx="1735">
                  <c:v>1.37348968478102E-4</c:v>
                </c:pt>
                <c:pt idx="1736">
                  <c:v>1.3009083046199E-4</c:v>
                </c:pt>
                <c:pt idx="1737">
                  <c:v>1.2294350025783101E-4</c:v>
                </c:pt>
                <c:pt idx="1738">
                  <c:v>1.15931662640615E-4</c:v>
                </c:pt>
                <c:pt idx="1739">
                  <c:v>1.0907774690664101E-4</c:v>
                </c:pt>
                <c:pt idx="1740">
                  <c:v>1.02401862646042E-4</c:v>
                </c:pt>
                <c:pt idx="1741">
                  <c:v>9.5921764140745707E-5</c:v>
                </c:pt>
                <c:pt idx="1742">
                  <c:v>8.9652842155491801E-5</c:v>
                </c:pt>
                <c:pt idx="1743">
                  <c:v>8.3608141552688099E-5</c:v>
                </c:pt>
                <c:pt idx="1744">
                  <c:v>7.7798402872515706E-5</c:v>
                </c:pt>
                <c:pt idx="1745">
                  <c:v>7.22321257804033E-5</c:v>
                </c:pt>
                <c:pt idx="1746">
                  <c:v>6.691565209616841E-5</c:v>
                </c:pt>
                <c:pt idx="1747">
                  <c:v>6.1853265982963497E-5</c:v>
                </c:pt>
                <c:pt idx="1748">
                  <c:v>5.7047308788754404E-5</c:v>
                </c:pt>
                <c:pt idx="1749">
                  <c:v>5.24983059964509E-5</c:v>
                </c:pt>
                <c:pt idx="1750">
                  <c:v>4.8205103748184404E-5</c:v>
                </c:pt>
                <c:pt idx="1751">
                  <c:v>4.4165012460963598E-5</c:v>
                </c:pt>
                <c:pt idx="1752">
                  <c:v>4.03739551408163E-5</c:v>
                </c:pt>
                <c:pt idx="1753">
                  <c:v>3.68266181258302E-5</c:v>
                </c:pt>
                <c:pt idx="1754">
                  <c:v>3.3516602140179801E-5</c:v>
                </c:pt>
                <c:pt idx="1755">
                  <c:v>3.0436571716059499E-5</c:v>
                </c:pt>
                <c:pt idx="1756">
                  <c:v>2.7578401233122098E-5</c:v>
                </c:pt>
                <c:pt idx="1757">
                  <c:v>2.4933316030364099E-5</c:v>
                </c:pt>
                <c:pt idx="1758">
                  <c:v>2.2492027258358599E-5</c:v>
                </c:pt>
                <c:pt idx="1759">
                  <c:v>2.02448593556109E-5</c:v>
                </c:pt>
                <c:pt idx="1760">
                  <c:v>1.81818692472183E-5</c:v>
                </c:pt>
                <c:pt idx="1761">
                  <c:v>1.6292956573052599E-5</c:v>
                </c:pt>
                <c:pt idx="1762">
                  <c:v>1.4567964452920301E-5</c:v>
                </c:pt>
                <c:pt idx="1763">
                  <c:v>1.2996770484666901E-5</c:v>
                </c:pt>
                <c:pt idx="1764">
                  <c:v>1.1569367845627001E-5</c:v>
                </c:pt>
                <c:pt idx="1765">
                  <c:v>1.0275936526321201E-5</c:v>
                </c:pt>
                <c:pt idx="1766">
                  <c:v>9.1069048665623101E-6</c:v>
                </c:pt>
                <c:pt idx="1767">
                  <c:v>8.0530016873397793E-6</c:v>
                </c:pt>
                <c:pt idx="1768">
                  <c:v>7.1052994166477599E-6</c:v>
                </c:pt>
                <c:pt idx="1769">
                  <c:v>6.2552486938850005E-6</c:v>
                </c:pt>
                <c:pt idx="1770">
                  <c:v>5.4947050060253702E-6</c:v>
                </c:pt>
                <c:pt idx="1771">
                  <c:v>4.8159479602043402E-6</c:v>
                </c:pt>
                <c:pt idx="1772">
                  <c:v>4.21169383272312E-6</c:v>
                </c:pt>
                <c:pt idx="1773">
                  <c:v>3.6751020549833898E-6</c:v>
                </c:pt>
                <c:pt idx="1774">
                  <c:v>3.1997763039376502E-6</c:v>
                </c:pt>
                <c:pt idx="1775">
                  <c:v>2.7797608597859098E-6</c:v>
                </c:pt>
                <c:pt idx="1776">
                  <c:v>2.4095328784408798E-6</c:v>
                </c:pt>
                <c:pt idx="1777">
                  <c:v>2.0839912023117199E-6</c:v>
                </c:pt>
                <c:pt idx="1778">
                  <c:v>1.7984423017887899E-6</c:v>
                </c:pt>
                <c:pt idx="1779">
                  <c:v>1.5485839029631098E-6</c:v>
                </c:pt>
                <c:pt idx="1780">
                  <c:v>1.3304868160172401E-6</c:v>
                </c:pt>
                <c:pt idx="1781">
                  <c:v>1.14057543470886E-6</c:v>
                </c:pt>
                <c:pt idx="1782">
                  <c:v>9.7560733164505883E-7</c:v>
                </c:pt>
                <c:pt idx="1783">
                  <c:v>8.3265232769346699E-7</c:v>
                </c:pt>
                <c:pt idx="1784">
                  <c:v>7.0907136783974806E-7</c:v>
                </c:pt>
                <c:pt idx="1785">
                  <c:v>6.0249549088280601E-7</c:v>
                </c:pt>
                <c:pt idx="1786">
                  <c:v>5.1080513722647103E-7</c:v>
                </c:pt>
                <c:pt idx="1787">
                  <c:v>4.3210999821268401E-7</c:v>
                </c:pt>
                <c:pt idx="1788">
                  <c:v>3.6472957235508002E-7</c:v>
                </c:pt>
                <c:pt idx="1789">
                  <c:v>3.0717455876530897E-7</c:v>
                </c:pt>
                <c:pt idx="1790">
                  <c:v>2.58129186204415E-7</c:v>
                </c:pt>
                <c:pt idx="1791">
                  <c:v>2.1643454763131E-7</c:v>
                </c:pt>
                <c:pt idx="1792">
                  <c:v>1.8107298487162498E-7</c:v>
                </c:pt>
                <c:pt idx="1793">
                  <c:v>1.51153546035619E-7</c:v>
                </c:pt>
                <c:pt idx="1794">
                  <c:v>1.25898519459273E-7</c:v>
                </c:pt>
                <c:pt idx="1795">
                  <c:v>1.04631032068286E-7</c:v>
                </c:pt>
                <c:pt idx="1796">
                  <c:v>8.6763686976309598E-8</c:v>
                </c:pt>
                <c:pt idx="1797">
                  <c:v>7.1788204607421997E-8</c:v>
                </c:pt>
                <c:pt idx="1798">
                  <c:v>5.9266023443877597E-8</c:v>
                </c:pt>
                <c:pt idx="1799">
                  <c:v>4.8819810401065801E-8</c:v>
                </c:pt>
                <c:pt idx="1800">
                  <c:v>4.0125826578485402E-8</c:v>
                </c:pt>
                <c:pt idx="1801">
                  <c:v>3.2907091489075498E-8</c:v>
                </c:pt>
                <c:pt idx="1802">
                  <c:v>2.6927287598927798E-8</c:v>
                </c:pt>
                <c:pt idx="1803">
                  <c:v>2.1985346897282402E-8</c:v>
                </c:pt>
                <c:pt idx="1804">
                  <c:v>1.79106620599042E-8</c:v>
                </c:pt>
                <c:pt idx="1805">
                  <c:v>1.45588663815132E-8</c:v>
                </c:pt>
                <c:pt idx="1806">
                  <c:v>1.1808128866918601E-8</c:v>
                </c:pt>
                <c:pt idx="1807">
                  <c:v>9.5559135363777608E-9</c:v>
                </c:pt>
                <c:pt idx="1808">
                  <c:v>7.71615498730369E-9</c:v>
                </c:pt>
                <c:pt idx="1809">
                  <c:v>6.2168054484803099E-9</c:v>
                </c:pt>
                <c:pt idx="1810">
                  <c:v>4.9977118681683301E-9</c:v>
                </c:pt>
                <c:pt idx="1811">
                  <c:v>4.0087849135569499E-9</c:v>
                </c:pt>
                <c:pt idx="1812">
                  <c:v>3.2084250603142502E-9</c:v>
                </c:pt>
                <c:pt idx="1813">
                  <c:v>2.5621741651721399E-9</c:v>
                </c:pt>
                <c:pt idx="1814">
                  <c:v>2.0415640011041498E-9</c:v>
                </c:pt>
                <c:pt idx="1815">
                  <c:v>1.6231361637135801E-9</c:v>
                </c:pt>
                <c:pt idx="1816">
                  <c:v>1.2876105079949899E-9</c:v>
                </c:pt>
                <c:pt idx="1817">
                  <c:v>1.0191818334204E-9</c:v>
                </c:pt>
                <c:pt idx="1818">
                  <c:v>8.0492689554481202E-10</c:v>
                </c:pt>
                <c:pt idx="1819">
                  <c:v>6.3430598253468699E-10</c:v>
                </c:pt>
                <c:pt idx="1820">
                  <c:v>4.9874525795887904E-10</c:v>
                </c:pt>
                <c:pt idx="1821">
                  <c:v>3.9128784292461999E-10</c:v>
                </c:pt>
                <c:pt idx="1822">
                  <c:v>3.06303199769945E-10</c:v>
                </c:pt>
                <c:pt idx="1823">
                  <c:v>2.3924579640819301E-10</c:v>
                </c:pt>
                <c:pt idx="1824">
                  <c:v>1.8645528661898802E-10</c:v>
                </c:pt>
                <c:pt idx="1825">
                  <c:v>1.4499154933979501E-10</c:v>
                </c:pt>
                <c:pt idx="1826">
                  <c:v>1.12498901854894E-10</c:v>
                </c:pt>
                <c:pt idx="1827">
                  <c:v>8.7094650172972503E-11</c:v>
                </c:pt>
                <c:pt idx="1828">
                  <c:v>6.7277876989030805E-11</c:v>
                </c:pt>
                <c:pt idx="1829">
                  <c:v>5.1855005095547498E-11</c:v>
                </c:pt>
                <c:pt idx="1830">
                  <c:v>3.9879222954279207E-11</c:v>
                </c:pt>
                <c:pt idx="1831">
                  <c:v>3.0601329640156299E-11</c:v>
                </c:pt>
                <c:pt idx="1832">
                  <c:v>2.3429958008494E-11</c:v>
                </c:pt>
                <c:pt idx="1833">
                  <c:v>1.7899476387197799E-11</c:v>
                </c:pt>
                <c:pt idx="1834">
                  <c:v>1.3644158213338499E-11</c:v>
                </c:pt>
                <c:pt idx="1835">
                  <c:v>1.0377452879635601E-11</c:v>
                </c:pt>
                <c:pt idx="1836">
                  <c:v>7.8753959302657496E-12</c:v>
                </c:pt>
                <c:pt idx="1837">
                  <c:v>5.9633682276089895E-12</c:v>
                </c:pt>
                <c:pt idx="1838">
                  <c:v>4.5055567138520301E-12</c:v>
                </c:pt>
                <c:pt idx="1839">
                  <c:v>2.4154133296609596E-12</c:v>
                </c:pt>
                <c:pt idx="1840">
                  <c:v>1.37034163756543E-12</c:v>
                </c:pt>
                <c:pt idx="1841">
                  <c:v>8.4780579151765793E-13</c:v>
                </c:pt>
                <c:pt idx="1842">
                  <c:v>5.8653786849377396E-13</c:v>
                </c:pt>
                <c:pt idx="1843">
                  <c:v>4.5590390698183304E-13</c:v>
                </c:pt>
                <c:pt idx="1844">
                  <c:v>3.9058692622586197E-13</c:v>
                </c:pt>
                <c:pt idx="1845">
                  <c:v>3.5792843584787599E-13</c:v>
                </c:pt>
                <c:pt idx="1846">
                  <c:v>3.4159919065888302E-13</c:v>
                </c:pt>
                <c:pt idx="1847">
                  <c:v>3.3343456806438701E-13</c:v>
                </c:pt>
                <c:pt idx="1848">
                  <c:v>3.2526994546989101E-13</c:v>
                </c:pt>
                <c:pt idx="1849">
                  <c:v>4.3051382579377303E-13</c:v>
                </c:pt>
                <c:pt idx="1850">
                  <c:v>5.68548964640881E-13</c:v>
                </c:pt>
                <c:pt idx="1851">
                  <c:v>7.4918012282428004E-13</c:v>
                </c:pt>
                <c:pt idx="1852">
                  <c:v>9.8501359097106504E-13</c:v>
                </c:pt>
                <c:pt idx="1853">
                  <c:v>1.29221804943739E-12</c:v>
                </c:pt>
                <c:pt idx="1854">
                  <c:v>1.6914804646347599E-12</c:v>
                </c:pt>
                <c:pt idx="1855">
                  <c:v>2.2092037578303801E-12</c:v>
                </c:pt>
                <c:pt idx="1856">
                  <c:v>2.8790033062595702E-12</c:v>
                </c:pt>
                <c:pt idx="1857">
                  <c:v>3.7435717162129098E-12</c:v>
                </c:pt>
                <c:pt idx="1858">
                  <c:v>4.8569960982341699E-12</c:v>
                </c:pt>
                <c:pt idx="1859">
                  <c:v>6.2876296785668102E-12</c:v>
                </c:pt>
                <c:pt idx="1860">
                  <c:v>8.1216404532790994E-12</c:v>
                </c:pt>
                <c:pt idx="1861">
                  <c:v>1.0467384241853099E-11</c:v>
                </c:pt>
                <c:pt idx="1862">
                  <c:v>1.34607784926271E-11</c:v>
                </c:pt>
                <c:pt idx="1863">
                  <c:v>1.7271887159325399E-11</c:v>
                </c:pt>
                <c:pt idx="1864">
                  <c:v>2.2112966590813001E-11</c:v>
                </c:pt>
                <c:pt idx="1865">
                  <c:v>2.8248268397072099E-11</c:v>
                </c:pt>
                <c:pt idx="1866">
                  <c:v>3.6005948468231603E-11</c:v>
                </c:pt>
                <c:pt idx="1867">
                  <c:v>4.5792492571664704E-11</c:v>
                </c:pt>
                <c:pt idx="1868">
                  <c:v>5.81101391124799E-11</c:v>
                </c:pt>
                <c:pt idx="1869">
                  <c:v>7.3577859615295408E-11</c:v>
                </c:pt>
                <c:pt idx="1870">
                  <c:v>9.295654817402521E-11</c:v>
                </c:pt>
                <c:pt idx="1871">
                  <c:v>1.1717917340561999E-10</c:v>
                </c:pt>
                <c:pt idx="1872">
                  <c:v>1.4738676116778899E-10</c:v>
                </c:pt>
                <c:pt idx="1873">
                  <c:v>1.8497120420827801E-10</c:v>
                </c:pt>
                <c:pt idx="1874">
                  <c:v>2.3162603662365501E-10</c:v>
                </c:pt>
                <c:pt idx="1875">
                  <c:v>2.8940646695763899E-10</c:v>
                </c:pt>
                <c:pt idx="1876">
                  <c:v>3.6080013416222803E-10</c:v>
                </c:pt>
                <c:pt idx="1877">
                  <c:v>4.4881023537161899E-10</c:v>
                </c:pt>
                <c:pt idx="1878">
                  <c:v>5.5705287300927399E-10</c:v>
                </c:pt>
                <c:pt idx="1879">
                  <c:v>6.8987068020617192E-10</c:v>
                </c:pt>
                <c:pt idx="1880">
                  <c:v>8.5246500634109597E-10</c:v>
                </c:pt>
                <c:pt idx="1881">
                  <c:v>1.0510491765554901E-9</c:v>
                </c:pt>
                <c:pt idx="1882">
                  <c:v>1.2930255774261301E-9</c:v>
                </c:pt>
                <c:pt idx="1883">
                  <c:v>1.58718956182038E-9</c:v>
                </c:pt>
                <c:pt idx="1884">
                  <c:v>1.9439634045727299E-9</c:v>
                </c:pt>
                <c:pt idx="1885">
                  <c:v>2.3756637712086702E-9</c:v>
                </c:pt>
                <c:pt idx="1886">
                  <c:v>2.8968063775540998E-9</c:v>
                </c:pt>
                <c:pt idx="1887">
                  <c:v>3.5244517105254199E-9</c:v>
                </c:pt>
                <c:pt idx="1888">
                  <c:v>4.2785958402299299E-9</c:v>
                </c:pt>
                <c:pt idx="1889">
                  <c:v>5.1826104699221395E-9</c:v>
                </c:pt>
                <c:pt idx="1890">
                  <c:v>6.2637364312351103E-9</c:v>
                </c:pt>
                <c:pt idx="1891">
                  <c:v>7.5536348240110899E-9</c:v>
                </c:pt>
                <c:pt idx="1892">
                  <c:v>9.0889999083479493E-9</c:v>
                </c:pt>
                <c:pt idx="1893">
                  <c:v>1.0912237665420899E-8</c:v>
                </c:pt>
                <c:pt idx="1894">
                  <c:v>1.3072213636593899E-8</c:v>
                </c:pt>
                <c:pt idx="1895">
                  <c:v>1.5625073210020399E-8</c:v>
                </c:pt>
                <c:pt idx="1896">
                  <c:v>1.86351369327486E-8</c:v>
                </c:pt>
                <c:pt idx="1897">
                  <c:v>2.2175872666778101E-8</c:v>
                </c:pt>
                <c:pt idx="1898">
                  <c:v>2.6330945462623103E-8</c:v>
                </c:pt>
                <c:pt idx="1899">
                  <c:v>3.1195344877918296E-8</c:v>
                </c:pt>
                <c:pt idx="1900">
                  <c:v>3.6876588107431605E-8</c:v>
                </c:pt>
                <c:pt idx="1901">
                  <c:v>4.3495995702994402E-8</c:v>
                </c:pt>
                <c:pt idx="1902">
                  <c:v>5.1190034839070998E-8</c:v>
                </c:pt>
                <c:pt idx="1903">
                  <c:v>6.0111723017837498E-8</c:v>
                </c:pt>
                <c:pt idx="1904">
                  <c:v>7.0432082807566597E-8</c:v>
                </c:pt>
                <c:pt idx="1905">
                  <c:v>8.2341635676552409E-8</c:v>
                </c:pt>
                <c:pt idx="1906">
                  <c:v>9.6051920235256009E-8</c:v>
                </c:pt>
                <c:pt idx="1907">
                  <c:v>1.11797017252884E-7</c:v>
                </c:pt>
                <c:pt idx="1908">
                  <c:v>1.2983506070073498E-7</c:v>
                </c:pt>
                <c:pt idx="1909">
                  <c:v>1.50449710831878E-7</c:v>
                </c:pt>
                <c:pt idx="1910">
                  <c:v>1.7395156198318202E-7</c:v>
                </c:pt>
                <c:pt idx="1911">
                  <c:v>2.0067945443946602E-7</c:v>
                </c:pt>
                <c:pt idx="1912">
                  <c:v>2.31001656398599E-7</c:v>
                </c:pt>
                <c:pt idx="1913">
                  <c:v>2.6531687889879497E-7</c:v>
                </c:pt>
                <c:pt idx="1914">
                  <c:v>3.0405508360241999E-7</c:v>
                </c:pt>
                <c:pt idx="1915">
                  <c:v>3.47678040670412E-7</c:v>
                </c:pt>
                <c:pt idx="1916">
                  <c:v>3.9667959171131701E-7</c:v>
                </c:pt>
                <c:pt idx="1917">
                  <c:v>4.51585571058334E-7</c:v>
                </c:pt>
                <c:pt idx="1918">
                  <c:v>5.1295333752981395E-7</c:v>
                </c:pt>
                <c:pt idx="1919">
                  <c:v>5.8137086847820203E-7</c:v>
                </c:pt>
                <c:pt idx="1920">
                  <c:v>6.5745536844295201E-7</c:v>
                </c:pt>
                <c:pt idx="1921">
                  <c:v>7.4185134620376706E-7</c:v>
                </c:pt>
                <c:pt idx="1922">
                  <c:v>8.3522811658292796E-7</c:v>
                </c:pt>
                <c:pt idx="1923">
                  <c:v>9.3827668705961397E-7</c:v>
                </c:pt>
                <c:pt idx="1924">
                  <c:v>1.0517059942094299E-6</c:v>
                </c:pt>
                <c:pt idx="1925">
                  <c:v>1.1762384612243E-6</c:v>
                </c:pt>
                <c:pt idx="1926">
                  <c:v>1.3126048553336701E-6</c:v>
                </c:pt>
                <c:pt idx="1927">
                  <c:v>1.4615384328422499E-6</c:v>
                </c:pt>
                <c:pt idx="1928">
                  <c:v>1.62376836969804E-6</c:v>
                </c:pt>
                <c:pt idx="1929">
                  <c:v>1.8000124869466799E-6</c:v>
                </c:pt>
                <c:pt idx="1930">
                  <c:v>1.9909692930210902E-6</c:v>
                </c:pt>
                <c:pt idx="1931">
                  <c:v>2.1973093784250602E-6</c:v>
                </c:pt>
                <c:pt idx="1932">
                  <c:v>2.4196662128244902E-6</c:v>
                </c:pt>
                <c:pt idx="1933">
                  <c:v>2.6586264096514198E-6</c:v>
                </c:pt>
                <c:pt idx="1934">
                  <c:v>2.9147195388046802E-6</c:v>
                </c:pt>
                <c:pt idx="1935">
                  <c:v>3.1884075836153003E-6</c:v>
                </c:pt>
                <c:pt idx="1936">
                  <c:v>3.4800741536193002E-6</c:v>
                </c:pt>
                <c:pt idx="1937">
                  <c:v>3.7900135795045804E-6</c:v>
                </c:pt>
                <c:pt idx="1938">
                  <c:v>4.1184200305089197E-6</c:v>
                </c:pt>
                <c:pt idx="1939">
                  <c:v>4.4653768071676099E-6</c:v>
                </c:pt>
                <c:pt idx="1940">
                  <c:v>4.8308459732591601E-6</c:v>
                </c:pt>
                <c:pt idx="1941">
                  <c:v>5.2146584996993703E-6</c:v>
                </c:pt>
                <c:pt idx="1942">
                  <c:v>5.6165050996223806E-6</c:v>
                </c:pt>
                <c:pt idx="1943">
                  <c:v>6.0359279376224202E-6</c:v>
                </c:pt>
                <c:pt idx="1944">
                  <c:v>6.4723133968068503E-6</c:v>
                </c:pt>
                <c:pt idx="1945">
                  <c:v>6.9248860846679205E-6</c:v>
                </c:pt>
                <c:pt idx="1946">
                  <c:v>7.3927042526153001E-6</c:v>
                </c:pt>
                <c:pt idx="1947">
                  <c:v>7.87465679418075E-6</c:v>
                </c:pt>
                <c:pt idx="1948">
                  <c:v>8.3694619733478096E-6</c:v>
                </c:pt>
                <c:pt idx="1949">
                  <c:v>8.8756680171833402E-6</c:v>
                </c:pt>
                <c:pt idx="1950">
                  <c:v>9.3916556860577903E-6</c:v>
                </c:pt>
                <c:pt idx="1951">
                  <c:v>9.9156429104235008E-6</c:v>
                </c:pt>
                <c:pt idx="1952">
                  <c:v>1.0445691555656599E-5</c:v>
                </c:pt>
                <c:pt idx="1953">
                  <c:v>1.0979716346226199E-5</c:v>
                </c:pt>
                <c:pt idx="1954">
                  <c:v>1.1515495947888899E-5</c:v>
                </c:pt>
                <c:pt idx="1955">
                  <c:v>1.2050686172250501E-5</c:v>
                </c:pt>
                <c:pt idx="1956">
                  <c:v>1.2582835232492301E-5</c:v>
                </c:pt>
                <c:pt idx="1957">
                  <c:v>1.3109400942995301E-5</c:v>
                </c:pt>
                <c:pt idx="1958">
                  <c:v>1.3627769719707501E-5</c:v>
                </c:pt>
                <c:pt idx="1959">
                  <c:v>1.41352772031444E-5</c:v>
                </c:pt>
                <c:pt idx="1960">
                  <c:v>1.4629230292623501E-5</c:v>
                </c:pt>
                <c:pt idx="1961">
                  <c:v>1.5106930349474E-5</c:v>
                </c:pt>
                <c:pt idx="1962">
                  <c:v>1.5565697299245001E-5</c:v>
                </c:pt>
                <c:pt idx="1963">
                  <c:v>1.60028943390499E-5</c:v>
                </c:pt>
                <c:pt idx="1964">
                  <c:v>1.64159529367464E-5</c:v>
                </c:pt>
                <c:pt idx="1965">
                  <c:v>1.6802397794209498E-5</c:v>
                </c:pt>
                <c:pt idx="1966">
                  <c:v>1.71598714379476E-5</c:v>
                </c:pt>
                <c:pt idx="1967">
                  <c:v>1.7486158097095502E-5</c:v>
                </c:pt>
                <c:pt idx="1968">
                  <c:v>1.7779206531597001E-5</c:v>
                </c:pt>
                <c:pt idx="1969">
                  <c:v>1.8037151482262901E-5</c:v>
                </c:pt>
                <c:pt idx="1970">
                  <c:v>1.82583334293217E-5</c:v>
                </c:pt>
                <c:pt idx="1971">
                  <c:v>1.8441316366877501E-5</c:v>
                </c:pt>
                <c:pt idx="1972">
                  <c:v>1.85849033270554E-5</c:v>
                </c:pt>
                <c:pt idx="1973">
                  <c:v>1.8688149419096699E-5</c:v>
                </c:pt>
                <c:pt idx="1974">
                  <c:v>1.8750372184710699E-5</c:v>
                </c:pt>
                <c:pt idx="1975">
                  <c:v>1.8771159110921901E-5</c:v>
                </c:pt>
                <c:pt idx="1976">
                  <c:v>1.8750372184710699E-5</c:v>
                </c:pt>
                <c:pt idx="1977">
                  <c:v>1.8688149419096699E-5</c:v>
                </c:pt>
                <c:pt idx="1978">
                  <c:v>1.85849033270554E-5</c:v>
                </c:pt>
                <c:pt idx="1979">
                  <c:v>1.8441316366877501E-5</c:v>
                </c:pt>
                <c:pt idx="1980">
                  <c:v>1.82583334293217E-5</c:v>
                </c:pt>
                <c:pt idx="1981">
                  <c:v>1.8037151482262901E-5</c:v>
                </c:pt>
                <c:pt idx="1982">
                  <c:v>1.7779206531597001E-5</c:v>
                </c:pt>
                <c:pt idx="1983">
                  <c:v>1.7486158097095502E-5</c:v>
                </c:pt>
                <c:pt idx="1984">
                  <c:v>1.71598714379476E-5</c:v>
                </c:pt>
                <c:pt idx="1985">
                  <c:v>1.6802397794209498E-5</c:v>
                </c:pt>
                <c:pt idx="1986">
                  <c:v>1.64159529367464E-5</c:v>
                </c:pt>
                <c:pt idx="1987">
                  <c:v>1.60028943390499E-5</c:v>
                </c:pt>
                <c:pt idx="1988">
                  <c:v>1.5565697299245001E-5</c:v>
                </c:pt>
                <c:pt idx="1989">
                  <c:v>1.5106930349474E-5</c:v>
                </c:pt>
                <c:pt idx="1990">
                  <c:v>1.4629230292623501E-5</c:v>
                </c:pt>
                <c:pt idx="1991">
                  <c:v>1.41352772031444E-5</c:v>
                </c:pt>
                <c:pt idx="1992">
                  <c:v>1.3627769719707501E-5</c:v>
                </c:pt>
                <c:pt idx="1993">
                  <c:v>1.3109400942995301E-5</c:v>
                </c:pt>
                <c:pt idx="1994">
                  <c:v>1.2582835232492301E-5</c:v>
                </c:pt>
                <c:pt idx="1995">
                  <c:v>1.2050686172250501E-5</c:v>
                </c:pt>
                <c:pt idx="1996">
                  <c:v>1.1515495947888899E-5</c:v>
                </c:pt>
                <c:pt idx="1997">
                  <c:v>1.0979716346226199E-5</c:v>
                </c:pt>
                <c:pt idx="1998">
                  <c:v>1.0445691555656599E-5</c:v>
                </c:pt>
                <c:pt idx="1999">
                  <c:v>9.9156429104235008E-6</c:v>
                </c:pt>
                <c:pt idx="2000">
                  <c:v>9.3916556860577903E-6</c:v>
                </c:pt>
                <c:pt idx="2001">
                  <c:v>8.8756680171833402E-6</c:v>
                </c:pt>
                <c:pt idx="2002">
                  <c:v>8.3694619733478096E-6</c:v>
                </c:pt>
                <c:pt idx="2003">
                  <c:v>7.87465679418075E-6</c:v>
                </c:pt>
                <c:pt idx="2004">
                  <c:v>7.3927042526153001E-6</c:v>
                </c:pt>
                <c:pt idx="2005">
                  <c:v>6.9248860846679205E-6</c:v>
                </c:pt>
                <c:pt idx="2006">
                  <c:v>6.4723133968068503E-6</c:v>
                </c:pt>
                <c:pt idx="2007">
                  <c:v>6.0359279376224202E-6</c:v>
                </c:pt>
                <c:pt idx="2008">
                  <c:v>5.6165050996223806E-6</c:v>
                </c:pt>
                <c:pt idx="2009">
                  <c:v>5.2146584996993703E-6</c:v>
                </c:pt>
                <c:pt idx="2010">
                  <c:v>4.8308459732591601E-6</c:v>
                </c:pt>
                <c:pt idx="2011">
                  <c:v>4.4653768071676099E-6</c:v>
                </c:pt>
                <c:pt idx="2012">
                  <c:v>4.1184200305089197E-6</c:v>
                </c:pt>
                <c:pt idx="2013">
                  <c:v>3.7900135795045804E-6</c:v>
                </c:pt>
                <c:pt idx="2014">
                  <c:v>3.4800741536193002E-6</c:v>
                </c:pt>
                <c:pt idx="2015">
                  <c:v>3.1884075836153003E-6</c:v>
                </c:pt>
                <c:pt idx="2016">
                  <c:v>2.9147195388046802E-6</c:v>
                </c:pt>
                <c:pt idx="2017">
                  <c:v>2.6586264096514198E-6</c:v>
                </c:pt>
                <c:pt idx="2018">
                  <c:v>2.4196662128244902E-6</c:v>
                </c:pt>
                <c:pt idx="2019">
                  <c:v>2.1973093784250602E-6</c:v>
                </c:pt>
                <c:pt idx="2020">
                  <c:v>1.9909692930210902E-6</c:v>
                </c:pt>
                <c:pt idx="2021">
                  <c:v>1.8000124869466799E-6</c:v>
                </c:pt>
                <c:pt idx="2022">
                  <c:v>1.62376836969804E-6</c:v>
                </c:pt>
                <c:pt idx="2023">
                  <c:v>1.4615384328422499E-6</c:v>
                </c:pt>
                <c:pt idx="2024">
                  <c:v>1.3126048553336701E-6</c:v>
                </c:pt>
                <c:pt idx="2025">
                  <c:v>1.1762384612243E-6</c:v>
                </c:pt>
                <c:pt idx="2026">
                  <c:v>1.0517059942094299E-6</c:v>
                </c:pt>
                <c:pt idx="2027">
                  <c:v>9.3827668705961397E-7</c:v>
                </c:pt>
                <c:pt idx="2028">
                  <c:v>8.3522811658292796E-7</c:v>
                </c:pt>
                <c:pt idx="2029">
                  <c:v>7.4185134620376706E-7</c:v>
                </c:pt>
                <c:pt idx="2030">
                  <c:v>6.5745536844295201E-7</c:v>
                </c:pt>
                <c:pt idx="2031">
                  <c:v>5.8137086847820203E-7</c:v>
                </c:pt>
                <c:pt idx="2032">
                  <c:v>5.1295333752981395E-7</c:v>
                </c:pt>
                <c:pt idx="2033">
                  <c:v>4.51585571058334E-7</c:v>
                </c:pt>
                <c:pt idx="2034">
                  <c:v>3.9667959171131701E-7</c:v>
                </c:pt>
                <c:pt idx="2035">
                  <c:v>3.47678040670412E-7</c:v>
                </c:pt>
                <c:pt idx="2036">
                  <c:v>3.0405508360241999E-7</c:v>
                </c:pt>
                <c:pt idx="2037">
                  <c:v>2.6531687889879497E-7</c:v>
                </c:pt>
                <c:pt idx="2038">
                  <c:v>2.31001656398599E-7</c:v>
                </c:pt>
                <c:pt idx="2039">
                  <c:v>2.0067945443946602E-7</c:v>
                </c:pt>
                <c:pt idx="2040">
                  <c:v>1.7395156198318202E-7</c:v>
                </c:pt>
                <c:pt idx="2041">
                  <c:v>1.50449710831878E-7</c:v>
                </c:pt>
                <c:pt idx="2042">
                  <c:v>1.2983506070073498E-7</c:v>
                </c:pt>
                <c:pt idx="2043">
                  <c:v>1.11797017252884E-7</c:v>
                </c:pt>
                <c:pt idx="2044">
                  <c:v>9.6051920235256009E-8</c:v>
                </c:pt>
                <c:pt idx="2045">
                  <c:v>8.2341635676552409E-8</c:v>
                </c:pt>
                <c:pt idx="2046">
                  <c:v>7.0432082807566597E-8</c:v>
                </c:pt>
                <c:pt idx="2047">
                  <c:v>6.0111723017837498E-8</c:v>
                </c:pt>
                <c:pt idx="2048">
                  <c:v>5.1190034839070998E-8</c:v>
                </c:pt>
                <c:pt idx="2049">
                  <c:v>4.3495995702994402E-8</c:v>
                </c:pt>
                <c:pt idx="2050">
                  <c:v>3.6876588107431605E-8</c:v>
                </c:pt>
                <c:pt idx="2051">
                  <c:v>3.1195344877918296E-8</c:v>
                </c:pt>
                <c:pt idx="2052">
                  <c:v>2.6330945462623103E-8</c:v>
                </c:pt>
                <c:pt idx="2053">
                  <c:v>2.2175872666778101E-8</c:v>
                </c:pt>
                <c:pt idx="2054">
                  <c:v>1.86351369327486E-8</c:v>
                </c:pt>
                <c:pt idx="2055">
                  <c:v>1.5625073210020399E-8</c:v>
                </c:pt>
                <c:pt idx="2056">
                  <c:v>1.3072213636593899E-8</c:v>
                </c:pt>
                <c:pt idx="2057">
                  <c:v>1.0912237665420899E-8</c:v>
                </c:pt>
                <c:pt idx="2058">
                  <c:v>9.0889999083479493E-9</c:v>
                </c:pt>
                <c:pt idx="2059">
                  <c:v>7.5536348240110899E-9</c:v>
                </c:pt>
                <c:pt idx="2060">
                  <c:v>6.2637364312351103E-9</c:v>
                </c:pt>
                <c:pt idx="2061">
                  <c:v>5.1826104699221395E-9</c:v>
                </c:pt>
                <c:pt idx="2062">
                  <c:v>4.2785958402299299E-9</c:v>
                </c:pt>
                <c:pt idx="2063">
                  <c:v>3.5244517105254199E-9</c:v>
                </c:pt>
                <c:pt idx="2064">
                  <c:v>2.8968063775540998E-9</c:v>
                </c:pt>
                <c:pt idx="2065">
                  <c:v>2.3756637712086702E-9</c:v>
                </c:pt>
                <c:pt idx="2066">
                  <c:v>1.9439634045727299E-9</c:v>
                </c:pt>
                <c:pt idx="2067">
                  <c:v>1.58718956182038E-9</c:v>
                </c:pt>
                <c:pt idx="2068">
                  <c:v>1.2930255774261301E-9</c:v>
                </c:pt>
                <c:pt idx="2069">
                  <c:v>1.0510491765554901E-9</c:v>
                </c:pt>
                <c:pt idx="2070">
                  <c:v>8.5246500634109597E-10</c:v>
                </c:pt>
                <c:pt idx="2071">
                  <c:v>6.8987068020617192E-10</c:v>
                </c:pt>
                <c:pt idx="2072">
                  <c:v>5.5705287300927399E-10</c:v>
                </c:pt>
                <c:pt idx="2073">
                  <c:v>4.4881023537161899E-10</c:v>
                </c:pt>
                <c:pt idx="2074">
                  <c:v>3.6080013416222803E-10</c:v>
                </c:pt>
                <c:pt idx="2075">
                  <c:v>2.8940646695763899E-10</c:v>
                </c:pt>
                <c:pt idx="2076">
                  <c:v>2.3162603662365501E-10</c:v>
                </c:pt>
                <c:pt idx="2077">
                  <c:v>1.8497120420827801E-10</c:v>
                </c:pt>
                <c:pt idx="2078">
                  <c:v>1.4738676116778899E-10</c:v>
                </c:pt>
                <c:pt idx="2079">
                  <c:v>1.1717917340561999E-10</c:v>
                </c:pt>
                <c:pt idx="2080">
                  <c:v>9.295654817402521E-11</c:v>
                </c:pt>
                <c:pt idx="2081">
                  <c:v>7.3577859615295408E-11</c:v>
                </c:pt>
                <c:pt idx="2082">
                  <c:v>5.81101391124799E-11</c:v>
                </c:pt>
                <c:pt idx="2083">
                  <c:v>4.5792492571664704E-11</c:v>
                </c:pt>
                <c:pt idx="2084">
                  <c:v>3.6005948468231603E-11</c:v>
                </c:pt>
                <c:pt idx="2085">
                  <c:v>2.8248268397072099E-11</c:v>
                </c:pt>
                <c:pt idx="2086">
                  <c:v>2.2112966590813001E-11</c:v>
                </c:pt>
                <c:pt idx="2087">
                  <c:v>1.7271887159325399E-11</c:v>
                </c:pt>
                <c:pt idx="2088">
                  <c:v>1.34607784926271E-11</c:v>
                </c:pt>
                <c:pt idx="2089">
                  <c:v>1.0467384241853099E-11</c:v>
                </c:pt>
                <c:pt idx="2090">
                  <c:v>8.1216404532790994E-12</c:v>
                </c:pt>
                <c:pt idx="2091">
                  <c:v>6.2876296785668102E-12</c:v>
                </c:pt>
                <c:pt idx="2092">
                  <c:v>4.8569960982341699E-12</c:v>
                </c:pt>
                <c:pt idx="2093">
                  <c:v>3.7435717162129098E-12</c:v>
                </c:pt>
                <c:pt idx="2094">
                  <c:v>2.8790033062595702E-12</c:v>
                </c:pt>
                <c:pt idx="2095">
                  <c:v>2.2092037578303801E-12</c:v>
                </c:pt>
                <c:pt idx="2096">
                  <c:v>1.6914804646347599E-12</c:v>
                </c:pt>
                <c:pt idx="2097">
                  <c:v>1.29221804943739E-12</c:v>
                </c:pt>
                <c:pt idx="2098">
                  <c:v>9.8501359097106504E-13</c:v>
                </c:pt>
                <c:pt idx="2099">
                  <c:v>7.4918012282428004E-13</c:v>
                </c:pt>
                <c:pt idx="2100">
                  <c:v>5.68548964640881E-13</c:v>
                </c:pt>
                <c:pt idx="2101">
                  <c:v>4.3051382579377303E-13</c:v>
                </c:pt>
                <c:pt idx="2102">
                  <c:v>3.2526994546989101E-13</c:v>
                </c:pt>
                <c:pt idx="2103">
                  <c:v>1.76793220607455E-13</c:v>
                </c:pt>
                <c:pt idx="2104">
                  <c:v>1.02554858176237E-13</c:v>
                </c:pt>
                <c:pt idx="2105">
                  <c:v>6.5435676960628595E-14</c:v>
                </c:pt>
                <c:pt idx="2106">
                  <c:v>4.6876086352824202E-14</c:v>
                </c:pt>
                <c:pt idx="2107">
                  <c:v>3.7596291048922002E-14</c:v>
                </c:pt>
                <c:pt idx="2108">
                  <c:v>3.2956393396970899E-14</c:v>
                </c:pt>
                <c:pt idx="2109">
                  <c:v>3.06364445709953E-14</c:v>
                </c:pt>
                <c:pt idx="2110">
                  <c:v>2.9476470158007605E-14</c:v>
                </c:pt>
                <c:pt idx="2111">
                  <c:v>2.8896482951513697E-14</c:v>
                </c:pt>
                <c:pt idx="2112">
                  <c:v>2.8316495745019799E-14</c:v>
                </c:pt>
                <c:pt idx="2113">
                  <c:v>3.7478540781413805E-14</c:v>
                </c:pt>
                <c:pt idx="2114">
                  <c:v>4.94952409907763E-14</c:v>
                </c:pt>
                <c:pt idx="2115">
                  <c:v>6.5220153462259695E-14</c:v>
                </c:pt>
                <c:pt idx="2116">
                  <c:v>8.575072350206029E-14</c:v>
                </c:pt>
                <c:pt idx="2117">
                  <c:v>1.12494521575523E-13</c:v>
                </c:pt>
                <c:pt idx="2118">
                  <c:v>1.47252459216365E-13</c:v>
                </c:pt>
                <c:pt idx="2119">
                  <c:v>1.9232305252830799E-13</c:v>
                </c:pt>
                <c:pt idx="2120">
                  <c:v>2.5063270064446599E-13</c:v>
                </c:pt>
                <c:pt idx="2121">
                  <c:v>3.2589802424008999E-13</c:v>
                </c:pt>
                <c:pt idx="2122">
                  <c:v>4.2282759678439596E-13</c:v>
                </c:pt>
                <c:pt idx="2123">
                  <c:v>5.4737193374011901E-13</c:v>
                </c:pt>
                <c:pt idx="2124">
                  <c:v>7.0703242196456295E-13</c:v>
                </c:pt>
                <c:pt idx="2125">
                  <c:v>9.1124201751175103E-13</c:v>
                </c:pt>
                <c:pt idx="2126">
                  <c:v>1.1718330642583499E-12</c:v>
                </c:pt>
                <c:pt idx="2127">
                  <c:v>1.5036105427723099E-12</c:v>
                </c:pt>
                <c:pt idx="2128">
                  <c:v>1.9250525082296001E-12</c:v>
                </c:pt>
                <c:pt idx="2129">
                  <c:v>2.4591634825477999E-12</c:v>
                </c:pt>
                <c:pt idx="2130">
                  <c:v>3.1345111984545803E-12</c:v>
                </c:pt>
                <c:pt idx="2131">
                  <c:v>3.9864824251935796E-12</c:v>
                </c:pt>
                <c:pt idx="2132">
                  <c:v>5.0587997134010102E-12</c:v>
                </c:pt>
                <c:pt idx="2133">
                  <c:v>6.4053478587281198E-12</c:v>
                </c:pt>
                <c:pt idx="2134">
                  <c:v>8.0923667787350597E-12</c:v>
                </c:pt>
                <c:pt idx="2135">
                  <c:v>1.0201076402407201E-11</c:v>
                </c:pt>
                <c:pt idx="2136">
                  <c:v>1.2830809158992099E-11</c:v>
                </c:pt>
                <c:pt idx="2137">
                  <c:v>1.6102736787895899E-11</c:v>
                </c:pt>
                <c:pt idx="2138">
                  <c:v>2.0164290528024397E-11</c:v>
                </c:pt>
                <c:pt idx="2139">
                  <c:v>2.5194387321425001E-11</c:v>
                </c:pt>
                <c:pt idx="2140">
                  <c:v>3.1409589499725205E-11</c:v>
                </c:pt>
                <c:pt idx="2141">
                  <c:v>3.9071341503324299E-11</c:v>
                </c:pt>
                <c:pt idx="2142">
                  <c:v>4.8494444469903501E-11</c:v>
                </c:pt>
                <c:pt idx="2143">
                  <c:v>6.00569479373563E-11</c:v>
                </c:pt>
                <c:pt idx="2144">
                  <c:v>7.4211657305025709E-11</c:v>
                </c:pt>
                <c:pt idx="2145">
                  <c:v>9.1499475897612697E-11</c:v>
                </c:pt>
                <c:pt idx="2146">
                  <c:v>1.1256482122409301E-10</c:v>
                </c:pt>
                <c:pt idx="2147">
                  <c:v>1.3817337599051899E-10</c:v>
                </c:pt>
                <c:pt idx="2148">
                  <c:v>1.69232455198211E-10</c:v>
                </c:pt>
                <c:pt idx="2149">
                  <c:v>2.0681429073272699E-10</c:v>
                </c:pt>
                <c:pt idx="2150">
                  <c:v>2.5218255361914399E-10</c:v>
                </c:pt>
                <c:pt idx="2151">
                  <c:v>3.0682245087368195E-10</c:v>
                </c:pt>
                <c:pt idx="2152">
                  <c:v>3.7247474779604304E-10</c:v>
                </c:pt>
                <c:pt idx="2153">
                  <c:v>4.5117407668157801E-10</c:v>
                </c:pt>
                <c:pt idx="2154">
                  <c:v>5.45291898231688E-10</c:v>
                </c:pt>
                <c:pt idx="2155">
                  <c:v>6.5758448123619394E-10</c:v>
                </c:pt>
                <c:pt idx="2156">
                  <c:v>7.9124625811776305E-10</c:v>
                </c:pt>
                <c:pt idx="2157">
                  <c:v>9.4996889729592201E-10</c:v>
                </c:pt>
                <c:pt idx="2158">
                  <c:v>1.1380064065982601E-9</c:v>
                </c:pt>
                <c:pt idx="2159">
                  <c:v>1.36024654361471E-9</c:v>
                </c:pt>
                <c:pt idx="2160">
                  <c:v>1.6222887574249701E-9</c:v>
                </c:pt>
                <c:pt idx="2161">
                  <c:v>1.9305288200045198E-9</c:v>
                </c:pt>
                <c:pt idx="2162">
                  <c:v>2.2922502233571199E-9</c:v>
                </c:pt>
                <c:pt idx="2163">
                  <c:v>2.7157223186541401E-9</c:v>
                </c:pt>
                <c:pt idx="2164">
                  <c:v>3.2103050551640703E-9</c:v>
                </c:pt>
                <c:pt idx="2165">
                  <c:v>3.7865600385242204E-9</c:v>
                </c:pt>
                <c:pt idx="2166">
                  <c:v>4.4563674692230198E-9</c:v>
                </c:pt>
                <c:pt idx="2167">
                  <c:v>5.2330483426664005E-9</c:v>
                </c:pt>
                <c:pt idx="2168">
                  <c:v>6.1314910919673498E-9</c:v>
                </c:pt>
                <c:pt idx="2169">
                  <c:v>7.1682816342123395E-9</c:v>
                </c:pt>
                <c:pt idx="2170">
                  <c:v>8.3618355415943995E-9</c:v>
                </c:pt>
                <c:pt idx="2171">
                  <c:v>9.7325308022970404E-9</c:v>
                </c:pt>
                <c:pt idx="2172">
                  <c:v>1.13028393649332E-8</c:v>
                </c:pt>
                <c:pt idx="2173">
                  <c:v>1.30974553780429E-8</c:v>
                </c:pt>
                <c:pt idx="2174">
                  <c:v>1.5143417746821299E-8</c:v>
                </c:pt>
                <c:pt idx="2175">
                  <c:v>1.74702243379386E-8</c:v>
                </c:pt>
                <c:pt idx="2176">
                  <c:v>2.0109934875950399E-8</c:v>
                </c:pt>
                <c:pt idx="2177">
                  <c:v>2.3097259298169899E-8</c:v>
                </c:pt>
                <c:pt idx="2178">
                  <c:v>2.6469628076586501E-8</c:v>
                </c:pt>
                <c:pt idx="2179">
                  <c:v>3.0267240783830299E-8</c:v>
                </c:pt>
                <c:pt idx="2180">
                  <c:v>3.4533088984298597E-8</c:v>
                </c:pt>
                <c:pt idx="2181">
                  <c:v>3.9312949380899099E-8</c:v>
                </c:pt>
                <c:pt idx="2182">
                  <c:v>4.4655343052287098E-8</c:v>
                </c:pt>
                <c:pt idx="2183">
                  <c:v>5.0611456584959301E-8</c:v>
                </c:pt>
                <c:pt idx="2184">
                  <c:v>5.7235020949018397E-8</c:v>
                </c:pt>
                <c:pt idx="2185">
                  <c:v>6.4582144095328604E-8</c:v>
                </c:pt>
                <c:pt idx="2186">
                  <c:v>7.2711093473991499E-8</c:v>
                </c:pt>
                <c:pt idx="2187">
                  <c:v>8.1682024997400801E-8</c:v>
                </c:pt>
                <c:pt idx="2188">
                  <c:v>9.15566554020888E-8</c:v>
                </c:pt>
                <c:pt idx="2189">
                  <c:v>1.0239787550697499E-7</c:v>
                </c:pt>
                <c:pt idx="2190">
                  <c:v>1.1426930252425901E-7</c:v>
                </c:pt>
                <c:pt idx="2191">
                  <c:v>1.27234770353511E-7</c:v>
                </c:pt>
                <c:pt idx="2192">
                  <c:v>1.4135775767733401E-7</c:v>
                </c:pt>
                <c:pt idx="2193">
                  <c:v>1.5670075467309402E-7</c:v>
                </c:pt>
                <c:pt idx="2194">
                  <c:v>1.7332457025149697E-7</c:v>
                </c:pt>
                <c:pt idx="2195">
                  <c:v>1.9128758291757102E-7</c:v>
                </c:pt>
                <c:pt idx="2196">
                  <c:v>2.10644939608032E-7</c:v>
                </c:pt>
                <c:pt idx="2197">
                  <c:v>2.3144770817278101E-7</c:v>
                </c:pt>
                <c:pt idx="2198">
                  <c:v>2.5374199051577897E-7</c:v>
                </c:pt>
                <c:pt idx="2199">
                  <c:v>2.7756800476725502E-7</c:v>
                </c:pt>
                <c:pt idx="2200">
                  <c:v>3.0295914619764998E-7</c:v>
                </c:pt>
                <c:pt idx="2201">
                  <c:v>3.29941037874164E-7</c:v>
                </c:pt>
                <c:pt idx="2202">
                  <c:v>3.5853058327181104E-7</c:v>
                </c:pt>
                <c:pt idx="2203">
                  <c:v>3.8873503414958502E-7</c:v>
                </c:pt>
                <c:pt idx="2204">
                  <c:v>4.2055108795565504E-7</c:v>
                </c:pt>
                <c:pt idx="2205">
                  <c:v>4.5396402980040201E-7</c:v>
                </c:pt>
                <c:pt idx="2206">
                  <c:v>4.8894693460100406E-7</c:v>
                </c:pt>
                <c:pt idx="2207">
                  <c:v>5.2545994532640495E-7</c:v>
                </c:pt>
                <c:pt idx="2208">
                  <c:v>5.63449643330422E-7</c:v>
                </c:pt>
                <c:pt idx="2209">
                  <c:v>6.0284852653070407E-7</c:v>
                </c:pt>
                <c:pt idx="2210">
                  <c:v>6.4357461065442399E-7</c:v>
                </c:pt>
                <c:pt idx="2211">
                  <c:v>6.85531167915885E-7</c:v>
                </c:pt>
                <c:pt idx="2212">
                  <c:v>7.2860661631077699E-7</c:v>
                </c:pt>
                <c:pt idx="2213">
                  <c:v>7.7267457120794702E-7</c:v>
                </c:pt>
                <c:pt idx="2214">
                  <c:v>8.1759406910087103E-7</c:v>
                </c:pt>
                <c:pt idx="2215">
                  <c:v>8.6320997126410901E-7</c:v>
                </c:pt>
                <c:pt idx="2216">
                  <c:v>9.0935355266912701E-7</c:v>
                </c:pt>
                <c:pt idx="2217">
                  <c:v>9.5584327888116106E-7</c:v>
                </c:pt>
                <c:pt idx="2218">
                  <c:v>1.00248577082377E-6</c:v>
                </c:pt>
                <c:pt idx="2219">
                  <c:v>1.04907695430682E-6</c:v>
                </c:pt>
                <c:pt idx="2220">
                  <c:v>1.0954033881194701E-6</c:v>
                </c:pt>
                <c:pt idx="2221">
                  <c:v>1.1412437613497499E-6</c:v>
                </c:pt>
                <c:pt idx="2222">
                  <c:v>1.18637054746864E-6</c:v>
                </c:pt>
                <c:pt idx="2223">
                  <c:v>1.2305517996729999E-6</c:v>
                </c:pt>
                <c:pt idx="2224">
                  <c:v>1.27355306908407E-6</c:v>
                </c:pt>
                <c:pt idx="2225">
                  <c:v>1.3151394247114299E-6</c:v>
                </c:pt>
                <c:pt idx="2226">
                  <c:v>1.3550775516797301E-6</c:v>
                </c:pt>
                <c:pt idx="2227">
                  <c:v>1.39313790213567E-6</c:v>
                </c:pt>
                <c:pt idx="2228">
                  <c:v>1.42909687156096E-6</c:v>
                </c:pt>
                <c:pt idx="2229">
                  <c:v>1.4627389719592301E-6</c:v>
                </c:pt>
                <c:pt idx="2230">
                  <c:v>1.4938589726012899E-6</c:v>
                </c:pt>
                <c:pt idx="2231">
                  <c:v>1.52226397873265E-6</c:v>
                </c:pt>
                <c:pt idx="2232">
                  <c:v>1.5477754188894102E-6</c:v>
                </c:pt>
                <c:pt idx="2233">
                  <c:v>1.57023091224102E-6</c:v>
                </c:pt>
                <c:pt idx="2234">
                  <c:v>1.58948598867828E-6</c:v>
                </c:pt>
                <c:pt idx="2235">
                  <c:v>1.6054156361752999E-6</c:v>
                </c:pt>
                <c:pt idx="2236">
                  <c:v>1.6179156522497801E-6</c:v>
                </c:pt>
                <c:pt idx="2237">
                  <c:v>1.62690377908626E-6</c:v>
                </c:pt>
                <c:pt idx="2238">
                  <c:v>1.6323206050251199E-6</c:v>
                </c:pt>
                <c:pt idx="2239">
                  <c:v>1.6341302185962702E-6</c:v>
                </c:pt>
                <c:pt idx="2240">
                  <c:v>1.6323206050251199E-6</c:v>
                </c:pt>
                <c:pt idx="2241">
                  <c:v>1.62690377908626E-6</c:v>
                </c:pt>
                <c:pt idx="2242">
                  <c:v>1.6179156522497801E-6</c:v>
                </c:pt>
                <c:pt idx="2243">
                  <c:v>1.6054156361752999E-6</c:v>
                </c:pt>
                <c:pt idx="2244">
                  <c:v>1.58948598867828E-6</c:v>
                </c:pt>
                <c:pt idx="2245">
                  <c:v>1.57023091224102E-6</c:v>
                </c:pt>
                <c:pt idx="2246">
                  <c:v>1.5477754188894102E-6</c:v>
                </c:pt>
                <c:pt idx="2247">
                  <c:v>1.52226397873265E-6</c:v>
                </c:pt>
                <c:pt idx="2248">
                  <c:v>1.4938589726012899E-6</c:v>
                </c:pt>
                <c:pt idx="2249">
                  <c:v>1.4627389719592301E-6</c:v>
                </c:pt>
                <c:pt idx="2250">
                  <c:v>1.42909687156096E-6</c:v>
                </c:pt>
                <c:pt idx="2251">
                  <c:v>1.39313790213567E-6</c:v>
                </c:pt>
                <c:pt idx="2252">
                  <c:v>1.3550775516797301E-6</c:v>
                </c:pt>
                <c:pt idx="2253">
                  <c:v>1.3151394247114299E-6</c:v>
                </c:pt>
                <c:pt idx="2254">
                  <c:v>1.27355306908407E-6</c:v>
                </c:pt>
                <c:pt idx="2255">
                  <c:v>1.2305517996729999E-6</c:v>
                </c:pt>
                <c:pt idx="2256">
                  <c:v>1.18637054746864E-6</c:v>
                </c:pt>
                <c:pt idx="2257">
                  <c:v>1.1412437613497499E-6</c:v>
                </c:pt>
                <c:pt idx="2258">
                  <c:v>1.0954033881194701E-6</c:v>
                </c:pt>
                <c:pt idx="2259">
                  <c:v>1.04907695430682E-6</c:v>
                </c:pt>
                <c:pt idx="2260">
                  <c:v>1.00248577082377E-6</c:v>
                </c:pt>
                <c:pt idx="2261">
                  <c:v>9.5584327888116106E-7</c:v>
                </c:pt>
                <c:pt idx="2262">
                  <c:v>9.0935355266912701E-7</c:v>
                </c:pt>
                <c:pt idx="2263">
                  <c:v>8.6320997126410901E-7</c:v>
                </c:pt>
                <c:pt idx="2264">
                  <c:v>8.1759406910087103E-7</c:v>
                </c:pt>
                <c:pt idx="2265">
                  <c:v>7.7267457120794702E-7</c:v>
                </c:pt>
                <c:pt idx="2266">
                  <c:v>7.2860661631077699E-7</c:v>
                </c:pt>
                <c:pt idx="2267">
                  <c:v>6.85531167915885E-7</c:v>
                </c:pt>
                <c:pt idx="2268">
                  <c:v>6.4357461065442399E-7</c:v>
                </c:pt>
                <c:pt idx="2269">
                  <c:v>6.0284852653070407E-7</c:v>
                </c:pt>
                <c:pt idx="2270">
                  <c:v>5.63449643330422E-7</c:v>
                </c:pt>
                <c:pt idx="2271">
                  <c:v>5.2545994532640495E-7</c:v>
                </c:pt>
                <c:pt idx="2272">
                  <c:v>4.8894693460100406E-7</c:v>
                </c:pt>
                <c:pt idx="2273">
                  <c:v>4.5396402980040201E-7</c:v>
                </c:pt>
                <c:pt idx="2274">
                  <c:v>4.2055108795565504E-7</c:v>
                </c:pt>
                <c:pt idx="2275">
                  <c:v>3.8873503414958502E-7</c:v>
                </c:pt>
                <c:pt idx="2276">
                  <c:v>3.5853058327181104E-7</c:v>
                </c:pt>
                <c:pt idx="2277">
                  <c:v>3.29941037874164E-7</c:v>
                </c:pt>
                <c:pt idx="2278">
                  <c:v>3.0295914619764998E-7</c:v>
                </c:pt>
                <c:pt idx="2279">
                  <c:v>2.7756800476725502E-7</c:v>
                </c:pt>
                <c:pt idx="2280">
                  <c:v>2.5374199051577897E-7</c:v>
                </c:pt>
                <c:pt idx="2281">
                  <c:v>2.3144770817278101E-7</c:v>
                </c:pt>
                <c:pt idx="2282">
                  <c:v>2.10644939608032E-7</c:v>
                </c:pt>
                <c:pt idx="2283">
                  <c:v>1.9128758291757102E-7</c:v>
                </c:pt>
                <c:pt idx="2284">
                  <c:v>1.7332457025149697E-7</c:v>
                </c:pt>
                <c:pt idx="2285">
                  <c:v>1.5670075467309402E-7</c:v>
                </c:pt>
                <c:pt idx="2286">
                  <c:v>1.4135775767733401E-7</c:v>
                </c:pt>
                <c:pt idx="2287">
                  <c:v>1.27234770353511E-7</c:v>
                </c:pt>
                <c:pt idx="2288">
                  <c:v>1.1426930252425901E-7</c:v>
                </c:pt>
                <c:pt idx="2289">
                  <c:v>1.0239787550697499E-7</c:v>
                </c:pt>
                <c:pt idx="2290">
                  <c:v>9.15566554020888E-8</c:v>
                </c:pt>
                <c:pt idx="2291">
                  <c:v>8.1682024997400801E-8</c:v>
                </c:pt>
                <c:pt idx="2292">
                  <c:v>7.2711093473991499E-8</c:v>
                </c:pt>
                <c:pt idx="2293">
                  <c:v>6.4582144095328604E-8</c:v>
                </c:pt>
                <c:pt idx="2294">
                  <c:v>5.7235020949018397E-8</c:v>
                </c:pt>
                <c:pt idx="2295">
                  <c:v>5.0611456584959301E-8</c:v>
                </c:pt>
                <c:pt idx="2296">
                  <c:v>4.4655343052287098E-8</c:v>
                </c:pt>
                <c:pt idx="2297">
                  <c:v>3.9312949380899099E-8</c:v>
                </c:pt>
                <c:pt idx="2298">
                  <c:v>3.4533088984298597E-8</c:v>
                </c:pt>
                <c:pt idx="2299">
                  <c:v>3.0267240783830299E-8</c:v>
                </c:pt>
                <c:pt idx="2300">
                  <c:v>2.6469628076586501E-8</c:v>
                </c:pt>
                <c:pt idx="2301">
                  <c:v>2.3097259298169899E-8</c:v>
                </c:pt>
                <c:pt idx="2302">
                  <c:v>2.0109934875950399E-8</c:v>
                </c:pt>
                <c:pt idx="2303">
                  <c:v>1.74702243379386E-8</c:v>
                </c:pt>
                <c:pt idx="2304">
                  <c:v>1.5143417746821299E-8</c:v>
                </c:pt>
                <c:pt idx="2305">
                  <c:v>1.30974553780429E-8</c:v>
                </c:pt>
                <c:pt idx="2306">
                  <c:v>1.13028393649332E-8</c:v>
                </c:pt>
                <c:pt idx="2307">
                  <c:v>9.7325308022970404E-9</c:v>
                </c:pt>
                <c:pt idx="2308">
                  <c:v>8.3618355415943995E-9</c:v>
                </c:pt>
                <c:pt idx="2309">
                  <c:v>7.1682816342123395E-9</c:v>
                </c:pt>
                <c:pt idx="2310">
                  <c:v>6.1314910919673498E-9</c:v>
                </c:pt>
                <c:pt idx="2311">
                  <c:v>5.2330483426664005E-9</c:v>
                </c:pt>
                <c:pt idx="2312">
                  <c:v>4.4563674692230198E-9</c:v>
                </c:pt>
                <c:pt idx="2313">
                  <c:v>3.7865600385242204E-9</c:v>
                </c:pt>
                <c:pt idx="2314">
                  <c:v>3.2103050551640703E-9</c:v>
                </c:pt>
                <c:pt idx="2315">
                  <c:v>2.7157223186541401E-9</c:v>
                </c:pt>
                <c:pt idx="2316">
                  <c:v>2.2922502233571199E-9</c:v>
                </c:pt>
                <c:pt idx="2317">
                  <c:v>1.9305288200045198E-9</c:v>
                </c:pt>
                <c:pt idx="2318">
                  <c:v>1.6222887574249701E-9</c:v>
                </c:pt>
                <c:pt idx="2319">
                  <c:v>1.36024654361471E-9</c:v>
                </c:pt>
                <c:pt idx="2320">
                  <c:v>1.1380064065982601E-9</c:v>
                </c:pt>
                <c:pt idx="2321">
                  <c:v>9.4996889729592201E-10</c:v>
                </c:pt>
                <c:pt idx="2322">
                  <c:v>7.9124625811776305E-10</c:v>
                </c:pt>
                <c:pt idx="2323">
                  <c:v>6.5758448123619394E-10</c:v>
                </c:pt>
                <c:pt idx="2324">
                  <c:v>5.45291898231688E-10</c:v>
                </c:pt>
                <c:pt idx="2325">
                  <c:v>4.5117407668157801E-10</c:v>
                </c:pt>
                <c:pt idx="2326">
                  <c:v>3.7247474779604304E-10</c:v>
                </c:pt>
                <c:pt idx="2327">
                  <c:v>3.0682245087368195E-10</c:v>
                </c:pt>
                <c:pt idx="2328">
                  <c:v>2.5218255361914399E-10</c:v>
                </c:pt>
                <c:pt idx="2329">
                  <c:v>2.0681429073272699E-10</c:v>
                </c:pt>
                <c:pt idx="2330">
                  <c:v>1.69232455198211E-10</c:v>
                </c:pt>
                <c:pt idx="2331">
                  <c:v>1.3817337599051899E-10</c:v>
                </c:pt>
                <c:pt idx="2332">
                  <c:v>1.1256482122409301E-10</c:v>
                </c:pt>
                <c:pt idx="2333">
                  <c:v>9.1499475897612697E-11</c:v>
                </c:pt>
                <c:pt idx="2334">
                  <c:v>7.4211657305025709E-11</c:v>
                </c:pt>
                <c:pt idx="2335">
                  <c:v>6.00569479373563E-11</c:v>
                </c:pt>
                <c:pt idx="2336">
                  <c:v>4.8494444469903501E-11</c:v>
                </c:pt>
                <c:pt idx="2337">
                  <c:v>3.9071341503324299E-11</c:v>
                </c:pt>
                <c:pt idx="2338">
                  <c:v>3.1409589499725205E-11</c:v>
                </c:pt>
                <c:pt idx="2339">
                  <c:v>2.5194387321425001E-11</c:v>
                </c:pt>
                <c:pt idx="2340">
                  <c:v>2.0164290528024397E-11</c:v>
                </c:pt>
                <c:pt idx="2341">
                  <c:v>1.6102736787895899E-11</c:v>
                </c:pt>
                <c:pt idx="2342">
                  <c:v>1.2830809158992099E-11</c:v>
                </c:pt>
                <c:pt idx="2343">
                  <c:v>1.0201076402407201E-11</c:v>
                </c:pt>
                <c:pt idx="2344">
                  <c:v>8.0923667787350597E-12</c:v>
                </c:pt>
                <c:pt idx="2345">
                  <c:v>6.4053478587281198E-12</c:v>
                </c:pt>
                <c:pt idx="2346">
                  <c:v>5.0587997134010102E-12</c:v>
                </c:pt>
                <c:pt idx="2347">
                  <c:v>3.9864824251935796E-12</c:v>
                </c:pt>
                <c:pt idx="2348">
                  <c:v>3.1345111984545803E-12</c:v>
                </c:pt>
                <c:pt idx="2349">
                  <c:v>2.4591634825477999E-12</c:v>
                </c:pt>
                <c:pt idx="2350">
                  <c:v>1.9250525082296001E-12</c:v>
                </c:pt>
                <c:pt idx="2351">
                  <c:v>1.5036105427723099E-12</c:v>
                </c:pt>
                <c:pt idx="2352">
                  <c:v>1.1718330642583499E-12</c:v>
                </c:pt>
                <c:pt idx="2353">
                  <c:v>9.1124201751175103E-13</c:v>
                </c:pt>
                <c:pt idx="2354">
                  <c:v>7.0703242196456295E-13</c:v>
                </c:pt>
                <c:pt idx="2355">
                  <c:v>5.4737193374011901E-13</c:v>
                </c:pt>
                <c:pt idx="2356">
                  <c:v>4.2282759678439596E-13</c:v>
                </c:pt>
                <c:pt idx="2357">
                  <c:v>3.2589802424008999E-13</c:v>
                </c:pt>
                <c:pt idx="2358">
                  <c:v>2.5063270064446599E-13</c:v>
                </c:pt>
                <c:pt idx="2359">
                  <c:v>1.9232305252830799E-13</c:v>
                </c:pt>
                <c:pt idx="2360">
                  <c:v>1.47252459216365E-13</c:v>
                </c:pt>
                <c:pt idx="2361">
                  <c:v>1.12494521575523E-13</c:v>
                </c:pt>
                <c:pt idx="2362">
                  <c:v>8.575072350206029E-14</c:v>
                </c:pt>
                <c:pt idx="2363">
                  <c:v>6.5220153462259695E-14</c:v>
                </c:pt>
                <c:pt idx="2364">
                  <c:v>4.94952409907763E-14</c:v>
                </c:pt>
                <c:pt idx="2365">
                  <c:v>3.7478540781413805E-14</c:v>
                </c:pt>
                <c:pt idx="2366">
                  <c:v>2.8316495745019799E-14</c:v>
                </c:pt>
              </c:numCache>
              <c:extLst xmlns:c15="http://schemas.microsoft.com/office/drawing/2012/chart"/>
            </c:numRef>
          </c:yVal>
          <c:smooth val="1"/>
          <c:extLst xmlns:c15="http://schemas.microsoft.com/office/drawing/2012/chart">
            <c:ext xmlns:c16="http://schemas.microsoft.com/office/drawing/2014/chart" uri="{C3380CC4-5D6E-409C-BE32-E72D297353CC}">
              <c16:uniqueId val="{00000000-3A85-4E74-8877-4504469124C0}"/>
            </c:ext>
          </c:extLst>
        </c:ser>
        <c:ser>
          <c:idx val="1"/>
          <c:order val="1"/>
          <c:tx>
            <c:v>My Data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'Isotopic Distribution Modelling'!$F$180:$F$359</c:f>
              <c:numCache>
                <c:formatCode>General</c:formatCode>
                <c:ptCount val="180"/>
                <c:pt idx="0">
                  <c:v>530.25829331771502</c:v>
                </c:pt>
                <c:pt idx="1">
                  <c:v>530.266286040669</c:v>
                </c:pt>
                <c:pt idx="2">
                  <c:v>530.27427882428503</c:v>
                </c:pt>
                <c:pt idx="3">
                  <c:v>530.28227166771399</c:v>
                </c:pt>
                <c:pt idx="4">
                  <c:v>530.29026457180601</c:v>
                </c:pt>
                <c:pt idx="5">
                  <c:v>530.29825753571197</c:v>
                </c:pt>
                <c:pt idx="6">
                  <c:v>530.30625056027895</c:v>
                </c:pt>
                <c:pt idx="7">
                  <c:v>530.31424364466102</c:v>
                </c:pt>
                <c:pt idx="8">
                  <c:v>530.32223678970399</c:v>
                </c:pt>
                <c:pt idx="9">
                  <c:v>530.33022999456102</c:v>
                </c:pt>
                <c:pt idx="10">
                  <c:v>530.33822326007896</c:v>
                </c:pt>
                <c:pt idx="11">
                  <c:v>530.346216585413</c:v>
                </c:pt>
                <c:pt idx="12">
                  <c:v>530.35420997140704</c:v>
                </c:pt>
                <c:pt idx="13">
                  <c:v>530.36220341721605</c:v>
                </c:pt>
                <c:pt idx="14">
                  <c:v>530.37019692368494</c:v>
                </c:pt>
                <c:pt idx="15">
                  <c:v>530.37819048997096</c:v>
                </c:pt>
                <c:pt idx="16">
                  <c:v>530.38618411691596</c:v>
                </c:pt>
                <c:pt idx="17">
                  <c:v>530.40217155109701</c:v>
                </c:pt>
                <c:pt idx="18">
                  <c:v>530.41016535833501</c:v>
                </c:pt>
                <c:pt idx="19">
                  <c:v>530.41815922623096</c:v>
                </c:pt>
                <c:pt idx="20">
                  <c:v>530.42615315394403</c:v>
                </c:pt>
                <c:pt idx="21">
                  <c:v>530.43414714231596</c:v>
                </c:pt>
                <c:pt idx="22">
                  <c:v>530.44214119050503</c:v>
                </c:pt>
                <c:pt idx="23">
                  <c:v>530.45013529935204</c:v>
                </c:pt>
                <c:pt idx="24">
                  <c:v>530.45812946801698</c:v>
                </c:pt>
                <c:pt idx="25">
                  <c:v>530.809932534018</c:v>
                </c:pt>
                <c:pt idx="26">
                  <c:v>530.81792941380104</c:v>
                </c:pt>
                <c:pt idx="27">
                  <c:v>530.82592635341496</c:v>
                </c:pt>
                <c:pt idx="28">
                  <c:v>530.83392335367296</c:v>
                </c:pt>
                <c:pt idx="29">
                  <c:v>530.84192041376298</c:v>
                </c:pt>
                <c:pt idx="30">
                  <c:v>530.84991753449697</c:v>
                </c:pt>
                <c:pt idx="31">
                  <c:v>530.85791471506298</c:v>
                </c:pt>
                <c:pt idx="32">
                  <c:v>530.86591195627204</c:v>
                </c:pt>
                <c:pt idx="33">
                  <c:v>530.87390925731404</c:v>
                </c:pt>
                <c:pt idx="34">
                  <c:v>530.88190661899898</c:v>
                </c:pt>
                <c:pt idx="35">
                  <c:v>530.88990404051697</c:v>
                </c:pt>
                <c:pt idx="36">
                  <c:v>530.89790152267801</c:v>
                </c:pt>
                <c:pt idx="37">
                  <c:v>530.90589906467096</c:v>
                </c:pt>
                <c:pt idx="38">
                  <c:v>530.91389666730799</c:v>
                </c:pt>
                <c:pt idx="39">
                  <c:v>530.92189432977705</c:v>
                </c:pt>
                <c:pt idx="40">
                  <c:v>530.92989205288904</c:v>
                </c:pt>
                <c:pt idx="41">
                  <c:v>530.93788983583397</c:v>
                </c:pt>
                <c:pt idx="42">
                  <c:v>530.94588767942196</c:v>
                </c:pt>
                <c:pt idx="43">
                  <c:v>530.95388558284299</c:v>
                </c:pt>
                <c:pt idx="44">
                  <c:v>530.96188354690605</c:v>
                </c:pt>
                <c:pt idx="45">
                  <c:v>530.96988157080398</c:v>
                </c:pt>
                <c:pt idx="46">
                  <c:v>530.97787965534201</c:v>
                </c:pt>
                <c:pt idx="47">
                  <c:v>530.98587779971501</c:v>
                </c:pt>
                <c:pt idx="48">
                  <c:v>530.99387600472903</c:v>
                </c:pt>
                <c:pt idx="49">
                  <c:v>531.00187426957802</c:v>
                </c:pt>
                <c:pt idx="50">
                  <c:v>531.00987259506803</c:v>
                </c:pt>
                <c:pt idx="51">
                  <c:v>531.01787098039301</c:v>
                </c:pt>
                <c:pt idx="52">
                  <c:v>531.02586942635799</c:v>
                </c:pt>
                <c:pt idx="53">
                  <c:v>531.03386793215998</c:v>
                </c:pt>
                <c:pt idx="54">
                  <c:v>531.04186649860003</c:v>
                </c:pt>
                <c:pt idx="55">
                  <c:v>531.04986512487801</c:v>
                </c:pt>
                <c:pt idx="56">
                  <c:v>531.24985036432997</c:v>
                </c:pt>
                <c:pt idx="57">
                  <c:v>531.25785055679501</c:v>
                </c:pt>
                <c:pt idx="58">
                  <c:v>531.26585080989196</c:v>
                </c:pt>
                <c:pt idx="59">
                  <c:v>531.273851122834</c:v>
                </c:pt>
                <c:pt idx="60">
                  <c:v>531.28185149640603</c:v>
                </c:pt>
                <c:pt idx="61">
                  <c:v>531.28985192982395</c:v>
                </c:pt>
                <c:pt idx="62">
                  <c:v>531.29785242387197</c:v>
                </c:pt>
                <c:pt idx="63">
                  <c:v>531.30585297776599</c:v>
                </c:pt>
                <c:pt idx="64">
                  <c:v>531.31385359229</c:v>
                </c:pt>
                <c:pt idx="65">
                  <c:v>531.32185426665899</c:v>
                </c:pt>
                <c:pt idx="66">
                  <c:v>531.32985500165898</c:v>
                </c:pt>
                <c:pt idx="67">
                  <c:v>531.33785579650396</c:v>
                </c:pt>
                <c:pt idx="68">
                  <c:v>531.34585665197903</c:v>
                </c:pt>
                <c:pt idx="69">
                  <c:v>531.3538575673</c:v>
                </c:pt>
                <c:pt idx="70">
                  <c:v>531.36185854325004</c:v>
                </c:pt>
                <c:pt idx="71">
                  <c:v>531.36985957904801</c:v>
                </c:pt>
                <c:pt idx="72">
                  <c:v>531.37786067547404</c:v>
                </c:pt>
                <c:pt idx="73">
                  <c:v>531.385861831748</c:v>
                </c:pt>
                <c:pt idx="74">
                  <c:v>531.39386304864797</c:v>
                </c:pt>
                <c:pt idx="75">
                  <c:v>531.40186432539804</c:v>
                </c:pt>
                <c:pt idx="76">
                  <c:v>531.40986566277502</c:v>
                </c:pt>
                <c:pt idx="77">
                  <c:v>531.41786706000096</c:v>
                </c:pt>
                <c:pt idx="78">
                  <c:v>531.425868517852</c:v>
                </c:pt>
                <c:pt idx="79">
                  <c:v>531.43387003555404</c:v>
                </c:pt>
                <c:pt idx="80">
                  <c:v>531.44187161388197</c:v>
                </c:pt>
                <c:pt idx="81">
                  <c:v>531.44987325206</c:v>
                </c:pt>
                <c:pt idx="82">
                  <c:v>531.45787495086199</c:v>
                </c:pt>
                <c:pt idx="83">
                  <c:v>531.46587670951601</c:v>
                </c:pt>
                <c:pt idx="84">
                  <c:v>531.47387852879501</c:v>
                </c:pt>
                <c:pt idx="85">
                  <c:v>531.87404628633794</c:v>
                </c:pt>
                <c:pt idx="86">
                  <c:v>531.882051177368</c:v>
                </c:pt>
                <c:pt idx="87">
                  <c:v>531.89005612900905</c:v>
                </c:pt>
                <c:pt idx="88">
                  <c:v>531.89806114051498</c:v>
                </c:pt>
                <c:pt idx="89">
                  <c:v>531.90606621263203</c:v>
                </c:pt>
                <c:pt idx="90">
                  <c:v>531.91407134461394</c:v>
                </c:pt>
                <c:pt idx="91">
                  <c:v>531.92207653720595</c:v>
                </c:pt>
                <c:pt idx="92">
                  <c:v>531.93008178966397</c:v>
                </c:pt>
                <c:pt idx="93">
                  <c:v>531.93808710273197</c:v>
                </c:pt>
                <c:pt idx="94">
                  <c:v>531.94609247566598</c:v>
                </c:pt>
                <c:pt idx="95">
                  <c:v>531.95409790920905</c:v>
                </c:pt>
                <c:pt idx="96">
                  <c:v>531.96210340261905</c:v>
                </c:pt>
                <c:pt idx="97">
                  <c:v>531.970108956638</c:v>
                </c:pt>
                <c:pt idx="98">
                  <c:v>531.97811457052399</c:v>
                </c:pt>
                <c:pt idx="99">
                  <c:v>531.98612024501801</c:v>
                </c:pt>
                <c:pt idx="100">
                  <c:v>531.99412591951204</c:v>
                </c:pt>
                <c:pt idx="101">
                  <c:v>531.99412597937999</c:v>
                </c:pt>
                <c:pt idx="102">
                  <c:v>532.25034129048299</c:v>
                </c:pt>
                <c:pt idx="103">
                  <c:v>532.25834901305996</c:v>
                </c:pt>
                <c:pt idx="104">
                  <c:v>532.26635679551498</c:v>
                </c:pt>
                <c:pt idx="105">
                  <c:v>532.27436463856702</c:v>
                </c:pt>
                <c:pt idx="106">
                  <c:v>532.28237254149803</c:v>
                </c:pt>
                <c:pt idx="107">
                  <c:v>532.29038050502595</c:v>
                </c:pt>
                <c:pt idx="108">
                  <c:v>532.29838852843204</c:v>
                </c:pt>
                <c:pt idx="109">
                  <c:v>532.30639661243595</c:v>
                </c:pt>
                <c:pt idx="110">
                  <c:v>532.31440475631803</c:v>
                </c:pt>
                <c:pt idx="111">
                  <c:v>532.32241296079803</c:v>
                </c:pt>
                <c:pt idx="112">
                  <c:v>532.33042122515599</c:v>
                </c:pt>
                <c:pt idx="113">
                  <c:v>532.33842955011096</c:v>
                </c:pt>
                <c:pt idx="114">
                  <c:v>532.34643793494502</c:v>
                </c:pt>
                <c:pt idx="115">
                  <c:v>532.35444638037598</c:v>
                </c:pt>
                <c:pt idx="116">
                  <c:v>532.36245488568602</c:v>
                </c:pt>
                <c:pt idx="117">
                  <c:v>532.37046345159195</c:v>
                </c:pt>
                <c:pt idx="118">
                  <c:v>532.37847207737798</c:v>
                </c:pt>
                <c:pt idx="119">
                  <c:v>532.38648076375898</c:v>
                </c:pt>
                <c:pt idx="120">
                  <c:v>532.394489510021</c:v>
                </c:pt>
                <c:pt idx="121">
                  <c:v>532.402498316878</c:v>
                </c:pt>
                <c:pt idx="122">
                  <c:v>532.41050718361703</c:v>
                </c:pt>
                <c:pt idx="123">
                  <c:v>532.41851611094899</c:v>
                </c:pt>
                <c:pt idx="124">
                  <c:v>532.81102733273099</c:v>
                </c:pt>
                <c:pt idx="125">
                  <c:v>532.81903927195106</c:v>
                </c:pt>
                <c:pt idx="126">
                  <c:v>532.82705127106499</c:v>
                </c:pt>
                <c:pt idx="127">
                  <c:v>532.83506333076002</c:v>
                </c:pt>
                <c:pt idx="128">
                  <c:v>532.84307545035097</c:v>
                </c:pt>
                <c:pt idx="129">
                  <c:v>532.85108763052199</c:v>
                </c:pt>
                <c:pt idx="130">
                  <c:v>532.85909987058801</c:v>
                </c:pt>
                <c:pt idx="131">
                  <c:v>532.867112171234</c:v>
                </c:pt>
                <c:pt idx="132">
                  <c:v>532.87512453177601</c:v>
                </c:pt>
                <c:pt idx="133">
                  <c:v>532.88313695289798</c:v>
                </c:pt>
                <c:pt idx="134">
                  <c:v>532.89114943391598</c:v>
                </c:pt>
                <c:pt idx="135">
                  <c:v>532.89916197551395</c:v>
                </c:pt>
                <c:pt idx="136">
                  <c:v>532.90717457700805</c:v>
                </c:pt>
                <c:pt idx="137">
                  <c:v>532.91518723908098</c:v>
                </c:pt>
                <c:pt idx="138">
                  <c:v>532.92319996105095</c:v>
                </c:pt>
                <c:pt idx="139">
                  <c:v>532.93121274359896</c:v>
                </c:pt>
                <c:pt idx="140">
                  <c:v>532.93922558604504</c:v>
                </c:pt>
                <c:pt idx="141">
                  <c:v>532.94723848906904</c:v>
                </c:pt>
                <c:pt idx="142">
                  <c:v>532.95525145199099</c:v>
                </c:pt>
                <c:pt idx="143">
                  <c:v>532.96326447549097</c:v>
                </c:pt>
                <c:pt idx="144">
                  <c:v>532.97127755888903</c:v>
                </c:pt>
                <c:pt idx="145">
                  <c:v>532.97929070286398</c:v>
                </c:pt>
                <c:pt idx="146">
                  <c:v>533.14758063756005</c:v>
                </c:pt>
                <c:pt idx="147">
                  <c:v>533.15559510676496</c:v>
                </c:pt>
                <c:pt idx="148">
                  <c:v>533.16360963587601</c:v>
                </c:pt>
                <c:pt idx="149">
                  <c:v>533.171624225556</c:v>
                </c:pt>
                <c:pt idx="150">
                  <c:v>533.25177343378402</c:v>
                </c:pt>
                <c:pt idx="151">
                  <c:v>533.25978868574998</c:v>
                </c:pt>
                <c:pt idx="152">
                  <c:v>533.26780399828294</c:v>
                </c:pt>
                <c:pt idx="153">
                  <c:v>533.27581937072603</c:v>
                </c:pt>
                <c:pt idx="154">
                  <c:v>533.28383480373498</c:v>
                </c:pt>
                <c:pt idx="155">
                  <c:v>533.29185029665302</c:v>
                </c:pt>
                <c:pt idx="156">
                  <c:v>533.29986585013796</c:v>
                </c:pt>
                <c:pt idx="157">
                  <c:v>533.307881463532</c:v>
                </c:pt>
                <c:pt idx="158">
                  <c:v>533.31589713749202</c:v>
                </c:pt>
                <c:pt idx="159">
                  <c:v>533.32391287136204</c:v>
                </c:pt>
                <c:pt idx="160">
                  <c:v>533.33192866579805</c:v>
                </c:pt>
                <c:pt idx="161">
                  <c:v>533.33994452014497</c:v>
                </c:pt>
                <c:pt idx="162">
                  <c:v>533.34796043505503</c:v>
                </c:pt>
                <c:pt idx="163">
                  <c:v>533.35597640987805</c:v>
                </c:pt>
                <c:pt idx="164">
                  <c:v>533.36399244526399</c:v>
                </c:pt>
                <c:pt idx="165">
                  <c:v>533.372008540563</c:v>
                </c:pt>
                <c:pt idx="166">
                  <c:v>533.38002469642504</c:v>
                </c:pt>
                <c:pt idx="167">
                  <c:v>533.38804091219902</c:v>
                </c:pt>
                <c:pt idx="168">
                  <c:v>533.39605718853704</c:v>
                </c:pt>
                <c:pt idx="169">
                  <c:v>533.40407352478701</c:v>
                </c:pt>
                <c:pt idx="170">
                  <c:v>533.4120899216</c:v>
                </c:pt>
                <c:pt idx="171">
                  <c:v>533.42010637832595</c:v>
                </c:pt>
                <c:pt idx="172">
                  <c:v>533.42812289561505</c:v>
                </c:pt>
                <c:pt idx="173">
                  <c:v>533.43613947281699</c:v>
                </c:pt>
                <c:pt idx="174">
                  <c:v>533.44415611058105</c:v>
                </c:pt>
                <c:pt idx="175">
                  <c:v>533.45217280826</c:v>
                </c:pt>
                <c:pt idx="176">
                  <c:v>533.46018956649903</c:v>
                </c:pt>
                <c:pt idx="177">
                  <c:v>533.46820638465397</c:v>
                </c:pt>
                <c:pt idx="178">
                  <c:v>533.47622326336898</c:v>
                </c:pt>
                <c:pt idx="179">
                  <c:v>533.484240201999</c:v>
                </c:pt>
              </c:numCache>
            </c:numRef>
          </c:xVal>
          <c:yVal>
            <c:numRef>
              <c:f>'Isotopic Distribution Modelling'!$H$180:$H$359</c:f>
              <c:numCache>
                <c:formatCode>General</c:formatCode>
                <c:ptCount val="18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4.5143638850889192E-3</c:v>
                </c:pt>
                <c:pt idx="31">
                  <c:v>6.7422317764315029E-3</c:v>
                </c:pt>
                <c:pt idx="32">
                  <c:v>1.5223763924174322E-2</c:v>
                </c:pt>
                <c:pt idx="33">
                  <c:v>0.10437756497948017</c:v>
                </c:pt>
                <c:pt idx="34">
                  <c:v>0.51274184092241548</c:v>
                </c:pt>
                <c:pt idx="35">
                  <c:v>1</c:v>
                </c:pt>
                <c:pt idx="36">
                  <c:v>0.93644713699433257</c:v>
                </c:pt>
                <c:pt idx="37">
                  <c:v>0.60224741059214382</c:v>
                </c:pt>
                <c:pt idx="38">
                  <c:v>0.37516122728161033</c:v>
                </c:pt>
                <c:pt idx="39">
                  <c:v>0.22091068985733828</c:v>
                </c:pt>
                <c:pt idx="40">
                  <c:v>0.12335352745749463</c:v>
                </c:pt>
                <c:pt idx="41">
                  <c:v>7.2405706468633965E-2</c:v>
                </c:pt>
                <c:pt idx="42">
                  <c:v>4.0668360367402775E-2</c:v>
                </c:pt>
                <c:pt idx="43">
                  <c:v>3.4805550127027553E-2</c:v>
                </c:pt>
                <c:pt idx="44">
                  <c:v>2.5249169435215948E-2</c:v>
                </c:pt>
                <c:pt idx="45">
                  <c:v>2.214188000781708E-2</c:v>
                </c:pt>
                <c:pt idx="46">
                  <c:v>1.5126050420168067E-2</c:v>
                </c:pt>
                <c:pt idx="47">
                  <c:v>1.1276138362321672E-2</c:v>
                </c:pt>
                <c:pt idx="48">
                  <c:v>5.4719562243502051E-3</c:v>
                </c:pt>
                <c:pt idx="49">
                  <c:v>5.5305843267539571E-3</c:v>
                </c:pt>
                <c:pt idx="50">
                  <c:v>5.9409810435802225E-3</c:v>
                </c:pt>
                <c:pt idx="51">
                  <c:v>6.0386945475864769E-3</c:v>
                </c:pt>
                <c:pt idx="52">
                  <c:v>1.7393003713113153E-3</c:v>
                </c:pt>
                <c:pt idx="53">
                  <c:v>1.5829587649013094E-3</c:v>
                </c:pt>
                <c:pt idx="54">
                  <c:v>1.7588430721125659E-3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1.2898182528825483E-3</c:v>
                </c:pt>
                <c:pt idx="84">
                  <c:v>0</c:v>
                </c:pt>
                <c:pt idx="85">
                  <c:v>0</c:v>
                </c:pt>
                <c:pt idx="86">
                  <c:v>1.8995505178815712E-2</c:v>
                </c:pt>
                <c:pt idx="87">
                  <c:v>7.8620285323431696E-2</c:v>
                </c:pt>
                <c:pt idx="88">
                  <c:v>8.0613640805159273E-2</c:v>
                </c:pt>
                <c:pt idx="89">
                  <c:v>5.6009380496384598E-2</c:v>
                </c:pt>
                <c:pt idx="90">
                  <c:v>3.421926910299003E-2</c:v>
                </c:pt>
                <c:pt idx="91">
                  <c:v>1.8076998241156928E-2</c:v>
                </c:pt>
                <c:pt idx="92">
                  <c:v>8.1297635333203045E-3</c:v>
                </c:pt>
                <c:pt idx="93">
                  <c:v>3.9867109634551491E-3</c:v>
                </c:pt>
                <c:pt idx="94">
                  <c:v>1.1334766464725426E-3</c:v>
                </c:pt>
                <c:pt idx="95">
                  <c:v>0</c:v>
                </c:pt>
                <c:pt idx="96">
                  <c:v>1.172562048075044E-3</c:v>
                </c:pt>
                <c:pt idx="97">
                  <c:v>2.7750635137776042E-3</c:v>
                </c:pt>
                <c:pt idx="98">
                  <c:v>1.543873363298808E-3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1.5536447136994333E-2</c:v>
                </c:pt>
                <c:pt idx="132">
                  <c:v>9.921829196794997E-2</c:v>
                </c:pt>
                <c:pt idx="133">
                  <c:v>0.29632597224936486</c:v>
                </c:pt>
                <c:pt idx="134">
                  <c:v>0.3645886261481337</c:v>
                </c:pt>
                <c:pt idx="135">
                  <c:v>0.26929841704123508</c:v>
                </c:pt>
                <c:pt idx="136">
                  <c:v>0.15876490130936097</c:v>
                </c:pt>
                <c:pt idx="137">
                  <c:v>9.2163376978698461E-2</c:v>
                </c:pt>
                <c:pt idx="138">
                  <c:v>4.8739495798319328E-2</c:v>
                </c:pt>
                <c:pt idx="139">
                  <c:v>2.6519444987297244E-2</c:v>
                </c:pt>
                <c:pt idx="140">
                  <c:v>1.1491108071135431E-2</c:v>
                </c:pt>
                <c:pt idx="141">
                  <c:v>6.488176666015243E-3</c:v>
                </c:pt>
                <c:pt idx="142">
                  <c:v>2.990033222591362E-3</c:v>
                </c:pt>
                <c:pt idx="143">
                  <c:v>1.9542700801250734E-3</c:v>
                </c:pt>
                <c:pt idx="144">
                  <c:v>2.9509478209888609E-3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A85-4E74-8877-4504469124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39214880"/>
        <c:axId val="1139212000"/>
        <c:extLst/>
      </c:scatterChart>
      <c:valAx>
        <c:axId val="1139214880"/>
        <c:scaling>
          <c:orientation val="minMax"/>
          <c:max val="533.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212000"/>
        <c:crosses val="autoZero"/>
        <c:crossBetween val="midCat"/>
      </c:valAx>
      <c:valAx>
        <c:axId val="1139212000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21488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1"/>
          <c:order val="1"/>
          <c:tx>
            <c:v>My Data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'Isotopic Distribution Modelling'!$F$180:$F$359</c:f>
              <c:numCache>
                <c:formatCode>General</c:formatCode>
                <c:ptCount val="180"/>
                <c:pt idx="0">
                  <c:v>530.25829329999999</c:v>
                </c:pt>
                <c:pt idx="1">
                  <c:v>530.26628600000004</c:v>
                </c:pt>
                <c:pt idx="2">
                  <c:v>530.27427880000005</c:v>
                </c:pt>
                <c:pt idx="3">
                  <c:v>530.28227170000002</c:v>
                </c:pt>
                <c:pt idx="4">
                  <c:v>530.2902646</c:v>
                </c:pt>
                <c:pt idx="5">
                  <c:v>530.29825749999998</c:v>
                </c:pt>
                <c:pt idx="6">
                  <c:v>530.3062506</c:v>
                </c:pt>
                <c:pt idx="7">
                  <c:v>530.31424360000005</c:v>
                </c:pt>
                <c:pt idx="8">
                  <c:v>530.32223680000004</c:v>
                </c:pt>
                <c:pt idx="9">
                  <c:v>530.33023000000003</c:v>
                </c:pt>
                <c:pt idx="10">
                  <c:v>530.33822329999998</c:v>
                </c:pt>
                <c:pt idx="11">
                  <c:v>530.34621660000005</c:v>
                </c:pt>
                <c:pt idx="12">
                  <c:v>530.35420999999997</c:v>
                </c:pt>
                <c:pt idx="13">
                  <c:v>530.3622034</c:v>
                </c:pt>
                <c:pt idx="14">
                  <c:v>530.3701969</c:v>
                </c:pt>
                <c:pt idx="15">
                  <c:v>530.37819049999996</c:v>
                </c:pt>
                <c:pt idx="16">
                  <c:v>530.38618410000004</c:v>
                </c:pt>
                <c:pt idx="17">
                  <c:v>530.40217159999997</c:v>
                </c:pt>
                <c:pt idx="18">
                  <c:v>530.41016539999998</c:v>
                </c:pt>
                <c:pt idx="19">
                  <c:v>530.41815919999999</c:v>
                </c:pt>
                <c:pt idx="20">
                  <c:v>530.42615320000004</c:v>
                </c:pt>
                <c:pt idx="21">
                  <c:v>530.43414710000002</c:v>
                </c:pt>
                <c:pt idx="22">
                  <c:v>530.44214120000004</c:v>
                </c:pt>
                <c:pt idx="23">
                  <c:v>530.45013530000006</c:v>
                </c:pt>
                <c:pt idx="24">
                  <c:v>530.45812950000004</c:v>
                </c:pt>
                <c:pt idx="25">
                  <c:v>530.80993249999995</c:v>
                </c:pt>
                <c:pt idx="26">
                  <c:v>530.81792940000003</c:v>
                </c:pt>
                <c:pt idx="27">
                  <c:v>530.82592639999996</c:v>
                </c:pt>
                <c:pt idx="28">
                  <c:v>530.8339234</c:v>
                </c:pt>
                <c:pt idx="29">
                  <c:v>530.84192040000005</c:v>
                </c:pt>
                <c:pt idx="30">
                  <c:v>530.84991749999995</c:v>
                </c:pt>
                <c:pt idx="31">
                  <c:v>530.85791470000004</c:v>
                </c:pt>
                <c:pt idx="32">
                  <c:v>530.86591199999998</c:v>
                </c:pt>
                <c:pt idx="33">
                  <c:v>530.87390930000004</c:v>
                </c:pt>
                <c:pt idx="34">
                  <c:v>530.88190659999998</c:v>
                </c:pt>
                <c:pt idx="35">
                  <c:v>530.889904</c:v>
                </c:pt>
                <c:pt idx="36">
                  <c:v>530.89790149999999</c:v>
                </c:pt>
                <c:pt idx="37">
                  <c:v>530.90589910000006</c:v>
                </c:pt>
                <c:pt idx="38">
                  <c:v>530.91389670000001</c:v>
                </c:pt>
                <c:pt idx="39">
                  <c:v>530.92189429999996</c:v>
                </c:pt>
                <c:pt idx="40">
                  <c:v>530.92989209999996</c:v>
                </c:pt>
                <c:pt idx="41">
                  <c:v>530.93788979999999</c:v>
                </c:pt>
                <c:pt idx="42">
                  <c:v>530.94588769999996</c:v>
                </c:pt>
                <c:pt idx="43">
                  <c:v>530.95388560000004</c:v>
                </c:pt>
                <c:pt idx="44">
                  <c:v>530.9618835</c:v>
                </c:pt>
                <c:pt idx="45">
                  <c:v>530.96988160000001</c:v>
                </c:pt>
                <c:pt idx="46">
                  <c:v>530.97787970000002</c:v>
                </c:pt>
                <c:pt idx="47">
                  <c:v>530.98587780000003</c:v>
                </c:pt>
                <c:pt idx="48">
                  <c:v>530.993876</c:v>
                </c:pt>
                <c:pt idx="49">
                  <c:v>531.00187430000005</c:v>
                </c:pt>
                <c:pt idx="50">
                  <c:v>531.00987259999999</c:v>
                </c:pt>
                <c:pt idx="51">
                  <c:v>531.01787100000001</c:v>
                </c:pt>
                <c:pt idx="52">
                  <c:v>531.02586940000003</c:v>
                </c:pt>
                <c:pt idx="53">
                  <c:v>531.03386790000002</c:v>
                </c:pt>
                <c:pt idx="54">
                  <c:v>531.04186649999997</c:v>
                </c:pt>
                <c:pt idx="55">
                  <c:v>531.04986510000003</c:v>
                </c:pt>
                <c:pt idx="56">
                  <c:v>531.24985040000001</c:v>
                </c:pt>
                <c:pt idx="57">
                  <c:v>531.25785059999998</c:v>
                </c:pt>
                <c:pt idx="58">
                  <c:v>531.26585079999995</c:v>
                </c:pt>
                <c:pt idx="59">
                  <c:v>531.2738511</c:v>
                </c:pt>
                <c:pt idx="60">
                  <c:v>531.28185150000002</c:v>
                </c:pt>
                <c:pt idx="61">
                  <c:v>531.28985190000003</c:v>
                </c:pt>
                <c:pt idx="62">
                  <c:v>531.29785240000001</c:v>
                </c:pt>
                <c:pt idx="63">
                  <c:v>531.30585299999996</c:v>
                </c:pt>
                <c:pt idx="64">
                  <c:v>531.31385360000002</c:v>
                </c:pt>
                <c:pt idx="65">
                  <c:v>531.32185430000004</c:v>
                </c:pt>
                <c:pt idx="66">
                  <c:v>531.32985499999995</c:v>
                </c:pt>
                <c:pt idx="67">
                  <c:v>531.33785580000006</c:v>
                </c:pt>
                <c:pt idx="68">
                  <c:v>531.34585670000001</c:v>
                </c:pt>
                <c:pt idx="69">
                  <c:v>531.35385759999997</c:v>
                </c:pt>
                <c:pt idx="70">
                  <c:v>531.36185850000004</c:v>
                </c:pt>
                <c:pt idx="71">
                  <c:v>531.36985960000004</c:v>
                </c:pt>
                <c:pt idx="72">
                  <c:v>531.37786070000004</c:v>
                </c:pt>
                <c:pt idx="73">
                  <c:v>531.38586180000004</c:v>
                </c:pt>
                <c:pt idx="74">
                  <c:v>531.39386300000001</c:v>
                </c:pt>
                <c:pt idx="75">
                  <c:v>531.40186430000006</c:v>
                </c:pt>
                <c:pt idx="76">
                  <c:v>531.40986569999995</c:v>
                </c:pt>
                <c:pt idx="77">
                  <c:v>531.41786709999997</c:v>
                </c:pt>
                <c:pt idx="78">
                  <c:v>531.42586849999998</c:v>
                </c:pt>
                <c:pt idx="79">
                  <c:v>531.43386999999996</c:v>
                </c:pt>
                <c:pt idx="80">
                  <c:v>531.44187160000001</c:v>
                </c:pt>
                <c:pt idx="81">
                  <c:v>531.44987330000004</c:v>
                </c:pt>
                <c:pt idx="82">
                  <c:v>531.45787499999994</c:v>
                </c:pt>
                <c:pt idx="83">
                  <c:v>531.46587669999997</c:v>
                </c:pt>
                <c:pt idx="84">
                  <c:v>531.47387849999996</c:v>
                </c:pt>
                <c:pt idx="85">
                  <c:v>531.87404630000003</c:v>
                </c:pt>
                <c:pt idx="86">
                  <c:v>531.88205119999998</c:v>
                </c:pt>
                <c:pt idx="87">
                  <c:v>531.89005610000004</c:v>
                </c:pt>
                <c:pt idx="88">
                  <c:v>531.89806109999995</c:v>
                </c:pt>
                <c:pt idx="89">
                  <c:v>531.90606620000005</c:v>
                </c:pt>
                <c:pt idx="90">
                  <c:v>531.91407130000005</c:v>
                </c:pt>
                <c:pt idx="91">
                  <c:v>531.9220765</c:v>
                </c:pt>
                <c:pt idx="92">
                  <c:v>531.93008180000004</c:v>
                </c:pt>
                <c:pt idx="93">
                  <c:v>531.93808709999996</c:v>
                </c:pt>
                <c:pt idx="94">
                  <c:v>531.94609249999996</c:v>
                </c:pt>
                <c:pt idx="95">
                  <c:v>531.95409789999997</c:v>
                </c:pt>
                <c:pt idx="96">
                  <c:v>531.96210340000005</c:v>
                </c:pt>
                <c:pt idx="97">
                  <c:v>531.97010899999998</c:v>
                </c:pt>
                <c:pt idx="98">
                  <c:v>531.97811460000003</c:v>
                </c:pt>
                <c:pt idx="99">
                  <c:v>531.98612019999996</c:v>
                </c:pt>
                <c:pt idx="100">
                  <c:v>531.99412589999997</c:v>
                </c:pt>
                <c:pt idx="101">
                  <c:v>531.99412600000005</c:v>
                </c:pt>
                <c:pt idx="102">
                  <c:v>532.25034129999995</c:v>
                </c:pt>
                <c:pt idx="103">
                  <c:v>532.25834899999995</c:v>
                </c:pt>
                <c:pt idx="104">
                  <c:v>532.26635680000004</c:v>
                </c:pt>
                <c:pt idx="105">
                  <c:v>532.27436460000001</c:v>
                </c:pt>
                <c:pt idx="106">
                  <c:v>532.28237249999995</c:v>
                </c:pt>
                <c:pt idx="107">
                  <c:v>532.29038049999997</c:v>
                </c:pt>
                <c:pt idx="108">
                  <c:v>532.29838849999999</c:v>
                </c:pt>
                <c:pt idx="109">
                  <c:v>532.30639659999997</c:v>
                </c:pt>
                <c:pt idx="110">
                  <c:v>532.31440480000003</c:v>
                </c:pt>
                <c:pt idx="111">
                  <c:v>532.32241299999998</c:v>
                </c:pt>
                <c:pt idx="112">
                  <c:v>532.33042120000005</c:v>
                </c:pt>
                <c:pt idx="113">
                  <c:v>532.33842960000004</c:v>
                </c:pt>
                <c:pt idx="114">
                  <c:v>532.34643789999996</c:v>
                </c:pt>
                <c:pt idx="115">
                  <c:v>532.35444640000003</c:v>
                </c:pt>
                <c:pt idx="116">
                  <c:v>532.36245489999999</c:v>
                </c:pt>
                <c:pt idx="117">
                  <c:v>532.37046350000003</c:v>
                </c:pt>
                <c:pt idx="118">
                  <c:v>532.37847209999995</c:v>
                </c:pt>
                <c:pt idx="119">
                  <c:v>532.38648079999996</c:v>
                </c:pt>
                <c:pt idx="120">
                  <c:v>532.39448949999996</c:v>
                </c:pt>
                <c:pt idx="121">
                  <c:v>532.40249830000005</c:v>
                </c:pt>
                <c:pt idx="122">
                  <c:v>532.41050719999998</c:v>
                </c:pt>
                <c:pt idx="123">
                  <c:v>532.41851610000003</c:v>
                </c:pt>
                <c:pt idx="124">
                  <c:v>532.81102729999998</c:v>
                </c:pt>
                <c:pt idx="125">
                  <c:v>532.81903929999999</c:v>
                </c:pt>
                <c:pt idx="126">
                  <c:v>532.82705129999999</c:v>
                </c:pt>
                <c:pt idx="127">
                  <c:v>532.8350633</c:v>
                </c:pt>
                <c:pt idx="128">
                  <c:v>532.84307550000005</c:v>
                </c:pt>
                <c:pt idx="129">
                  <c:v>532.85108760000003</c:v>
                </c:pt>
                <c:pt idx="130">
                  <c:v>532.85909990000005</c:v>
                </c:pt>
                <c:pt idx="131">
                  <c:v>532.86711219999995</c:v>
                </c:pt>
                <c:pt idx="132">
                  <c:v>532.87512449999997</c:v>
                </c:pt>
                <c:pt idx="133">
                  <c:v>532.88313700000003</c:v>
                </c:pt>
                <c:pt idx="134">
                  <c:v>532.89114940000002</c:v>
                </c:pt>
                <c:pt idx="135">
                  <c:v>532.89916200000005</c:v>
                </c:pt>
                <c:pt idx="136">
                  <c:v>532.90717459999996</c:v>
                </c:pt>
                <c:pt idx="137">
                  <c:v>532.91518719999999</c:v>
                </c:pt>
                <c:pt idx="138">
                  <c:v>532.92319999999995</c:v>
                </c:pt>
                <c:pt idx="139">
                  <c:v>532.93121269999995</c:v>
                </c:pt>
                <c:pt idx="140">
                  <c:v>532.93922559999999</c:v>
                </c:pt>
                <c:pt idx="141">
                  <c:v>532.94723850000003</c:v>
                </c:pt>
                <c:pt idx="142">
                  <c:v>532.95525150000003</c:v>
                </c:pt>
                <c:pt idx="143">
                  <c:v>532.96326450000004</c:v>
                </c:pt>
                <c:pt idx="144">
                  <c:v>532.97127760000001</c:v>
                </c:pt>
                <c:pt idx="145">
                  <c:v>532.97929069999998</c:v>
                </c:pt>
                <c:pt idx="146">
                  <c:v>533.14758059999997</c:v>
                </c:pt>
                <c:pt idx="147">
                  <c:v>533.15559510000003</c:v>
                </c:pt>
                <c:pt idx="148">
                  <c:v>533.16360959999997</c:v>
                </c:pt>
                <c:pt idx="149">
                  <c:v>533.1716242</c:v>
                </c:pt>
                <c:pt idx="150">
                  <c:v>533.25177340000005</c:v>
                </c:pt>
                <c:pt idx="151">
                  <c:v>533.25978869999994</c:v>
                </c:pt>
                <c:pt idx="152">
                  <c:v>533.26780399999996</c:v>
                </c:pt>
                <c:pt idx="153">
                  <c:v>533.27581940000005</c:v>
                </c:pt>
                <c:pt idx="154">
                  <c:v>533.28383480000002</c:v>
                </c:pt>
                <c:pt idx="155">
                  <c:v>533.29185029999996</c:v>
                </c:pt>
                <c:pt idx="156">
                  <c:v>533.29986589999999</c:v>
                </c:pt>
                <c:pt idx="157">
                  <c:v>533.30788150000001</c:v>
                </c:pt>
                <c:pt idx="158">
                  <c:v>533.31589710000003</c:v>
                </c:pt>
                <c:pt idx="159">
                  <c:v>533.32391289999998</c:v>
                </c:pt>
                <c:pt idx="160">
                  <c:v>533.33192870000005</c:v>
                </c:pt>
                <c:pt idx="161">
                  <c:v>533.3399445</c:v>
                </c:pt>
                <c:pt idx="162">
                  <c:v>533.34796040000003</c:v>
                </c:pt>
                <c:pt idx="163">
                  <c:v>533.35597640000003</c:v>
                </c:pt>
                <c:pt idx="164">
                  <c:v>533.36399240000003</c:v>
                </c:pt>
                <c:pt idx="165">
                  <c:v>533.37200849999999</c:v>
                </c:pt>
                <c:pt idx="166">
                  <c:v>533.38002470000004</c:v>
                </c:pt>
                <c:pt idx="167">
                  <c:v>533.38804089999996</c:v>
                </c:pt>
                <c:pt idx="168">
                  <c:v>533.39605719999997</c:v>
                </c:pt>
                <c:pt idx="169">
                  <c:v>533.40407349999998</c:v>
                </c:pt>
                <c:pt idx="170">
                  <c:v>533.41208989999996</c:v>
                </c:pt>
                <c:pt idx="171">
                  <c:v>533.42010640000001</c:v>
                </c:pt>
                <c:pt idx="172">
                  <c:v>533.42812289999995</c:v>
                </c:pt>
                <c:pt idx="173">
                  <c:v>533.43613949999997</c:v>
                </c:pt>
                <c:pt idx="174">
                  <c:v>533.44415609999999</c:v>
                </c:pt>
                <c:pt idx="175">
                  <c:v>533.45217279999997</c:v>
                </c:pt>
                <c:pt idx="176">
                  <c:v>533.46018960000004</c:v>
                </c:pt>
                <c:pt idx="177">
                  <c:v>533.46820639999999</c:v>
                </c:pt>
                <c:pt idx="178">
                  <c:v>533.47622330000002</c:v>
                </c:pt>
                <c:pt idx="179">
                  <c:v>533.48424020000004</c:v>
                </c:pt>
              </c:numCache>
            </c:numRef>
          </c:xVal>
          <c:yVal>
            <c:numRef>
              <c:f>'Isotopic Distribution Modelling'!$H$180:$H$359</c:f>
              <c:numCache>
                <c:formatCode>General</c:formatCode>
                <c:ptCount val="18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4.5143639999999999E-3</c:v>
                </c:pt>
                <c:pt idx="31">
                  <c:v>6.7422319999999999E-3</c:v>
                </c:pt>
                <c:pt idx="32">
                  <c:v>1.5223764000000001E-2</c:v>
                </c:pt>
                <c:pt idx="33">
                  <c:v>0.10437756500000001</c:v>
                </c:pt>
                <c:pt idx="34">
                  <c:v>0.51274184099999998</c:v>
                </c:pt>
                <c:pt idx="35">
                  <c:v>1</c:v>
                </c:pt>
                <c:pt idx="36">
                  <c:v>0.93644713700000004</c:v>
                </c:pt>
                <c:pt idx="37">
                  <c:v>0.60224741100000001</c:v>
                </c:pt>
                <c:pt idx="38">
                  <c:v>0.37516122699999999</c:v>
                </c:pt>
                <c:pt idx="39">
                  <c:v>0.22091068999999999</c:v>
                </c:pt>
                <c:pt idx="40">
                  <c:v>0.123353527</c:v>
                </c:pt>
                <c:pt idx="41">
                  <c:v>7.2405706E-2</c:v>
                </c:pt>
                <c:pt idx="42">
                  <c:v>4.0668360000000001E-2</c:v>
                </c:pt>
                <c:pt idx="43">
                  <c:v>3.4805549999999998E-2</c:v>
                </c:pt>
                <c:pt idx="44">
                  <c:v>2.5249168999999998E-2</c:v>
                </c:pt>
                <c:pt idx="45">
                  <c:v>2.2141879999999999E-2</c:v>
                </c:pt>
                <c:pt idx="46">
                  <c:v>1.512605E-2</c:v>
                </c:pt>
                <c:pt idx="47">
                  <c:v>1.1276138E-2</c:v>
                </c:pt>
                <c:pt idx="48">
                  <c:v>5.471956E-3</c:v>
                </c:pt>
                <c:pt idx="49">
                  <c:v>5.5305839999999998E-3</c:v>
                </c:pt>
                <c:pt idx="50">
                  <c:v>5.9409809999999997E-3</c:v>
                </c:pt>
                <c:pt idx="51">
                  <c:v>6.0386950000000002E-3</c:v>
                </c:pt>
                <c:pt idx="52">
                  <c:v>1.7393E-3</c:v>
                </c:pt>
                <c:pt idx="53">
                  <c:v>1.5829590000000001E-3</c:v>
                </c:pt>
                <c:pt idx="54">
                  <c:v>1.758843E-3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1.2898180000000001E-3</c:v>
                </c:pt>
                <c:pt idx="84">
                  <c:v>0</c:v>
                </c:pt>
                <c:pt idx="85">
                  <c:v>0</c:v>
                </c:pt>
                <c:pt idx="86">
                  <c:v>1.8995504999999999E-2</c:v>
                </c:pt>
                <c:pt idx="87">
                  <c:v>7.8620284999999998E-2</c:v>
                </c:pt>
                <c:pt idx="88">
                  <c:v>8.0613641E-2</c:v>
                </c:pt>
                <c:pt idx="89">
                  <c:v>5.6009379999999998E-2</c:v>
                </c:pt>
                <c:pt idx="90">
                  <c:v>3.4219268999999997E-2</c:v>
                </c:pt>
                <c:pt idx="91">
                  <c:v>1.8076998E-2</c:v>
                </c:pt>
                <c:pt idx="92">
                  <c:v>8.1297639999999994E-3</c:v>
                </c:pt>
                <c:pt idx="93">
                  <c:v>3.9867110000000004E-3</c:v>
                </c:pt>
                <c:pt idx="94">
                  <c:v>1.1334769999999999E-3</c:v>
                </c:pt>
                <c:pt idx="95">
                  <c:v>0</c:v>
                </c:pt>
                <c:pt idx="96">
                  <c:v>1.172562E-3</c:v>
                </c:pt>
                <c:pt idx="97">
                  <c:v>2.7750639999999998E-3</c:v>
                </c:pt>
                <c:pt idx="98">
                  <c:v>1.5438730000000001E-3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1.5536447E-2</c:v>
                </c:pt>
                <c:pt idx="132">
                  <c:v>9.9218292E-2</c:v>
                </c:pt>
                <c:pt idx="133">
                  <c:v>0.29632597199999999</c:v>
                </c:pt>
                <c:pt idx="134">
                  <c:v>0.36458862600000003</c:v>
                </c:pt>
                <c:pt idx="135">
                  <c:v>0.26929841700000001</c:v>
                </c:pt>
                <c:pt idx="136">
                  <c:v>0.15876490100000001</c:v>
                </c:pt>
                <c:pt idx="137">
                  <c:v>9.2163377000000005E-2</c:v>
                </c:pt>
                <c:pt idx="138">
                  <c:v>4.8739496E-2</c:v>
                </c:pt>
                <c:pt idx="139">
                  <c:v>2.6519444999999999E-2</c:v>
                </c:pt>
                <c:pt idx="140">
                  <c:v>1.1491108E-2</c:v>
                </c:pt>
                <c:pt idx="141">
                  <c:v>6.4881770000000004E-3</c:v>
                </c:pt>
                <c:pt idx="142">
                  <c:v>2.990033E-3</c:v>
                </c:pt>
                <c:pt idx="143">
                  <c:v>1.9542700000000001E-3</c:v>
                </c:pt>
                <c:pt idx="144">
                  <c:v>2.9509480000000001E-3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713-4EA2-BC84-40C7F82858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39214880"/>
        <c:axId val="1139212000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spPr>
                  <a:ln w="19050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'Isotopic Distribution Modelling'!$A$2:$A$2368</c15:sqref>
                        </c15:formulaRef>
                      </c:ext>
                    </c:extLst>
                    <c:numCache>
                      <c:formatCode>General</c:formatCode>
                      <c:ptCount val="2367"/>
                      <c:pt idx="0">
                        <c:v>530.76900000000001</c:v>
                      </c:pt>
                      <c:pt idx="1">
                        <c:v>530.77</c:v>
                      </c:pt>
                      <c:pt idx="2">
                        <c:v>530.77099999999996</c:v>
                      </c:pt>
                      <c:pt idx="3">
                        <c:v>530.77200000000005</c:v>
                      </c:pt>
                      <c:pt idx="4">
                        <c:v>530.77300000000002</c:v>
                      </c:pt>
                      <c:pt idx="5">
                        <c:v>530.774</c:v>
                      </c:pt>
                      <c:pt idx="6">
                        <c:v>530.77499999999998</c:v>
                      </c:pt>
                      <c:pt idx="7">
                        <c:v>530.77599999999995</c:v>
                      </c:pt>
                      <c:pt idx="8">
                        <c:v>530.77700000000004</c:v>
                      </c:pt>
                      <c:pt idx="9">
                        <c:v>530.77800000000002</c:v>
                      </c:pt>
                      <c:pt idx="10">
                        <c:v>530.779</c:v>
                      </c:pt>
                      <c:pt idx="11">
                        <c:v>530.78</c:v>
                      </c:pt>
                      <c:pt idx="12">
                        <c:v>530.78099999999995</c:v>
                      </c:pt>
                      <c:pt idx="13">
                        <c:v>530.78200000000004</c:v>
                      </c:pt>
                      <c:pt idx="14">
                        <c:v>530.78300000000002</c:v>
                      </c:pt>
                      <c:pt idx="15">
                        <c:v>530.78399999999999</c:v>
                      </c:pt>
                      <c:pt idx="16">
                        <c:v>530.78499999999997</c:v>
                      </c:pt>
                      <c:pt idx="17">
                        <c:v>530.78599999999994</c:v>
                      </c:pt>
                      <c:pt idx="18">
                        <c:v>530.78700000000003</c:v>
                      </c:pt>
                      <c:pt idx="19">
                        <c:v>530.78800000000001</c:v>
                      </c:pt>
                      <c:pt idx="20">
                        <c:v>530.78899999999999</c:v>
                      </c:pt>
                      <c:pt idx="21">
                        <c:v>530.79</c:v>
                      </c:pt>
                      <c:pt idx="22">
                        <c:v>530.79100000000005</c:v>
                      </c:pt>
                      <c:pt idx="23">
                        <c:v>530.79200000000003</c:v>
                      </c:pt>
                      <c:pt idx="24">
                        <c:v>530.79300000000001</c:v>
                      </c:pt>
                      <c:pt idx="25">
                        <c:v>530.79399999999998</c:v>
                      </c:pt>
                      <c:pt idx="26">
                        <c:v>530.79499999999996</c:v>
                      </c:pt>
                      <c:pt idx="27">
                        <c:v>530.79600000000005</c:v>
                      </c:pt>
                      <c:pt idx="28">
                        <c:v>530.79700000000003</c:v>
                      </c:pt>
                      <c:pt idx="29">
                        <c:v>530.798</c:v>
                      </c:pt>
                      <c:pt idx="30">
                        <c:v>530.79899999999998</c:v>
                      </c:pt>
                      <c:pt idx="31">
                        <c:v>530.79999999999995</c:v>
                      </c:pt>
                      <c:pt idx="32">
                        <c:v>530.80100000000004</c:v>
                      </c:pt>
                      <c:pt idx="33">
                        <c:v>530.80200000000002</c:v>
                      </c:pt>
                      <c:pt idx="34">
                        <c:v>530.803</c:v>
                      </c:pt>
                      <c:pt idx="35">
                        <c:v>530.80399999999997</c:v>
                      </c:pt>
                      <c:pt idx="36">
                        <c:v>530.80499999999995</c:v>
                      </c:pt>
                      <c:pt idx="37">
                        <c:v>530.80600000000004</c:v>
                      </c:pt>
                      <c:pt idx="38">
                        <c:v>530.80700000000002</c:v>
                      </c:pt>
                      <c:pt idx="39">
                        <c:v>530.80799999999999</c:v>
                      </c:pt>
                      <c:pt idx="40">
                        <c:v>530.80899999999997</c:v>
                      </c:pt>
                      <c:pt idx="41">
                        <c:v>530.80999999999995</c:v>
                      </c:pt>
                      <c:pt idx="42">
                        <c:v>530.81100000000004</c:v>
                      </c:pt>
                      <c:pt idx="43">
                        <c:v>530.81200000000001</c:v>
                      </c:pt>
                      <c:pt idx="44">
                        <c:v>530.81299999999999</c:v>
                      </c:pt>
                      <c:pt idx="45">
                        <c:v>530.81399999999996</c:v>
                      </c:pt>
                      <c:pt idx="46">
                        <c:v>530.81500000000005</c:v>
                      </c:pt>
                      <c:pt idx="47">
                        <c:v>530.81600000000003</c:v>
                      </c:pt>
                      <c:pt idx="48">
                        <c:v>530.81700000000001</c:v>
                      </c:pt>
                      <c:pt idx="49">
                        <c:v>530.81799999999998</c:v>
                      </c:pt>
                      <c:pt idx="50">
                        <c:v>530.81899999999996</c:v>
                      </c:pt>
                      <c:pt idx="51">
                        <c:v>530.82000000000005</c:v>
                      </c:pt>
                      <c:pt idx="52">
                        <c:v>530.82100000000003</c:v>
                      </c:pt>
                      <c:pt idx="53">
                        <c:v>530.822</c:v>
                      </c:pt>
                      <c:pt idx="54">
                        <c:v>530.82299999999998</c:v>
                      </c:pt>
                      <c:pt idx="55">
                        <c:v>530.82399999999996</c:v>
                      </c:pt>
                      <c:pt idx="56">
                        <c:v>530.82500000000005</c:v>
                      </c:pt>
                      <c:pt idx="57">
                        <c:v>530.82600000000002</c:v>
                      </c:pt>
                      <c:pt idx="58">
                        <c:v>530.827</c:v>
                      </c:pt>
                      <c:pt idx="59">
                        <c:v>530.82799999999997</c:v>
                      </c:pt>
                      <c:pt idx="60">
                        <c:v>530.82899999999995</c:v>
                      </c:pt>
                      <c:pt idx="61">
                        <c:v>530.83000000000004</c:v>
                      </c:pt>
                      <c:pt idx="62">
                        <c:v>530.83100000000002</c:v>
                      </c:pt>
                      <c:pt idx="63">
                        <c:v>530.83199999999999</c:v>
                      </c:pt>
                      <c:pt idx="64">
                        <c:v>530.83299999999997</c:v>
                      </c:pt>
                      <c:pt idx="65">
                        <c:v>530.83399999999995</c:v>
                      </c:pt>
                      <c:pt idx="66">
                        <c:v>530.83500000000004</c:v>
                      </c:pt>
                      <c:pt idx="67">
                        <c:v>530.83600000000001</c:v>
                      </c:pt>
                      <c:pt idx="68">
                        <c:v>530.83699999999999</c:v>
                      </c:pt>
                      <c:pt idx="69">
                        <c:v>530.83799999999997</c:v>
                      </c:pt>
                      <c:pt idx="70">
                        <c:v>530.83900000000006</c:v>
                      </c:pt>
                      <c:pt idx="71">
                        <c:v>530.84</c:v>
                      </c:pt>
                      <c:pt idx="72">
                        <c:v>530.84100000000001</c:v>
                      </c:pt>
                      <c:pt idx="73">
                        <c:v>530.84199999999998</c:v>
                      </c:pt>
                      <c:pt idx="74">
                        <c:v>530.84299999999996</c:v>
                      </c:pt>
                      <c:pt idx="75">
                        <c:v>530.84400000000005</c:v>
                      </c:pt>
                      <c:pt idx="76">
                        <c:v>530.84500000000003</c:v>
                      </c:pt>
                      <c:pt idx="77">
                        <c:v>530.846</c:v>
                      </c:pt>
                      <c:pt idx="78">
                        <c:v>530.84699999999998</c:v>
                      </c:pt>
                      <c:pt idx="79">
                        <c:v>530.84799999999996</c:v>
                      </c:pt>
                      <c:pt idx="80">
                        <c:v>530.84900000000005</c:v>
                      </c:pt>
                      <c:pt idx="81">
                        <c:v>530.85</c:v>
                      </c:pt>
                      <c:pt idx="82">
                        <c:v>530.851</c:v>
                      </c:pt>
                      <c:pt idx="83">
                        <c:v>530.85199999999998</c:v>
                      </c:pt>
                      <c:pt idx="84">
                        <c:v>530.85299999999995</c:v>
                      </c:pt>
                      <c:pt idx="85">
                        <c:v>530.85400000000004</c:v>
                      </c:pt>
                      <c:pt idx="86">
                        <c:v>530.85500000000002</c:v>
                      </c:pt>
                      <c:pt idx="87">
                        <c:v>530.85599999999999</c:v>
                      </c:pt>
                      <c:pt idx="88">
                        <c:v>530.85699999999997</c:v>
                      </c:pt>
                      <c:pt idx="89">
                        <c:v>530.85799999999995</c:v>
                      </c:pt>
                      <c:pt idx="90">
                        <c:v>530.85900000000004</c:v>
                      </c:pt>
                      <c:pt idx="91">
                        <c:v>530.86</c:v>
                      </c:pt>
                      <c:pt idx="92">
                        <c:v>530.86099999999999</c:v>
                      </c:pt>
                      <c:pt idx="93">
                        <c:v>530.86199999999997</c:v>
                      </c:pt>
                      <c:pt idx="94">
                        <c:v>530.86300000000006</c:v>
                      </c:pt>
                      <c:pt idx="95">
                        <c:v>530.86400000000003</c:v>
                      </c:pt>
                      <c:pt idx="96">
                        <c:v>530.86500000000001</c:v>
                      </c:pt>
                      <c:pt idx="97">
                        <c:v>530.86599999999999</c:v>
                      </c:pt>
                      <c:pt idx="98">
                        <c:v>530.86699999999996</c:v>
                      </c:pt>
                      <c:pt idx="99">
                        <c:v>530.86800000000005</c:v>
                      </c:pt>
                      <c:pt idx="100">
                        <c:v>530.86900000000003</c:v>
                      </c:pt>
                      <c:pt idx="101">
                        <c:v>530.87</c:v>
                      </c:pt>
                      <c:pt idx="102">
                        <c:v>530.87099999999998</c:v>
                      </c:pt>
                      <c:pt idx="103">
                        <c:v>530.87199999999996</c:v>
                      </c:pt>
                      <c:pt idx="104">
                        <c:v>530.87300000000005</c:v>
                      </c:pt>
                      <c:pt idx="105">
                        <c:v>530.87400000000002</c:v>
                      </c:pt>
                      <c:pt idx="106">
                        <c:v>530.875</c:v>
                      </c:pt>
                      <c:pt idx="107">
                        <c:v>530.87599999999998</c:v>
                      </c:pt>
                      <c:pt idx="108">
                        <c:v>530.87699999999995</c:v>
                      </c:pt>
                      <c:pt idx="109">
                        <c:v>530.87800000000004</c:v>
                      </c:pt>
                      <c:pt idx="110">
                        <c:v>530.87900000000002</c:v>
                      </c:pt>
                      <c:pt idx="111">
                        <c:v>530.88</c:v>
                      </c:pt>
                      <c:pt idx="112">
                        <c:v>530.88099999999997</c:v>
                      </c:pt>
                      <c:pt idx="113">
                        <c:v>530.88199999999995</c:v>
                      </c:pt>
                      <c:pt idx="114">
                        <c:v>530.88300000000004</c:v>
                      </c:pt>
                      <c:pt idx="115">
                        <c:v>530.88400000000001</c:v>
                      </c:pt>
                      <c:pt idx="116">
                        <c:v>530.88499999999999</c:v>
                      </c:pt>
                      <c:pt idx="117">
                        <c:v>530.88599999999997</c:v>
                      </c:pt>
                      <c:pt idx="118">
                        <c:v>530.88699999999994</c:v>
                      </c:pt>
                      <c:pt idx="119">
                        <c:v>530.88800000000003</c:v>
                      </c:pt>
                      <c:pt idx="120">
                        <c:v>530.88900000000001</c:v>
                      </c:pt>
                      <c:pt idx="121">
                        <c:v>530.89</c:v>
                      </c:pt>
                      <c:pt idx="122">
                        <c:v>530.89099999999996</c:v>
                      </c:pt>
                      <c:pt idx="123">
                        <c:v>530.89200000000005</c:v>
                      </c:pt>
                      <c:pt idx="124">
                        <c:v>530.89300000000003</c:v>
                      </c:pt>
                      <c:pt idx="125">
                        <c:v>530.89400000000001</c:v>
                      </c:pt>
                      <c:pt idx="126">
                        <c:v>530.89499999999998</c:v>
                      </c:pt>
                      <c:pt idx="127">
                        <c:v>530.89599999999996</c:v>
                      </c:pt>
                      <c:pt idx="128">
                        <c:v>530.89700000000005</c:v>
                      </c:pt>
                      <c:pt idx="129">
                        <c:v>530.89800000000002</c:v>
                      </c:pt>
                      <c:pt idx="130">
                        <c:v>530.899</c:v>
                      </c:pt>
                      <c:pt idx="131">
                        <c:v>530.9</c:v>
                      </c:pt>
                      <c:pt idx="132">
                        <c:v>530.90099999999995</c:v>
                      </c:pt>
                      <c:pt idx="133">
                        <c:v>530.90200000000004</c:v>
                      </c:pt>
                      <c:pt idx="134">
                        <c:v>530.90300000000002</c:v>
                      </c:pt>
                      <c:pt idx="135">
                        <c:v>530.904</c:v>
                      </c:pt>
                      <c:pt idx="136">
                        <c:v>530.90499999999997</c:v>
                      </c:pt>
                      <c:pt idx="137">
                        <c:v>530.90599999999995</c:v>
                      </c:pt>
                      <c:pt idx="138">
                        <c:v>530.90700000000004</c:v>
                      </c:pt>
                      <c:pt idx="139">
                        <c:v>530.90800000000002</c:v>
                      </c:pt>
                      <c:pt idx="140">
                        <c:v>530.90899999999999</c:v>
                      </c:pt>
                      <c:pt idx="141">
                        <c:v>530.91</c:v>
                      </c:pt>
                      <c:pt idx="142">
                        <c:v>530.91099999999994</c:v>
                      </c:pt>
                      <c:pt idx="143">
                        <c:v>530.91200000000003</c:v>
                      </c:pt>
                      <c:pt idx="144">
                        <c:v>530.91300000000001</c:v>
                      </c:pt>
                      <c:pt idx="145">
                        <c:v>530.91399999999999</c:v>
                      </c:pt>
                      <c:pt idx="146">
                        <c:v>530.91499999999996</c:v>
                      </c:pt>
                      <c:pt idx="147">
                        <c:v>530.91600000000005</c:v>
                      </c:pt>
                      <c:pt idx="148">
                        <c:v>530.91700000000003</c:v>
                      </c:pt>
                      <c:pt idx="149">
                        <c:v>530.91800000000001</c:v>
                      </c:pt>
                      <c:pt idx="150">
                        <c:v>530.91899999999998</c:v>
                      </c:pt>
                      <c:pt idx="151">
                        <c:v>530.91999999999996</c:v>
                      </c:pt>
                      <c:pt idx="152">
                        <c:v>530.92100000000005</c:v>
                      </c:pt>
                      <c:pt idx="153">
                        <c:v>530.92200000000003</c:v>
                      </c:pt>
                      <c:pt idx="154">
                        <c:v>530.923</c:v>
                      </c:pt>
                      <c:pt idx="155">
                        <c:v>530.92399999999998</c:v>
                      </c:pt>
                      <c:pt idx="156">
                        <c:v>530.92499999999995</c:v>
                      </c:pt>
                      <c:pt idx="157">
                        <c:v>530.92600000000004</c:v>
                      </c:pt>
                      <c:pt idx="158">
                        <c:v>530.92700000000002</c:v>
                      </c:pt>
                      <c:pt idx="159">
                        <c:v>530.928</c:v>
                      </c:pt>
                      <c:pt idx="160">
                        <c:v>530.92899999999997</c:v>
                      </c:pt>
                      <c:pt idx="161">
                        <c:v>530.92999999999995</c:v>
                      </c:pt>
                      <c:pt idx="162">
                        <c:v>530.93100000000004</c:v>
                      </c:pt>
                      <c:pt idx="163">
                        <c:v>530.93200000000002</c:v>
                      </c:pt>
                      <c:pt idx="164">
                        <c:v>530.93299999999999</c:v>
                      </c:pt>
                      <c:pt idx="165">
                        <c:v>530.93399999999997</c:v>
                      </c:pt>
                      <c:pt idx="166">
                        <c:v>530.93499999999995</c:v>
                      </c:pt>
                      <c:pt idx="167">
                        <c:v>530.93600000000004</c:v>
                      </c:pt>
                      <c:pt idx="168">
                        <c:v>530.93700000000001</c:v>
                      </c:pt>
                      <c:pt idx="169">
                        <c:v>530.93799999999999</c:v>
                      </c:pt>
                      <c:pt idx="170">
                        <c:v>530.93899999999996</c:v>
                      </c:pt>
                      <c:pt idx="171">
                        <c:v>530.94000000000005</c:v>
                      </c:pt>
                      <c:pt idx="172">
                        <c:v>530.94100000000003</c:v>
                      </c:pt>
                      <c:pt idx="173">
                        <c:v>530.94200000000001</c:v>
                      </c:pt>
                      <c:pt idx="174">
                        <c:v>530.94299999999998</c:v>
                      </c:pt>
                      <c:pt idx="175">
                        <c:v>530.94399999999996</c:v>
                      </c:pt>
                      <c:pt idx="176">
                        <c:v>530.94500000000005</c:v>
                      </c:pt>
                      <c:pt idx="177">
                        <c:v>530.94600000000003</c:v>
                      </c:pt>
                      <c:pt idx="178">
                        <c:v>530.947</c:v>
                      </c:pt>
                      <c:pt idx="179">
                        <c:v>530.94799999999998</c:v>
                      </c:pt>
                      <c:pt idx="180">
                        <c:v>530.94899999999996</c:v>
                      </c:pt>
                      <c:pt idx="181">
                        <c:v>530.95000000000005</c:v>
                      </c:pt>
                      <c:pt idx="182">
                        <c:v>530.95100000000002</c:v>
                      </c:pt>
                      <c:pt idx="183">
                        <c:v>530.952</c:v>
                      </c:pt>
                      <c:pt idx="184">
                        <c:v>530.95299999999997</c:v>
                      </c:pt>
                      <c:pt idx="185">
                        <c:v>530.95399999999995</c:v>
                      </c:pt>
                      <c:pt idx="186">
                        <c:v>530.95500000000004</c:v>
                      </c:pt>
                      <c:pt idx="187">
                        <c:v>530.95600000000002</c:v>
                      </c:pt>
                      <c:pt idx="188">
                        <c:v>530.95699999999999</c:v>
                      </c:pt>
                      <c:pt idx="189">
                        <c:v>530.95799999999997</c:v>
                      </c:pt>
                      <c:pt idx="190">
                        <c:v>530.95899999999995</c:v>
                      </c:pt>
                      <c:pt idx="191">
                        <c:v>530.96</c:v>
                      </c:pt>
                      <c:pt idx="192">
                        <c:v>530.96100000000001</c:v>
                      </c:pt>
                      <c:pt idx="193">
                        <c:v>530.96199999999999</c:v>
                      </c:pt>
                      <c:pt idx="194">
                        <c:v>530.96299999999997</c:v>
                      </c:pt>
                      <c:pt idx="195">
                        <c:v>530.96400000000006</c:v>
                      </c:pt>
                      <c:pt idx="196">
                        <c:v>530.96500000000003</c:v>
                      </c:pt>
                      <c:pt idx="197">
                        <c:v>530.96600000000001</c:v>
                      </c:pt>
                      <c:pt idx="198">
                        <c:v>530.96699999999998</c:v>
                      </c:pt>
                      <c:pt idx="199">
                        <c:v>530.96799999999996</c:v>
                      </c:pt>
                      <c:pt idx="200">
                        <c:v>530.96900000000005</c:v>
                      </c:pt>
                      <c:pt idx="201">
                        <c:v>530.97</c:v>
                      </c:pt>
                      <c:pt idx="202">
                        <c:v>530.971</c:v>
                      </c:pt>
                      <c:pt idx="203">
                        <c:v>530.97199999999998</c:v>
                      </c:pt>
                      <c:pt idx="204">
                        <c:v>530.97299999999996</c:v>
                      </c:pt>
                      <c:pt idx="205">
                        <c:v>530.97400000000005</c:v>
                      </c:pt>
                      <c:pt idx="206">
                        <c:v>530.97500000000002</c:v>
                      </c:pt>
                      <c:pt idx="207">
                        <c:v>530.976</c:v>
                      </c:pt>
                      <c:pt idx="208">
                        <c:v>530.97699999999998</c:v>
                      </c:pt>
                      <c:pt idx="209">
                        <c:v>530.97799999999995</c:v>
                      </c:pt>
                      <c:pt idx="210">
                        <c:v>530.97900000000004</c:v>
                      </c:pt>
                      <c:pt idx="211">
                        <c:v>530.98</c:v>
                      </c:pt>
                      <c:pt idx="212">
                        <c:v>530.98099999999999</c:v>
                      </c:pt>
                      <c:pt idx="213">
                        <c:v>530.98199999999997</c:v>
                      </c:pt>
                      <c:pt idx="214">
                        <c:v>530.98299999999995</c:v>
                      </c:pt>
                      <c:pt idx="215">
                        <c:v>530.98400000000004</c:v>
                      </c:pt>
                      <c:pt idx="216">
                        <c:v>530.98500000000001</c:v>
                      </c:pt>
                      <c:pt idx="217">
                        <c:v>530.98599999999999</c:v>
                      </c:pt>
                      <c:pt idx="218">
                        <c:v>530.98699999999997</c:v>
                      </c:pt>
                      <c:pt idx="219">
                        <c:v>530.98800000000006</c:v>
                      </c:pt>
                      <c:pt idx="220">
                        <c:v>530.98900000000003</c:v>
                      </c:pt>
                      <c:pt idx="221">
                        <c:v>530.99</c:v>
                      </c:pt>
                      <c:pt idx="222">
                        <c:v>530.99099999999999</c:v>
                      </c:pt>
                      <c:pt idx="223">
                        <c:v>530.99199999999996</c:v>
                      </c:pt>
                      <c:pt idx="224">
                        <c:v>530.99300000000005</c:v>
                      </c:pt>
                      <c:pt idx="225">
                        <c:v>530.99400000000003</c:v>
                      </c:pt>
                      <c:pt idx="226">
                        <c:v>530.995</c:v>
                      </c:pt>
                      <c:pt idx="227">
                        <c:v>530.99599999999998</c:v>
                      </c:pt>
                      <c:pt idx="228">
                        <c:v>530.99699999999996</c:v>
                      </c:pt>
                      <c:pt idx="229">
                        <c:v>530.99800000000005</c:v>
                      </c:pt>
                      <c:pt idx="230">
                        <c:v>530.99900000000002</c:v>
                      </c:pt>
                      <c:pt idx="231">
                        <c:v>531</c:v>
                      </c:pt>
                      <c:pt idx="232">
                        <c:v>531.00099999999998</c:v>
                      </c:pt>
                      <c:pt idx="233">
                        <c:v>531.00199999999995</c:v>
                      </c:pt>
                      <c:pt idx="234">
                        <c:v>531.00300000000004</c:v>
                      </c:pt>
                      <c:pt idx="235">
                        <c:v>531.00400000000002</c:v>
                      </c:pt>
                      <c:pt idx="236">
                        <c:v>531.005</c:v>
                      </c:pt>
                      <c:pt idx="237">
                        <c:v>531.00599999999997</c:v>
                      </c:pt>
                      <c:pt idx="238">
                        <c:v>531.00699999999995</c:v>
                      </c:pt>
                      <c:pt idx="239">
                        <c:v>531.00800000000004</c:v>
                      </c:pt>
                      <c:pt idx="240">
                        <c:v>531.00900000000001</c:v>
                      </c:pt>
                      <c:pt idx="241">
                        <c:v>531.01</c:v>
                      </c:pt>
                      <c:pt idx="242">
                        <c:v>531.01099999999997</c:v>
                      </c:pt>
                      <c:pt idx="243">
                        <c:v>531.01199999999994</c:v>
                      </c:pt>
                      <c:pt idx="244">
                        <c:v>531.01300000000003</c:v>
                      </c:pt>
                      <c:pt idx="245">
                        <c:v>531.01400000000001</c:v>
                      </c:pt>
                      <c:pt idx="246">
                        <c:v>531.01499999999999</c:v>
                      </c:pt>
                      <c:pt idx="247">
                        <c:v>531.01599999999996</c:v>
                      </c:pt>
                      <c:pt idx="248">
                        <c:v>531.01700000000005</c:v>
                      </c:pt>
                      <c:pt idx="249">
                        <c:v>531.01800000000003</c:v>
                      </c:pt>
                      <c:pt idx="250">
                        <c:v>531.01900000000001</c:v>
                      </c:pt>
                      <c:pt idx="251">
                        <c:v>531.02</c:v>
                      </c:pt>
                      <c:pt idx="252">
                        <c:v>531.02099999999996</c:v>
                      </c:pt>
                      <c:pt idx="253">
                        <c:v>531.02200000000005</c:v>
                      </c:pt>
                      <c:pt idx="254">
                        <c:v>531.02300000000002</c:v>
                      </c:pt>
                      <c:pt idx="255">
                        <c:v>531.10299999999995</c:v>
                      </c:pt>
                      <c:pt idx="256">
                        <c:v>531.18299999999999</c:v>
                      </c:pt>
                      <c:pt idx="257">
                        <c:v>531.26300000000003</c:v>
                      </c:pt>
                      <c:pt idx="258">
                        <c:v>531.34299999999996</c:v>
                      </c:pt>
                      <c:pt idx="259">
                        <c:v>531.423</c:v>
                      </c:pt>
                      <c:pt idx="260">
                        <c:v>531.50300000000004</c:v>
                      </c:pt>
                      <c:pt idx="261">
                        <c:v>531.58299999999997</c:v>
                      </c:pt>
                      <c:pt idx="262">
                        <c:v>531.66300000000001</c:v>
                      </c:pt>
                      <c:pt idx="263">
                        <c:v>531.71600000000001</c:v>
                      </c:pt>
                      <c:pt idx="264">
                        <c:v>531.76900000000001</c:v>
                      </c:pt>
                      <c:pt idx="265">
                        <c:v>531.77</c:v>
                      </c:pt>
                      <c:pt idx="266">
                        <c:v>531.77099999999996</c:v>
                      </c:pt>
                      <c:pt idx="267">
                        <c:v>531.77200000000005</c:v>
                      </c:pt>
                      <c:pt idx="268">
                        <c:v>531.77300000000002</c:v>
                      </c:pt>
                      <c:pt idx="269">
                        <c:v>531.774</c:v>
                      </c:pt>
                      <c:pt idx="270">
                        <c:v>531.77499999999998</c:v>
                      </c:pt>
                      <c:pt idx="271">
                        <c:v>531.77599999999995</c:v>
                      </c:pt>
                      <c:pt idx="272">
                        <c:v>531.77700000000004</c:v>
                      </c:pt>
                      <c:pt idx="273">
                        <c:v>531.77800000000002</c:v>
                      </c:pt>
                      <c:pt idx="274">
                        <c:v>531.779</c:v>
                      </c:pt>
                      <c:pt idx="275">
                        <c:v>531.78</c:v>
                      </c:pt>
                      <c:pt idx="276">
                        <c:v>531.78099999999995</c:v>
                      </c:pt>
                      <c:pt idx="277">
                        <c:v>531.78200000000004</c:v>
                      </c:pt>
                      <c:pt idx="278">
                        <c:v>531.78300000000002</c:v>
                      </c:pt>
                      <c:pt idx="279">
                        <c:v>531.78399999999999</c:v>
                      </c:pt>
                      <c:pt idx="280">
                        <c:v>531.78499999999997</c:v>
                      </c:pt>
                      <c:pt idx="281">
                        <c:v>531.78599999999994</c:v>
                      </c:pt>
                      <c:pt idx="282">
                        <c:v>531.78700000000003</c:v>
                      </c:pt>
                      <c:pt idx="283">
                        <c:v>531.78800000000001</c:v>
                      </c:pt>
                      <c:pt idx="284">
                        <c:v>531.78899999999999</c:v>
                      </c:pt>
                      <c:pt idx="285">
                        <c:v>531.79</c:v>
                      </c:pt>
                      <c:pt idx="286">
                        <c:v>531.79100000000005</c:v>
                      </c:pt>
                      <c:pt idx="287">
                        <c:v>531.79200000000003</c:v>
                      </c:pt>
                      <c:pt idx="288">
                        <c:v>531.79300000000001</c:v>
                      </c:pt>
                      <c:pt idx="289">
                        <c:v>531.79399999999998</c:v>
                      </c:pt>
                      <c:pt idx="290">
                        <c:v>531.79499999999996</c:v>
                      </c:pt>
                      <c:pt idx="291">
                        <c:v>531.79600000000005</c:v>
                      </c:pt>
                      <c:pt idx="292">
                        <c:v>531.79700000000003</c:v>
                      </c:pt>
                      <c:pt idx="293">
                        <c:v>531.798</c:v>
                      </c:pt>
                      <c:pt idx="294">
                        <c:v>531.79899999999998</c:v>
                      </c:pt>
                      <c:pt idx="295">
                        <c:v>531.79999999999995</c:v>
                      </c:pt>
                      <c:pt idx="296">
                        <c:v>531.80100000000004</c:v>
                      </c:pt>
                      <c:pt idx="297">
                        <c:v>531.80200000000002</c:v>
                      </c:pt>
                      <c:pt idx="298">
                        <c:v>531.803</c:v>
                      </c:pt>
                      <c:pt idx="299">
                        <c:v>531.80399999999997</c:v>
                      </c:pt>
                      <c:pt idx="300">
                        <c:v>531.80499999999995</c:v>
                      </c:pt>
                      <c:pt idx="301">
                        <c:v>531.80600000000004</c:v>
                      </c:pt>
                      <c:pt idx="302">
                        <c:v>531.80700000000002</c:v>
                      </c:pt>
                      <c:pt idx="303">
                        <c:v>531.80799999999999</c:v>
                      </c:pt>
                      <c:pt idx="304">
                        <c:v>531.80899999999997</c:v>
                      </c:pt>
                      <c:pt idx="305">
                        <c:v>531.80999999999995</c:v>
                      </c:pt>
                      <c:pt idx="306">
                        <c:v>531.81100000000004</c:v>
                      </c:pt>
                      <c:pt idx="307">
                        <c:v>531.81200000000001</c:v>
                      </c:pt>
                      <c:pt idx="308">
                        <c:v>531.81299999999999</c:v>
                      </c:pt>
                      <c:pt idx="309">
                        <c:v>531.81399999999996</c:v>
                      </c:pt>
                      <c:pt idx="310">
                        <c:v>531.81500000000005</c:v>
                      </c:pt>
                      <c:pt idx="311">
                        <c:v>531.81600000000003</c:v>
                      </c:pt>
                      <c:pt idx="312">
                        <c:v>531.81700000000001</c:v>
                      </c:pt>
                      <c:pt idx="313">
                        <c:v>531.81799999999998</c:v>
                      </c:pt>
                      <c:pt idx="314">
                        <c:v>531.81899999999996</c:v>
                      </c:pt>
                      <c:pt idx="315">
                        <c:v>531.82000000000005</c:v>
                      </c:pt>
                      <c:pt idx="316">
                        <c:v>531.82100000000003</c:v>
                      </c:pt>
                      <c:pt idx="317">
                        <c:v>531.822</c:v>
                      </c:pt>
                      <c:pt idx="318">
                        <c:v>531.82299999999998</c:v>
                      </c:pt>
                      <c:pt idx="319">
                        <c:v>531.82399999999996</c:v>
                      </c:pt>
                      <c:pt idx="320">
                        <c:v>531.82500000000005</c:v>
                      </c:pt>
                      <c:pt idx="321">
                        <c:v>531.82600000000002</c:v>
                      </c:pt>
                      <c:pt idx="322">
                        <c:v>531.827</c:v>
                      </c:pt>
                      <c:pt idx="323">
                        <c:v>531.82799999999997</c:v>
                      </c:pt>
                      <c:pt idx="324">
                        <c:v>531.82899999999995</c:v>
                      </c:pt>
                      <c:pt idx="325">
                        <c:v>531.83000000000004</c:v>
                      </c:pt>
                      <c:pt idx="326">
                        <c:v>531.83100000000002</c:v>
                      </c:pt>
                      <c:pt idx="327">
                        <c:v>531.83199999999999</c:v>
                      </c:pt>
                      <c:pt idx="328">
                        <c:v>531.83299999999997</c:v>
                      </c:pt>
                      <c:pt idx="329">
                        <c:v>531.83399999999995</c:v>
                      </c:pt>
                      <c:pt idx="330">
                        <c:v>531.83500000000004</c:v>
                      </c:pt>
                      <c:pt idx="331">
                        <c:v>531.83600000000001</c:v>
                      </c:pt>
                      <c:pt idx="332">
                        <c:v>531.83699999999999</c:v>
                      </c:pt>
                      <c:pt idx="333">
                        <c:v>531.83799999999997</c:v>
                      </c:pt>
                      <c:pt idx="334">
                        <c:v>531.83900000000006</c:v>
                      </c:pt>
                      <c:pt idx="335">
                        <c:v>531.84</c:v>
                      </c:pt>
                      <c:pt idx="336">
                        <c:v>531.84100000000001</c:v>
                      </c:pt>
                      <c:pt idx="337">
                        <c:v>531.84199999999998</c:v>
                      </c:pt>
                      <c:pt idx="338">
                        <c:v>531.84299999999996</c:v>
                      </c:pt>
                      <c:pt idx="339">
                        <c:v>531.84400000000005</c:v>
                      </c:pt>
                      <c:pt idx="340">
                        <c:v>531.84500000000003</c:v>
                      </c:pt>
                      <c:pt idx="341">
                        <c:v>531.846</c:v>
                      </c:pt>
                      <c:pt idx="342">
                        <c:v>531.84699999999998</c:v>
                      </c:pt>
                      <c:pt idx="343">
                        <c:v>531.84799999999996</c:v>
                      </c:pt>
                      <c:pt idx="344">
                        <c:v>531.84900000000005</c:v>
                      </c:pt>
                      <c:pt idx="345">
                        <c:v>531.85</c:v>
                      </c:pt>
                      <c:pt idx="346">
                        <c:v>531.851</c:v>
                      </c:pt>
                      <c:pt idx="347">
                        <c:v>531.85199999999998</c:v>
                      </c:pt>
                      <c:pt idx="348">
                        <c:v>531.85299999999995</c:v>
                      </c:pt>
                      <c:pt idx="349">
                        <c:v>531.85400000000004</c:v>
                      </c:pt>
                      <c:pt idx="350">
                        <c:v>531.85500000000002</c:v>
                      </c:pt>
                      <c:pt idx="351">
                        <c:v>531.85599999999999</c:v>
                      </c:pt>
                      <c:pt idx="352">
                        <c:v>531.85699999999997</c:v>
                      </c:pt>
                      <c:pt idx="353">
                        <c:v>531.85799999999995</c:v>
                      </c:pt>
                      <c:pt idx="354">
                        <c:v>531.85900000000004</c:v>
                      </c:pt>
                      <c:pt idx="355">
                        <c:v>531.86</c:v>
                      </c:pt>
                      <c:pt idx="356">
                        <c:v>531.86099999999999</c:v>
                      </c:pt>
                      <c:pt idx="357">
                        <c:v>531.86199999999997</c:v>
                      </c:pt>
                      <c:pt idx="358">
                        <c:v>531.86300000000006</c:v>
                      </c:pt>
                      <c:pt idx="359">
                        <c:v>531.86400000000003</c:v>
                      </c:pt>
                      <c:pt idx="360">
                        <c:v>531.86500000000001</c:v>
                      </c:pt>
                      <c:pt idx="361">
                        <c:v>531.86599999999999</c:v>
                      </c:pt>
                      <c:pt idx="362">
                        <c:v>531.86699999999996</c:v>
                      </c:pt>
                      <c:pt idx="363">
                        <c:v>531.86800000000005</c:v>
                      </c:pt>
                      <c:pt idx="364">
                        <c:v>531.86900000000003</c:v>
                      </c:pt>
                      <c:pt idx="365">
                        <c:v>531.87</c:v>
                      </c:pt>
                      <c:pt idx="366">
                        <c:v>531.87099999999998</c:v>
                      </c:pt>
                      <c:pt idx="367">
                        <c:v>531.87199999999996</c:v>
                      </c:pt>
                      <c:pt idx="368">
                        <c:v>531.87300000000005</c:v>
                      </c:pt>
                      <c:pt idx="369">
                        <c:v>531.87400000000002</c:v>
                      </c:pt>
                      <c:pt idx="370">
                        <c:v>531.875</c:v>
                      </c:pt>
                      <c:pt idx="371">
                        <c:v>531.87599999999998</c:v>
                      </c:pt>
                      <c:pt idx="372">
                        <c:v>531.87699999999995</c:v>
                      </c:pt>
                      <c:pt idx="373">
                        <c:v>531.87800000000004</c:v>
                      </c:pt>
                      <c:pt idx="374">
                        <c:v>531.87900000000002</c:v>
                      </c:pt>
                      <c:pt idx="375">
                        <c:v>531.88</c:v>
                      </c:pt>
                      <c:pt idx="376">
                        <c:v>531.88099999999997</c:v>
                      </c:pt>
                      <c:pt idx="377">
                        <c:v>531.88199999999995</c:v>
                      </c:pt>
                      <c:pt idx="378">
                        <c:v>531.88300000000004</c:v>
                      </c:pt>
                      <c:pt idx="379">
                        <c:v>531.88400000000001</c:v>
                      </c:pt>
                      <c:pt idx="380">
                        <c:v>531.88499999999999</c:v>
                      </c:pt>
                      <c:pt idx="381">
                        <c:v>531.88599999999997</c:v>
                      </c:pt>
                      <c:pt idx="382">
                        <c:v>531.88699999999994</c:v>
                      </c:pt>
                      <c:pt idx="383">
                        <c:v>531.88800000000003</c:v>
                      </c:pt>
                      <c:pt idx="384">
                        <c:v>531.88900000000001</c:v>
                      </c:pt>
                      <c:pt idx="385">
                        <c:v>531.89</c:v>
                      </c:pt>
                      <c:pt idx="386">
                        <c:v>531.89099999999996</c:v>
                      </c:pt>
                      <c:pt idx="387">
                        <c:v>531.89200000000005</c:v>
                      </c:pt>
                      <c:pt idx="388">
                        <c:v>531.89300000000003</c:v>
                      </c:pt>
                      <c:pt idx="389">
                        <c:v>531.89400000000001</c:v>
                      </c:pt>
                      <c:pt idx="390">
                        <c:v>531.89499999999998</c:v>
                      </c:pt>
                      <c:pt idx="391">
                        <c:v>531.89599999999996</c:v>
                      </c:pt>
                      <c:pt idx="392">
                        <c:v>531.89700000000005</c:v>
                      </c:pt>
                      <c:pt idx="393">
                        <c:v>531.89800000000002</c:v>
                      </c:pt>
                      <c:pt idx="394">
                        <c:v>531.899</c:v>
                      </c:pt>
                      <c:pt idx="395">
                        <c:v>531.9</c:v>
                      </c:pt>
                      <c:pt idx="396">
                        <c:v>531.90099999999995</c:v>
                      </c:pt>
                      <c:pt idx="397">
                        <c:v>531.90200000000004</c:v>
                      </c:pt>
                      <c:pt idx="398">
                        <c:v>531.90300000000002</c:v>
                      </c:pt>
                      <c:pt idx="399">
                        <c:v>531.904</c:v>
                      </c:pt>
                      <c:pt idx="400">
                        <c:v>531.90499999999997</c:v>
                      </c:pt>
                      <c:pt idx="401">
                        <c:v>531.90599999999995</c:v>
                      </c:pt>
                      <c:pt idx="402">
                        <c:v>531.90700000000004</c:v>
                      </c:pt>
                      <c:pt idx="403">
                        <c:v>531.90800000000002</c:v>
                      </c:pt>
                      <c:pt idx="404">
                        <c:v>531.90899999999999</c:v>
                      </c:pt>
                      <c:pt idx="405">
                        <c:v>531.91</c:v>
                      </c:pt>
                      <c:pt idx="406">
                        <c:v>531.91099999999994</c:v>
                      </c:pt>
                      <c:pt idx="407">
                        <c:v>531.91200000000003</c:v>
                      </c:pt>
                      <c:pt idx="408">
                        <c:v>531.91300000000001</c:v>
                      </c:pt>
                      <c:pt idx="409">
                        <c:v>531.91399999999999</c:v>
                      </c:pt>
                      <c:pt idx="410">
                        <c:v>531.91499999999996</c:v>
                      </c:pt>
                      <c:pt idx="411">
                        <c:v>531.91600000000005</c:v>
                      </c:pt>
                      <c:pt idx="412">
                        <c:v>531.91700000000003</c:v>
                      </c:pt>
                      <c:pt idx="413">
                        <c:v>531.91800000000001</c:v>
                      </c:pt>
                      <c:pt idx="414">
                        <c:v>531.91899999999998</c:v>
                      </c:pt>
                      <c:pt idx="415">
                        <c:v>531.91999999999996</c:v>
                      </c:pt>
                      <c:pt idx="416">
                        <c:v>531.92100000000005</c:v>
                      </c:pt>
                      <c:pt idx="417">
                        <c:v>531.92200000000003</c:v>
                      </c:pt>
                      <c:pt idx="418">
                        <c:v>531.923</c:v>
                      </c:pt>
                      <c:pt idx="419">
                        <c:v>531.92399999999998</c:v>
                      </c:pt>
                      <c:pt idx="420">
                        <c:v>531.92499999999995</c:v>
                      </c:pt>
                      <c:pt idx="421">
                        <c:v>531.92600000000004</c:v>
                      </c:pt>
                      <c:pt idx="422">
                        <c:v>531.92700000000002</c:v>
                      </c:pt>
                      <c:pt idx="423">
                        <c:v>531.928</c:v>
                      </c:pt>
                      <c:pt idx="424">
                        <c:v>531.92899999999997</c:v>
                      </c:pt>
                      <c:pt idx="425">
                        <c:v>531.92999999999995</c:v>
                      </c:pt>
                      <c:pt idx="426">
                        <c:v>531.93100000000004</c:v>
                      </c:pt>
                      <c:pt idx="427">
                        <c:v>531.93200000000002</c:v>
                      </c:pt>
                      <c:pt idx="428">
                        <c:v>531.93299999999999</c:v>
                      </c:pt>
                      <c:pt idx="429">
                        <c:v>531.93399999999997</c:v>
                      </c:pt>
                      <c:pt idx="430">
                        <c:v>531.93499999999995</c:v>
                      </c:pt>
                      <c:pt idx="431">
                        <c:v>531.93600000000004</c:v>
                      </c:pt>
                      <c:pt idx="432">
                        <c:v>531.93700000000001</c:v>
                      </c:pt>
                      <c:pt idx="433">
                        <c:v>531.93799999999999</c:v>
                      </c:pt>
                      <c:pt idx="434">
                        <c:v>531.93899999999996</c:v>
                      </c:pt>
                      <c:pt idx="435">
                        <c:v>531.94000000000005</c:v>
                      </c:pt>
                      <c:pt idx="436">
                        <c:v>531.94100000000003</c:v>
                      </c:pt>
                      <c:pt idx="437">
                        <c:v>531.94200000000001</c:v>
                      </c:pt>
                      <c:pt idx="438">
                        <c:v>531.94299999999998</c:v>
                      </c:pt>
                      <c:pt idx="439">
                        <c:v>531.94399999999996</c:v>
                      </c:pt>
                      <c:pt idx="440">
                        <c:v>531.94500000000005</c:v>
                      </c:pt>
                      <c:pt idx="441">
                        <c:v>531.94600000000003</c:v>
                      </c:pt>
                      <c:pt idx="442">
                        <c:v>531.947</c:v>
                      </c:pt>
                      <c:pt idx="443">
                        <c:v>531.94799999999998</c:v>
                      </c:pt>
                      <c:pt idx="444">
                        <c:v>531.94899999999996</c:v>
                      </c:pt>
                      <c:pt idx="445">
                        <c:v>531.95000000000005</c:v>
                      </c:pt>
                      <c:pt idx="446">
                        <c:v>531.95100000000002</c:v>
                      </c:pt>
                      <c:pt idx="447">
                        <c:v>531.952</c:v>
                      </c:pt>
                      <c:pt idx="448">
                        <c:v>531.95299999999997</c:v>
                      </c:pt>
                      <c:pt idx="449">
                        <c:v>531.95399999999995</c:v>
                      </c:pt>
                      <c:pt idx="450">
                        <c:v>531.95500000000004</c:v>
                      </c:pt>
                      <c:pt idx="451">
                        <c:v>531.95600000000002</c:v>
                      </c:pt>
                      <c:pt idx="452">
                        <c:v>531.95699999999999</c:v>
                      </c:pt>
                      <c:pt idx="453">
                        <c:v>531.95799999999997</c:v>
                      </c:pt>
                      <c:pt idx="454">
                        <c:v>531.95899999999995</c:v>
                      </c:pt>
                      <c:pt idx="455">
                        <c:v>531.96</c:v>
                      </c:pt>
                      <c:pt idx="456">
                        <c:v>531.96100000000001</c:v>
                      </c:pt>
                      <c:pt idx="457">
                        <c:v>531.96199999999999</c:v>
                      </c:pt>
                      <c:pt idx="458">
                        <c:v>531.96299999999997</c:v>
                      </c:pt>
                      <c:pt idx="459">
                        <c:v>531.96400000000006</c:v>
                      </c:pt>
                      <c:pt idx="460">
                        <c:v>531.96500000000003</c:v>
                      </c:pt>
                      <c:pt idx="461">
                        <c:v>531.96600000000001</c:v>
                      </c:pt>
                      <c:pt idx="462">
                        <c:v>531.96699999999998</c:v>
                      </c:pt>
                      <c:pt idx="463">
                        <c:v>531.96799999999996</c:v>
                      </c:pt>
                      <c:pt idx="464">
                        <c:v>531.96900000000005</c:v>
                      </c:pt>
                      <c:pt idx="465">
                        <c:v>531.97</c:v>
                      </c:pt>
                      <c:pt idx="466">
                        <c:v>531.971</c:v>
                      </c:pt>
                      <c:pt idx="467">
                        <c:v>531.97199999999998</c:v>
                      </c:pt>
                      <c:pt idx="468">
                        <c:v>531.97299999999996</c:v>
                      </c:pt>
                      <c:pt idx="469">
                        <c:v>531.97400000000005</c:v>
                      </c:pt>
                      <c:pt idx="470">
                        <c:v>531.97500000000002</c:v>
                      </c:pt>
                      <c:pt idx="471">
                        <c:v>531.976</c:v>
                      </c:pt>
                      <c:pt idx="472">
                        <c:v>531.97699999999998</c:v>
                      </c:pt>
                      <c:pt idx="473">
                        <c:v>531.97799999999995</c:v>
                      </c:pt>
                      <c:pt idx="474">
                        <c:v>531.97900000000004</c:v>
                      </c:pt>
                      <c:pt idx="475">
                        <c:v>531.98</c:v>
                      </c:pt>
                      <c:pt idx="476">
                        <c:v>531.98099999999999</c:v>
                      </c:pt>
                      <c:pt idx="477">
                        <c:v>531.98199999999997</c:v>
                      </c:pt>
                      <c:pt idx="478">
                        <c:v>531.98299999999995</c:v>
                      </c:pt>
                      <c:pt idx="479">
                        <c:v>531.98400000000004</c:v>
                      </c:pt>
                      <c:pt idx="480">
                        <c:v>531.98500000000001</c:v>
                      </c:pt>
                      <c:pt idx="481">
                        <c:v>531.98599999999999</c:v>
                      </c:pt>
                      <c:pt idx="482">
                        <c:v>531.98699999999997</c:v>
                      </c:pt>
                      <c:pt idx="483">
                        <c:v>531.98800000000006</c:v>
                      </c:pt>
                      <c:pt idx="484">
                        <c:v>531.98900000000003</c:v>
                      </c:pt>
                      <c:pt idx="485">
                        <c:v>531.99</c:v>
                      </c:pt>
                      <c:pt idx="486">
                        <c:v>531.99099999999999</c:v>
                      </c:pt>
                      <c:pt idx="487">
                        <c:v>531.99199999999996</c:v>
                      </c:pt>
                      <c:pt idx="488">
                        <c:v>531.99300000000005</c:v>
                      </c:pt>
                      <c:pt idx="489">
                        <c:v>531.99400000000003</c:v>
                      </c:pt>
                      <c:pt idx="490">
                        <c:v>531.995</c:v>
                      </c:pt>
                      <c:pt idx="491">
                        <c:v>531.99599999999998</c:v>
                      </c:pt>
                      <c:pt idx="492">
                        <c:v>531.99699999999996</c:v>
                      </c:pt>
                      <c:pt idx="493">
                        <c:v>531.99800000000005</c:v>
                      </c:pt>
                      <c:pt idx="494">
                        <c:v>531.99900000000002</c:v>
                      </c:pt>
                      <c:pt idx="495">
                        <c:v>532</c:v>
                      </c:pt>
                      <c:pt idx="496">
                        <c:v>532.00099999999998</c:v>
                      </c:pt>
                      <c:pt idx="497">
                        <c:v>532.00199999999995</c:v>
                      </c:pt>
                      <c:pt idx="498">
                        <c:v>532.00300000000004</c:v>
                      </c:pt>
                      <c:pt idx="499">
                        <c:v>532.00400000000002</c:v>
                      </c:pt>
                      <c:pt idx="500">
                        <c:v>532.005</c:v>
                      </c:pt>
                      <c:pt idx="501">
                        <c:v>532.00599999999997</c:v>
                      </c:pt>
                      <c:pt idx="502">
                        <c:v>532.00699999999995</c:v>
                      </c:pt>
                      <c:pt idx="503">
                        <c:v>532.00800000000004</c:v>
                      </c:pt>
                      <c:pt idx="504">
                        <c:v>532.00900000000001</c:v>
                      </c:pt>
                      <c:pt idx="505">
                        <c:v>532.01</c:v>
                      </c:pt>
                      <c:pt idx="506">
                        <c:v>532.01099999999997</c:v>
                      </c:pt>
                      <c:pt idx="507">
                        <c:v>532.01199999999994</c:v>
                      </c:pt>
                      <c:pt idx="508">
                        <c:v>532.01300000000003</c:v>
                      </c:pt>
                      <c:pt idx="509">
                        <c:v>532.01400000000001</c:v>
                      </c:pt>
                      <c:pt idx="510">
                        <c:v>532.01499999999999</c:v>
                      </c:pt>
                      <c:pt idx="511">
                        <c:v>532.01599999999996</c:v>
                      </c:pt>
                      <c:pt idx="512">
                        <c:v>532.01700000000005</c:v>
                      </c:pt>
                      <c:pt idx="513">
                        <c:v>532.01800000000003</c:v>
                      </c:pt>
                      <c:pt idx="514">
                        <c:v>532.01900000000001</c:v>
                      </c:pt>
                      <c:pt idx="515">
                        <c:v>532.02</c:v>
                      </c:pt>
                      <c:pt idx="516">
                        <c:v>532.02099999999996</c:v>
                      </c:pt>
                      <c:pt idx="517">
                        <c:v>532.02200000000005</c:v>
                      </c:pt>
                      <c:pt idx="518">
                        <c:v>532.02300000000002</c:v>
                      </c:pt>
                      <c:pt idx="519">
                        <c:v>532.10299999999995</c:v>
                      </c:pt>
                      <c:pt idx="520">
                        <c:v>532.18299999999999</c:v>
                      </c:pt>
                      <c:pt idx="521">
                        <c:v>532.26300000000003</c:v>
                      </c:pt>
                      <c:pt idx="522">
                        <c:v>532.34299999999996</c:v>
                      </c:pt>
                      <c:pt idx="523">
                        <c:v>532.423</c:v>
                      </c:pt>
                      <c:pt idx="524">
                        <c:v>532.50300000000004</c:v>
                      </c:pt>
                      <c:pt idx="525">
                        <c:v>532.58299999999997</c:v>
                      </c:pt>
                      <c:pt idx="526">
                        <c:v>532.66300000000001</c:v>
                      </c:pt>
                      <c:pt idx="527">
                        <c:v>532.71600000000001</c:v>
                      </c:pt>
                      <c:pt idx="528">
                        <c:v>532.76900000000001</c:v>
                      </c:pt>
                      <c:pt idx="529">
                        <c:v>532.77</c:v>
                      </c:pt>
                      <c:pt idx="530">
                        <c:v>532.77099999999996</c:v>
                      </c:pt>
                      <c:pt idx="531">
                        <c:v>532.77200000000005</c:v>
                      </c:pt>
                      <c:pt idx="532">
                        <c:v>532.77300000000002</c:v>
                      </c:pt>
                      <c:pt idx="533">
                        <c:v>532.774</c:v>
                      </c:pt>
                      <c:pt idx="534">
                        <c:v>532.77499999999998</c:v>
                      </c:pt>
                      <c:pt idx="535">
                        <c:v>532.77599999999995</c:v>
                      </c:pt>
                      <c:pt idx="536">
                        <c:v>532.77700000000004</c:v>
                      </c:pt>
                      <c:pt idx="537">
                        <c:v>532.77800000000002</c:v>
                      </c:pt>
                      <c:pt idx="538">
                        <c:v>532.779</c:v>
                      </c:pt>
                      <c:pt idx="539">
                        <c:v>532.78</c:v>
                      </c:pt>
                      <c:pt idx="540">
                        <c:v>532.78099999999995</c:v>
                      </c:pt>
                      <c:pt idx="541">
                        <c:v>532.78200000000004</c:v>
                      </c:pt>
                      <c:pt idx="542">
                        <c:v>532.78300000000002</c:v>
                      </c:pt>
                      <c:pt idx="543">
                        <c:v>532.78399999999999</c:v>
                      </c:pt>
                      <c:pt idx="544">
                        <c:v>532.78499999999997</c:v>
                      </c:pt>
                      <c:pt idx="545">
                        <c:v>532.78599999999994</c:v>
                      </c:pt>
                      <c:pt idx="546">
                        <c:v>532.78700000000003</c:v>
                      </c:pt>
                      <c:pt idx="547">
                        <c:v>532.78800000000001</c:v>
                      </c:pt>
                      <c:pt idx="548">
                        <c:v>532.78899999999999</c:v>
                      </c:pt>
                      <c:pt idx="549">
                        <c:v>532.79</c:v>
                      </c:pt>
                      <c:pt idx="550">
                        <c:v>532.79100000000005</c:v>
                      </c:pt>
                      <c:pt idx="551">
                        <c:v>532.79200000000003</c:v>
                      </c:pt>
                      <c:pt idx="552">
                        <c:v>532.79300000000001</c:v>
                      </c:pt>
                      <c:pt idx="553">
                        <c:v>532.79399999999998</c:v>
                      </c:pt>
                      <c:pt idx="554">
                        <c:v>532.79499999999996</c:v>
                      </c:pt>
                      <c:pt idx="555">
                        <c:v>532.79600000000005</c:v>
                      </c:pt>
                      <c:pt idx="556">
                        <c:v>532.79700000000003</c:v>
                      </c:pt>
                      <c:pt idx="557">
                        <c:v>532.798</c:v>
                      </c:pt>
                      <c:pt idx="558">
                        <c:v>532.79899999999998</c:v>
                      </c:pt>
                      <c:pt idx="559">
                        <c:v>532.79999999999995</c:v>
                      </c:pt>
                      <c:pt idx="560">
                        <c:v>532.80100000000004</c:v>
                      </c:pt>
                      <c:pt idx="561">
                        <c:v>532.80200000000002</c:v>
                      </c:pt>
                      <c:pt idx="562">
                        <c:v>532.803</c:v>
                      </c:pt>
                      <c:pt idx="563">
                        <c:v>532.80399999999997</c:v>
                      </c:pt>
                      <c:pt idx="564">
                        <c:v>532.80499999999995</c:v>
                      </c:pt>
                      <c:pt idx="565">
                        <c:v>532.80600000000004</c:v>
                      </c:pt>
                      <c:pt idx="566">
                        <c:v>532.80700000000002</c:v>
                      </c:pt>
                      <c:pt idx="567">
                        <c:v>532.80799999999999</c:v>
                      </c:pt>
                      <c:pt idx="568">
                        <c:v>532.80899999999997</c:v>
                      </c:pt>
                      <c:pt idx="569">
                        <c:v>532.80999999999995</c:v>
                      </c:pt>
                      <c:pt idx="570">
                        <c:v>532.81100000000004</c:v>
                      </c:pt>
                      <c:pt idx="571">
                        <c:v>532.81200000000001</c:v>
                      </c:pt>
                      <c:pt idx="572">
                        <c:v>532.81299999999999</c:v>
                      </c:pt>
                      <c:pt idx="573">
                        <c:v>532.81399999999996</c:v>
                      </c:pt>
                      <c:pt idx="574">
                        <c:v>532.81500000000005</c:v>
                      </c:pt>
                      <c:pt idx="575">
                        <c:v>532.81600000000003</c:v>
                      </c:pt>
                      <c:pt idx="576">
                        <c:v>532.81700000000001</c:v>
                      </c:pt>
                      <c:pt idx="577">
                        <c:v>532.81799999999998</c:v>
                      </c:pt>
                      <c:pt idx="578">
                        <c:v>532.81899999999996</c:v>
                      </c:pt>
                      <c:pt idx="579">
                        <c:v>532.82000000000005</c:v>
                      </c:pt>
                      <c:pt idx="580">
                        <c:v>532.82100000000003</c:v>
                      </c:pt>
                      <c:pt idx="581">
                        <c:v>532.822</c:v>
                      </c:pt>
                      <c:pt idx="582">
                        <c:v>532.82299999999998</c:v>
                      </c:pt>
                      <c:pt idx="583">
                        <c:v>532.82399999999996</c:v>
                      </c:pt>
                      <c:pt idx="584">
                        <c:v>532.82500000000005</c:v>
                      </c:pt>
                      <c:pt idx="585">
                        <c:v>532.82600000000002</c:v>
                      </c:pt>
                      <c:pt idx="586">
                        <c:v>532.827</c:v>
                      </c:pt>
                      <c:pt idx="587">
                        <c:v>532.82799999999997</c:v>
                      </c:pt>
                      <c:pt idx="588">
                        <c:v>532.82899999999995</c:v>
                      </c:pt>
                      <c:pt idx="589">
                        <c:v>532.83000000000004</c:v>
                      </c:pt>
                      <c:pt idx="590">
                        <c:v>532.83100000000002</c:v>
                      </c:pt>
                      <c:pt idx="591">
                        <c:v>532.83199999999999</c:v>
                      </c:pt>
                      <c:pt idx="592">
                        <c:v>532.83299999999997</c:v>
                      </c:pt>
                      <c:pt idx="593">
                        <c:v>532.83399999999995</c:v>
                      </c:pt>
                      <c:pt idx="594">
                        <c:v>532.83500000000004</c:v>
                      </c:pt>
                      <c:pt idx="595">
                        <c:v>532.83600000000001</c:v>
                      </c:pt>
                      <c:pt idx="596">
                        <c:v>532.83699999999999</c:v>
                      </c:pt>
                      <c:pt idx="597">
                        <c:v>532.83799999999997</c:v>
                      </c:pt>
                      <c:pt idx="598">
                        <c:v>532.83900000000006</c:v>
                      </c:pt>
                      <c:pt idx="599">
                        <c:v>532.84</c:v>
                      </c:pt>
                      <c:pt idx="600">
                        <c:v>532.84100000000001</c:v>
                      </c:pt>
                      <c:pt idx="601">
                        <c:v>532.84199999999998</c:v>
                      </c:pt>
                      <c:pt idx="602">
                        <c:v>532.84299999999996</c:v>
                      </c:pt>
                      <c:pt idx="603">
                        <c:v>532.84400000000005</c:v>
                      </c:pt>
                      <c:pt idx="604">
                        <c:v>532.84500000000003</c:v>
                      </c:pt>
                      <c:pt idx="605">
                        <c:v>532.846</c:v>
                      </c:pt>
                      <c:pt idx="606">
                        <c:v>532.84699999999998</c:v>
                      </c:pt>
                      <c:pt idx="607">
                        <c:v>532.84799999999996</c:v>
                      </c:pt>
                      <c:pt idx="608">
                        <c:v>532.84900000000005</c:v>
                      </c:pt>
                      <c:pt idx="609">
                        <c:v>532.85</c:v>
                      </c:pt>
                      <c:pt idx="610">
                        <c:v>532.851</c:v>
                      </c:pt>
                      <c:pt idx="611">
                        <c:v>532.85199999999998</c:v>
                      </c:pt>
                      <c:pt idx="612">
                        <c:v>532.85299999999995</c:v>
                      </c:pt>
                      <c:pt idx="613">
                        <c:v>532.85400000000004</c:v>
                      </c:pt>
                      <c:pt idx="614">
                        <c:v>532.85500000000002</c:v>
                      </c:pt>
                      <c:pt idx="615">
                        <c:v>532.85599999999999</c:v>
                      </c:pt>
                      <c:pt idx="616">
                        <c:v>532.85699999999997</c:v>
                      </c:pt>
                      <c:pt idx="617">
                        <c:v>532.85799999999995</c:v>
                      </c:pt>
                      <c:pt idx="618">
                        <c:v>532.85900000000004</c:v>
                      </c:pt>
                      <c:pt idx="619">
                        <c:v>532.86</c:v>
                      </c:pt>
                      <c:pt idx="620">
                        <c:v>532.86099999999999</c:v>
                      </c:pt>
                      <c:pt idx="621">
                        <c:v>532.86199999999997</c:v>
                      </c:pt>
                      <c:pt idx="622">
                        <c:v>532.86300000000006</c:v>
                      </c:pt>
                      <c:pt idx="623">
                        <c:v>532.86400000000003</c:v>
                      </c:pt>
                      <c:pt idx="624">
                        <c:v>532.86500000000001</c:v>
                      </c:pt>
                      <c:pt idx="625">
                        <c:v>532.86599999999999</c:v>
                      </c:pt>
                      <c:pt idx="626">
                        <c:v>532.86699999999996</c:v>
                      </c:pt>
                      <c:pt idx="627">
                        <c:v>532.86800000000005</c:v>
                      </c:pt>
                      <c:pt idx="628">
                        <c:v>532.86900000000003</c:v>
                      </c:pt>
                      <c:pt idx="629">
                        <c:v>532.87</c:v>
                      </c:pt>
                      <c:pt idx="630">
                        <c:v>532.87099999999998</c:v>
                      </c:pt>
                      <c:pt idx="631">
                        <c:v>532.87199999999996</c:v>
                      </c:pt>
                      <c:pt idx="632">
                        <c:v>532.87300000000005</c:v>
                      </c:pt>
                      <c:pt idx="633">
                        <c:v>532.87400000000002</c:v>
                      </c:pt>
                      <c:pt idx="634">
                        <c:v>532.875</c:v>
                      </c:pt>
                      <c:pt idx="635">
                        <c:v>532.87599999999998</c:v>
                      </c:pt>
                      <c:pt idx="636">
                        <c:v>532.87699999999995</c:v>
                      </c:pt>
                      <c:pt idx="637">
                        <c:v>532.87800000000004</c:v>
                      </c:pt>
                      <c:pt idx="638">
                        <c:v>532.87900000000002</c:v>
                      </c:pt>
                      <c:pt idx="639">
                        <c:v>532.88</c:v>
                      </c:pt>
                      <c:pt idx="640">
                        <c:v>532.88099999999997</c:v>
                      </c:pt>
                      <c:pt idx="641">
                        <c:v>532.88199999999995</c:v>
                      </c:pt>
                      <c:pt idx="642">
                        <c:v>532.88300000000004</c:v>
                      </c:pt>
                      <c:pt idx="643">
                        <c:v>532.88400000000001</c:v>
                      </c:pt>
                      <c:pt idx="644">
                        <c:v>532.88499999999999</c:v>
                      </c:pt>
                      <c:pt idx="645">
                        <c:v>532.88599999999997</c:v>
                      </c:pt>
                      <c:pt idx="646">
                        <c:v>532.88699999999994</c:v>
                      </c:pt>
                      <c:pt idx="647">
                        <c:v>532.88800000000003</c:v>
                      </c:pt>
                      <c:pt idx="648">
                        <c:v>532.88900000000001</c:v>
                      </c:pt>
                      <c:pt idx="649">
                        <c:v>532.89</c:v>
                      </c:pt>
                      <c:pt idx="650">
                        <c:v>532.89099999999996</c:v>
                      </c:pt>
                      <c:pt idx="651">
                        <c:v>532.89200000000005</c:v>
                      </c:pt>
                      <c:pt idx="652">
                        <c:v>532.89300000000003</c:v>
                      </c:pt>
                      <c:pt idx="653">
                        <c:v>532.89400000000001</c:v>
                      </c:pt>
                      <c:pt idx="654">
                        <c:v>532.89499999999998</c:v>
                      </c:pt>
                      <c:pt idx="655">
                        <c:v>532.89599999999996</c:v>
                      </c:pt>
                      <c:pt idx="656">
                        <c:v>532.89700000000005</c:v>
                      </c:pt>
                      <c:pt idx="657">
                        <c:v>532.89800000000002</c:v>
                      </c:pt>
                      <c:pt idx="658">
                        <c:v>532.899</c:v>
                      </c:pt>
                      <c:pt idx="659">
                        <c:v>532.9</c:v>
                      </c:pt>
                      <c:pt idx="660">
                        <c:v>532.90099999999995</c:v>
                      </c:pt>
                      <c:pt idx="661">
                        <c:v>532.90200000000004</c:v>
                      </c:pt>
                      <c:pt idx="662">
                        <c:v>532.90300000000002</c:v>
                      </c:pt>
                      <c:pt idx="663">
                        <c:v>532.904</c:v>
                      </c:pt>
                      <c:pt idx="664">
                        <c:v>532.90499999999997</c:v>
                      </c:pt>
                      <c:pt idx="665">
                        <c:v>532.90599999999995</c:v>
                      </c:pt>
                      <c:pt idx="666">
                        <c:v>532.90700000000004</c:v>
                      </c:pt>
                      <c:pt idx="667">
                        <c:v>532.90800000000002</c:v>
                      </c:pt>
                      <c:pt idx="668">
                        <c:v>532.90899999999999</c:v>
                      </c:pt>
                      <c:pt idx="669">
                        <c:v>532.91</c:v>
                      </c:pt>
                      <c:pt idx="670">
                        <c:v>532.91099999999994</c:v>
                      </c:pt>
                      <c:pt idx="671">
                        <c:v>532.91200000000003</c:v>
                      </c:pt>
                      <c:pt idx="672">
                        <c:v>532.91300000000001</c:v>
                      </c:pt>
                      <c:pt idx="673">
                        <c:v>532.91399999999999</c:v>
                      </c:pt>
                      <c:pt idx="674">
                        <c:v>532.91499999999996</c:v>
                      </c:pt>
                      <c:pt idx="675">
                        <c:v>532.91600000000005</c:v>
                      </c:pt>
                      <c:pt idx="676">
                        <c:v>532.91700000000003</c:v>
                      </c:pt>
                      <c:pt idx="677">
                        <c:v>532.91800000000001</c:v>
                      </c:pt>
                      <c:pt idx="678">
                        <c:v>532.91899999999998</c:v>
                      </c:pt>
                      <c:pt idx="679">
                        <c:v>532.91999999999996</c:v>
                      </c:pt>
                      <c:pt idx="680">
                        <c:v>532.92100000000005</c:v>
                      </c:pt>
                      <c:pt idx="681">
                        <c:v>532.92200000000003</c:v>
                      </c:pt>
                      <c:pt idx="682">
                        <c:v>532.923</c:v>
                      </c:pt>
                      <c:pt idx="683">
                        <c:v>532.92399999999998</c:v>
                      </c:pt>
                      <c:pt idx="684">
                        <c:v>532.92499999999995</c:v>
                      </c:pt>
                      <c:pt idx="685">
                        <c:v>532.92600000000004</c:v>
                      </c:pt>
                      <c:pt idx="686">
                        <c:v>532.92700000000002</c:v>
                      </c:pt>
                      <c:pt idx="687">
                        <c:v>532.928</c:v>
                      </c:pt>
                      <c:pt idx="688">
                        <c:v>532.92899999999997</c:v>
                      </c:pt>
                      <c:pt idx="689">
                        <c:v>532.92999999999995</c:v>
                      </c:pt>
                      <c:pt idx="690">
                        <c:v>532.93100000000004</c:v>
                      </c:pt>
                      <c:pt idx="691">
                        <c:v>532.93200000000002</c:v>
                      </c:pt>
                      <c:pt idx="692">
                        <c:v>532.93299999999999</c:v>
                      </c:pt>
                      <c:pt idx="693">
                        <c:v>532.93399999999997</c:v>
                      </c:pt>
                      <c:pt idx="694">
                        <c:v>532.93499999999995</c:v>
                      </c:pt>
                      <c:pt idx="695">
                        <c:v>532.93600000000004</c:v>
                      </c:pt>
                      <c:pt idx="696">
                        <c:v>532.93700000000001</c:v>
                      </c:pt>
                      <c:pt idx="697">
                        <c:v>532.93799999999999</c:v>
                      </c:pt>
                      <c:pt idx="698">
                        <c:v>532.93899999999996</c:v>
                      </c:pt>
                      <c:pt idx="699">
                        <c:v>532.94000000000005</c:v>
                      </c:pt>
                      <c:pt idx="700">
                        <c:v>532.94100000000003</c:v>
                      </c:pt>
                      <c:pt idx="701">
                        <c:v>532.94200000000001</c:v>
                      </c:pt>
                      <c:pt idx="702">
                        <c:v>532.94299999999998</c:v>
                      </c:pt>
                      <c:pt idx="703">
                        <c:v>532.94399999999996</c:v>
                      </c:pt>
                      <c:pt idx="704">
                        <c:v>532.94500000000005</c:v>
                      </c:pt>
                      <c:pt idx="705">
                        <c:v>532.94600000000003</c:v>
                      </c:pt>
                      <c:pt idx="706">
                        <c:v>532.947</c:v>
                      </c:pt>
                      <c:pt idx="707">
                        <c:v>532.94799999999998</c:v>
                      </c:pt>
                      <c:pt idx="708">
                        <c:v>532.94899999999996</c:v>
                      </c:pt>
                      <c:pt idx="709">
                        <c:v>532.95000000000005</c:v>
                      </c:pt>
                      <c:pt idx="710">
                        <c:v>532.95100000000002</c:v>
                      </c:pt>
                      <c:pt idx="711">
                        <c:v>532.952</c:v>
                      </c:pt>
                      <c:pt idx="712">
                        <c:v>532.95299999999997</c:v>
                      </c:pt>
                      <c:pt idx="713">
                        <c:v>532.95399999999995</c:v>
                      </c:pt>
                      <c:pt idx="714">
                        <c:v>532.95500000000004</c:v>
                      </c:pt>
                      <c:pt idx="715">
                        <c:v>532.95600000000002</c:v>
                      </c:pt>
                      <c:pt idx="716">
                        <c:v>532.95699999999999</c:v>
                      </c:pt>
                      <c:pt idx="717">
                        <c:v>532.95799999999997</c:v>
                      </c:pt>
                      <c:pt idx="718">
                        <c:v>532.95899999999995</c:v>
                      </c:pt>
                      <c:pt idx="719">
                        <c:v>532.96</c:v>
                      </c:pt>
                      <c:pt idx="720">
                        <c:v>532.96100000000001</c:v>
                      </c:pt>
                      <c:pt idx="721">
                        <c:v>532.96199999999999</c:v>
                      </c:pt>
                      <c:pt idx="722">
                        <c:v>532.96299999999997</c:v>
                      </c:pt>
                      <c:pt idx="723">
                        <c:v>532.96400000000006</c:v>
                      </c:pt>
                      <c:pt idx="724">
                        <c:v>532.96500000000003</c:v>
                      </c:pt>
                      <c:pt idx="725">
                        <c:v>532.96600000000001</c:v>
                      </c:pt>
                      <c:pt idx="726">
                        <c:v>532.96699999999998</c:v>
                      </c:pt>
                      <c:pt idx="727">
                        <c:v>532.96799999999996</c:v>
                      </c:pt>
                      <c:pt idx="728">
                        <c:v>532.96900000000005</c:v>
                      </c:pt>
                      <c:pt idx="729">
                        <c:v>532.97</c:v>
                      </c:pt>
                      <c:pt idx="730">
                        <c:v>532.971</c:v>
                      </c:pt>
                      <c:pt idx="731">
                        <c:v>532.97199999999998</c:v>
                      </c:pt>
                      <c:pt idx="732">
                        <c:v>532.97299999999996</c:v>
                      </c:pt>
                      <c:pt idx="733">
                        <c:v>532.97400000000005</c:v>
                      </c:pt>
                      <c:pt idx="734">
                        <c:v>532.97500000000002</c:v>
                      </c:pt>
                      <c:pt idx="735">
                        <c:v>532.976</c:v>
                      </c:pt>
                      <c:pt idx="736">
                        <c:v>532.97699999999998</c:v>
                      </c:pt>
                      <c:pt idx="737">
                        <c:v>532.97799999999995</c:v>
                      </c:pt>
                      <c:pt idx="738">
                        <c:v>532.97900000000004</c:v>
                      </c:pt>
                      <c:pt idx="739">
                        <c:v>532.98</c:v>
                      </c:pt>
                      <c:pt idx="740">
                        <c:v>532.98099999999999</c:v>
                      </c:pt>
                      <c:pt idx="741">
                        <c:v>532.98199999999997</c:v>
                      </c:pt>
                      <c:pt idx="742">
                        <c:v>532.98299999999995</c:v>
                      </c:pt>
                      <c:pt idx="743">
                        <c:v>532.98400000000004</c:v>
                      </c:pt>
                      <c:pt idx="744">
                        <c:v>532.98500000000001</c:v>
                      </c:pt>
                      <c:pt idx="745">
                        <c:v>532.98599999999999</c:v>
                      </c:pt>
                      <c:pt idx="746">
                        <c:v>532.98699999999997</c:v>
                      </c:pt>
                      <c:pt idx="747">
                        <c:v>532.98800000000006</c:v>
                      </c:pt>
                      <c:pt idx="748">
                        <c:v>532.98900000000003</c:v>
                      </c:pt>
                      <c:pt idx="749">
                        <c:v>532.99</c:v>
                      </c:pt>
                      <c:pt idx="750">
                        <c:v>532.99099999999999</c:v>
                      </c:pt>
                      <c:pt idx="751">
                        <c:v>532.99199999999996</c:v>
                      </c:pt>
                      <c:pt idx="752">
                        <c:v>532.99300000000005</c:v>
                      </c:pt>
                      <c:pt idx="753">
                        <c:v>532.99400000000003</c:v>
                      </c:pt>
                      <c:pt idx="754">
                        <c:v>532.995</c:v>
                      </c:pt>
                      <c:pt idx="755">
                        <c:v>532.99599999999998</c:v>
                      </c:pt>
                      <c:pt idx="756">
                        <c:v>532.99699999999996</c:v>
                      </c:pt>
                      <c:pt idx="757">
                        <c:v>532.99800000000005</c:v>
                      </c:pt>
                      <c:pt idx="758">
                        <c:v>532.99900000000002</c:v>
                      </c:pt>
                      <c:pt idx="759">
                        <c:v>533</c:v>
                      </c:pt>
                      <c:pt idx="760">
                        <c:v>533.00099999999998</c:v>
                      </c:pt>
                      <c:pt idx="761">
                        <c:v>533.00199999999995</c:v>
                      </c:pt>
                      <c:pt idx="762">
                        <c:v>533.00300000000004</c:v>
                      </c:pt>
                      <c:pt idx="763">
                        <c:v>533.00400000000002</c:v>
                      </c:pt>
                      <c:pt idx="764">
                        <c:v>533.005</c:v>
                      </c:pt>
                      <c:pt idx="765">
                        <c:v>533.00599999999997</c:v>
                      </c:pt>
                      <c:pt idx="766">
                        <c:v>533.00699999999995</c:v>
                      </c:pt>
                      <c:pt idx="767">
                        <c:v>533.00800000000004</c:v>
                      </c:pt>
                      <c:pt idx="768">
                        <c:v>533.00900000000001</c:v>
                      </c:pt>
                      <c:pt idx="769">
                        <c:v>533.01</c:v>
                      </c:pt>
                      <c:pt idx="770">
                        <c:v>533.01099999999997</c:v>
                      </c:pt>
                      <c:pt idx="771">
                        <c:v>533.01199999999994</c:v>
                      </c:pt>
                      <c:pt idx="772">
                        <c:v>533.01300000000003</c:v>
                      </c:pt>
                      <c:pt idx="773">
                        <c:v>533.01400000000001</c:v>
                      </c:pt>
                      <c:pt idx="774">
                        <c:v>533.01499999999999</c:v>
                      </c:pt>
                      <c:pt idx="775">
                        <c:v>533.01599999999996</c:v>
                      </c:pt>
                      <c:pt idx="776">
                        <c:v>533.01700000000005</c:v>
                      </c:pt>
                      <c:pt idx="777">
                        <c:v>533.01800000000003</c:v>
                      </c:pt>
                      <c:pt idx="778">
                        <c:v>533.01900000000001</c:v>
                      </c:pt>
                      <c:pt idx="779">
                        <c:v>533.02</c:v>
                      </c:pt>
                      <c:pt idx="780">
                        <c:v>533.02099999999996</c:v>
                      </c:pt>
                      <c:pt idx="781">
                        <c:v>533.02200000000005</c:v>
                      </c:pt>
                      <c:pt idx="782">
                        <c:v>533.02300000000002</c:v>
                      </c:pt>
                      <c:pt idx="783">
                        <c:v>533.10299999999995</c:v>
                      </c:pt>
                      <c:pt idx="784">
                        <c:v>533.18299999999999</c:v>
                      </c:pt>
                      <c:pt idx="785">
                        <c:v>533.26300000000003</c:v>
                      </c:pt>
                      <c:pt idx="786">
                        <c:v>533.34299999999996</c:v>
                      </c:pt>
                      <c:pt idx="787">
                        <c:v>533.423</c:v>
                      </c:pt>
                      <c:pt idx="788">
                        <c:v>533.50300000000004</c:v>
                      </c:pt>
                      <c:pt idx="789">
                        <c:v>533.58299999999997</c:v>
                      </c:pt>
                      <c:pt idx="790">
                        <c:v>533.66300000000001</c:v>
                      </c:pt>
                      <c:pt idx="791">
                        <c:v>533.71600000000001</c:v>
                      </c:pt>
                      <c:pt idx="792">
                        <c:v>533.76900000000001</c:v>
                      </c:pt>
                      <c:pt idx="793">
                        <c:v>533.77</c:v>
                      </c:pt>
                      <c:pt idx="794">
                        <c:v>533.77099999999996</c:v>
                      </c:pt>
                      <c:pt idx="795">
                        <c:v>533.77200000000005</c:v>
                      </c:pt>
                      <c:pt idx="796">
                        <c:v>533.77300000000002</c:v>
                      </c:pt>
                      <c:pt idx="797">
                        <c:v>533.774</c:v>
                      </c:pt>
                      <c:pt idx="798">
                        <c:v>533.77499999999998</c:v>
                      </c:pt>
                      <c:pt idx="799">
                        <c:v>533.77599999999995</c:v>
                      </c:pt>
                      <c:pt idx="800">
                        <c:v>533.77700000000004</c:v>
                      </c:pt>
                      <c:pt idx="801">
                        <c:v>533.77800000000002</c:v>
                      </c:pt>
                      <c:pt idx="802">
                        <c:v>533.779</c:v>
                      </c:pt>
                      <c:pt idx="803">
                        <c:v>533.78</c:v>
                      </c:pt>
                      <c:pt idx="804">
                        <c:v>533.78099999999995</c:v>
                      </c:pt>
                      <c:pt idx="805">
                        <c:v>533.78200000000004</c:v>
                      </c:pt>
                      <c:pt idx="806">
                        <c:v>533.78300000000002</c:v>
                      </c:pt>
                      <c:pt idx="807">
                        <c:v>533.78399999999999</c:v>
                      </c:pt>
                      <c:pt idx="808">
                        <c:v>533.78499999999997</c:v>
                      </c:pt>
                      <c:pt idx="809">
                        <c:v>533.78599999999994</c:v>
                      </c:pt>
                      <c:pt idx="810">
                        <c:v>533.78700000000003</c:v>
                      </c:pt>
                      <c:pt idx="811">
                        <c:v>533.78800000000001</c:v>
                      </c:pt>
                      <c:pt idx="812">
                        <c:v>533.78899999999999</c:v>
                      </c:pt>
                      <c:pt idx="813">
                        <c:v>533.79</c:v>
                      </c:pt>
                      <c:pt idx="814">
                        <c:v>533.79100000000005</c:v>
                      </c:pt>
                      <c:pt idx="815">
                        <c:v>533.79200000000003</c:v>
                      </c:pt>
                      <c:pt idx="816">
                        <c:v>533.79300000000001</c:v>
                      </c:pt>
                      <c:pt idx="817">
                        <c:v>533.79399999999998</c:v>
                      </c:pt>
                      <c:pt idx="818">
                        <c:v>533.79499999999996</c:v>
                      </c:pt>
                      <c:pt idx="819">
                        <c:v>533.79600000000005</c:v>
                      </c:pt>
                      <c:pt idx="820">
                        <c:v>533.79700000000003</c:v>
                      </c:pt>
                      <c:pt idx="821">
                        <c:v>533.798</c:v>
                      </c:pt>
                      <c:pt idx="822">
                        <c:v>533.79899999999998</c:v>
                      </c:pt>
                      <c:pt idx="823">
                        <c:v>533.79999999999995</c:v>
                      </c:pt>
                      <c:pt idx="824">
                        <c:v>533.80100000000004</c:v>
                      </c:pt>
                      <c:pt idx="825">
                        <c:v>533.80200000000002</c:v>
                      </c:pt>
                      <c:pt idx="826">
                        <c:v>533.803</c:v>
                      </c:pt>
                      <c:pt idx="827">
                        <c:v>533.80399999999997</c:v>
                      </c:pt>
                      <c:pt idx="828">
                        <c:v>533.80499999999995</c:v>
                      </c:pt>
                      <c:pt idx="829">
                        <c:v>533.80600000000004</c:v>
                      </c:pt>
                      <c:pt idx="830">
                        <c:v>533.80700000000002</c:v>
                      </c:pt>
                      <c:pt idx="831">
                        <c:v>533.80799999999999</c:v>
                      </c:pt>
                      <c:pt idx="832">
                        <c:v>533.80899999999997</c:v>
                      </c:pt>
                      <c:pt idx="833">
                        <c:v>533.80999999999995</c:v>
                      </c:pt>
                      <c:pt idx="834">
                        <c:v>533.81100000000004</c:v>
                      </c:pt>
                      <c:pt idx="835">
                        <c:v>533.81200000000001</c:v>
                      </c:pt>
                      <c:pt idx="836">
                        <c:v>533.81299999999999</c:v>
                      </c:pt>
                      <c:pt idx="837">
                        <c:v>533.81399999999996</c:v>
                      </c:pt>
                      <c:pt idx="838">
                        <c:v>533.81500000000005</c:v>
                      </c:pt>
                      <c:pt idx="839">
                        <c:v>533.81600000000003</c:v>
                      </c:pt>
                      <c:pt idx="840">
                        <c:v>533.81700000000001</c:v>
                      </c:pt>
                      <c:pt idx="841">
                        <c:v>533.81799999999998</c:v>
                      </c:pt>
                      <c:pt idx="842">
                        <c:v>533.81899999999996</c:v>
                      </c:pt>
                      <c:pt idx="843">
                        <c:v>533.82000000000005</c:v>
                      </c:pt>
                      <c:pt idx="844">
                        <c:v>533.82100000000003</c:v>
                      </c:pt>
                      <c:pt idx="845">
                        <c:v>533.822</c:v>
                      </c:pt>
                      <c:pt idx="846">
                        <c:v>533.82299999999998</c:v>
                      </c:pt>
                      <c:pt idx="847">
                        <c:v>533.82399999999996</c:v>
                      </c:pt>
                      <c:pt idx="848">
                        <c:v>533.82500000000005</c:v>
                      </c:pt>
                      <c:pt idx="849">
                        <c:v>533.82600000000002</c:v>
                      </c:pt>
                      <c:pt idx="850">
                        <c:v>533.827</c:v>
                      </c:pt>
                      <c:pt idx="851">
                        <c:v>533.82799999999997</c:v>
                      </c:pt>
                      <c:pt idx="852">
                        <c:v>533.82899999999995</c:v>
                      </c:pt>
                      <c:pt idx="853">
                        <c:v>533.83000000000004</c:v>
                      </c:pt>
                      <c:pt idx="854">
                        <c:v>533.83100000000002</c:v>
                      </c:pt>
                      <c:pt idx="855">
                        <c:v>533.83199999999999</c:v>
                      </c:pt>
                      <c:pt idx="856">
                        <c:v>533.83299999999997</c:v>
                      </c:pt>
                      <c:pt idx="857">
                        <c:v>533.83399999999995</c:v>
                      </c:pt>
                      <c:pt idx="858">
                        <c:v>533.83500000000004</c:v>
                      </c:pt>
                      <c:pt idx="859">
                        <c:v>533.83600000000001</c:v>
                      </c:pt>
                      <c:pt idx="860">
                        <c:v>533.83699999999999</c:v>
                      </c:pt>
                      <c:pt idx="861">
                        <c:v>533.83799999999997</c:v>
                      </c:pt>
                      <c:pt idx="862">
                        <c:v>533.83900000000006</c:v>
                      </c:pt>
                      <c:pt idx="863">
                        <c:v>533.84</c:v>
                      </c:pt>
                      <c:pt idx="864">
                        <c:v>533.84100000000001</c:v>
                      </c:pt>
                      <c:pt idx="865">
                        <c:v>533.84199999999998</c:v>
                      </c:pt>
                      <c:pt idx="866">
                        <c:v>533.84299999999996</c:v>
                      </c:pt>
                      <c:pt idx="867">
                        <c:v>533.84400000000005</c:v>
                      </c:pt>
                      <c:pt idx="868">
                        <c:v>533.84500000000003</c:v>
                      </c:pt>
                      <c:pt idx="869">
                        <c:v>533.846</c:v>
                      </c:pt>
                      <c:pt idx="870">
                        <c:v>533.84699999999998</c:v>
                      </c:pt>
                      <c:pt idx="871">
                        <c:v>533.84799999999996</c:v>
                      </c:pt>
                      <c:pt idx="872">
                        <c:v>533.84900000000005</c:v>
                      </c:pt>
                      <c:pt idx="873">
                        <c:v>533.85</c:v>
                      </c:pt>
                      <c:pt idx="874">
                        <c:v>533.851</c:v>
                      </c:pt>
                      <c:pt idx="875">
                        <c:v>533.85199999999998</c:v>
                      </c:pt>
                      <c:pt idx="876">
                        <c:v>533.85299999999995</c:v>
                      </c:pt>
                      <c:pt idx="877">
                        <c:v>533.85400000000004</c:v>
                      </c:pt>
                      <c:pt idx="878">
                        <c:v>533.85500000000002</c:v>
                      </c:pt>
                      <c:pt idx="879">
                        <c:v>533.85599999999999</c:v>
                      </c:pt>
                      <c:pt idx="880">
                        <c:v>533.85699999999997</c:v>
                      </c:pt>
                      <c:pt idx="881">
                        <c:v>533.85799999999995</c:v>
                      </c:pt>
                      <c:pt idx="882">
                        <c:v>533.85900000000004</c:v>
                      </c:pt>
                      <c:pt idx="883">
                        <c:v>533.86</c:v>
                      </c:pt>
                      <c:pt idx="884">
                        <c:v>533.86099999999999</c:v>
                      </c:pt>
                      <c:pt idx="885">
                        <c:v>533.86199999999997</c:v>
                      </c:pt>
                      <c:pt idx="886">
                        <c:v>533.86300000000006</c:v>
                      </c:pt>
                      <c:pt idx="887">
                        <c:v>533.86400000000003</c:v>
                      </c:pt>
                      <c:pt idx="888">
                        <c:v>533.86500000000001</c:v>
                      </c:pt>
                      <c:pt idx="889">
                        <c:v>533.86599999999999</c:v>
                      </c:pt>
                      <c:pt idx="890">
                        <c:v>533.86699999999996</c:v>
                      </c:pt>
                      <c:pt idx="891">
                        <c:v>533.86800000000005</c:v>
                      </c:pt>
                      <c:pt idx="892">
                        <c:v>533.86900000000003</c:v>
                      </c:pt>
                      <c:pt idx="893">
                        <c:v>533.87</c:v>
                      </c:pt>
                      <c:pt idx="894">
                        <c:v>533.87099999999998</c:v>
                      </c:pt>
                      <c:pt idx="895">
                        <c:v>533.87199999999996</c:v>
                      </c:pt>
                      <c:pt idx="896">
                        <c:v>533.87300000000005</c:v>
                      </c:pt>
                      <c:pt idx="897">
                        <c:v>533.87400000000002</c:v>
                      </c:pt>
                      <c:pt idx="898">
                        <c:v>533.875</c:v>
                      </c:pt>
                      <c:pt idx="899">
                        <c:v>533.87599999999998</c:v>
                      </c:pt>
                      <c:pt idx="900">
                        <c:v>533.87699999999995</c:v>
                      </c:pt>
                      <c:pt idx="901">
                        <c:v>533.87800000000004</c:v>
                      </c:pt>
                      <c:pt idx="902">
                        <c:v>533.87900000000002</c:v>
                      </c:pt>
                      <c:pt idx="903">
                        <c:v>533.88</c:v>
                      </c:pt>
                      <c:pt idx="904">
                        <c:v>533.88099999999997</c:v>
                      </c:pt>
                      <c:pt idx="905">
                        <c:v>533.88199999999995</c:v>
                      </c:pt>
                      <c:pt idx="906">
                        <c:v>533.88300000000004</c:v>
                      </c:pt>
                      <c:pt idx="907">
                        <c:v>533.88400000000001</c:v>
                      </c:pt>
                      <c:pt idx="908">
                        <c:v>533.88499999999999</c:v>
                      </c:pt>
                      <c:pt idx="909">
                        <c:v>533.88599999999997</c:v>
                      </c:pt>
                      <c:pt idx="910">
                        <c:v>533.88699999999994</c:v>
                      </c:pt>
                      <c:pt idx="911">
                        <c:v>533.88800000000003</c:v>
                      </c:pt>
                      <c:pt idx="912">
                        <c:v>533.88900000000001</c:v>
                      </c:pt>
                      <c:pt idx="913">
                        <c:v>533.89</c:v>
                      </c:pt>
                      <c:pt idx="914">
                        <c:v>533.89099999999996</c:v>
                      </c:pt>
                      <c:pt idx="915">
                        <c:v>533.89200000000005</c:v>
                      </c:pt>
                      <c:pt idx="916">
                        <c:v>533.89300000000003</c:v>
                      </c:pt>
                      <c:pt idx="917">
                        <c:v>533.89400000000001</c:v>
                      </c:pt>
                      <c:pt idx="918">
                        <c:v>533.89499999999998</c:v>
                      </c:pt>
                      <c:pt idx="919">
                        <c:v>533.89599999999996</c:v>
                      </c:pt>
                      <c:pt idx="920">
                        <c:v>533.89700000000005</c:v>
                      </c:pt>
                      <c:pt idx="921">
                        <c:v>533.89800000000002</c:v>
                      </c:pt>
                      <c:pt idx="922">
                        <c:v>533.899</c:v>
                      </c:pt>
                      <c:pt idx="923">
                        <c:v>533.9</c:v>
                      </c:pt>
                      <c:pt idx="924">
                        <c:v>533.90099999999995</c:v>
                      </c:pt>
                      <c:pt idx="925">
                        <c:v>533.90200000000004</c:v>
                      </c:pt>
                      <c:pt idx="926">
                        <c:v>533.90300000000002</c:v>
                      </c:pt>
                      <c:pt idx="927">
                        <c:v>533.904</c:v>
                      </c:pt>
                      <c:pt idx="928">
                        <c:v>533.90499999999997</c:v>
                      </c:pt>
                      <c:pt idx="929">
                        <c:v>533.90599999999995</c:v>
                      </c:pt>
                      <c:pt idx="930">
                        <c:v>533.90700000000004</c:v>
                      </c:pt>
                      <c:pt idx="931">
                        <c:v>533.90800000000002</c:v>
                      </c:pt>
                      <c:pt idx="932">
                        <c:v>533.90899999999999</c:v>
                      </c:pt>
                      <c:pt idx="933">
                        <c:v>533.91</c:v>
                      </c:pt>
                      <c:pt idx="934">
                        <c:v>533.91099999999994</c:v>
                      </c:pt>
                      <c:pt idx="935">
                        <c:v>533.91200000000003</c:v>
                      </c:pt>
                      <c:pt idx="936">
                        <c:v>533.91300000000001</c:v>
                      </c:pt>
                      <c:pt idx="937">
                        <c:v>533.91399999999999</c:v>
                      </c:pt>
                      <c:pt idx="938">
                        <c:v>533.91499999999996</c:v>
                      </c:pt>
                      <c:pt idx="939">
                        <c:v>533.91600000000005</c:v>
                      </c:pt>
                      <c:pt idx="940">
                        <c:v>533.91700000000003</c:v>
                      </c:pt>
                      <c:pt idx="941">
                        <c:v>533.91800000000001</c:v>
                      </c:pt>
                      <c:pt idx="942">
                        <c:v>533.91899999999998</c:v>
                      </c:pt>
                      <c:pt idx="943">
                        <c:v>533.91999999999996</c:v>
                      </c:pt>
                      <c:pt idx="944">
                        <c:v>533.92100000000005</c:v>
                      </c:pt>
                      <c:pt idx="945">
                        <c:v>533.92200000000003</c:v>
                      </c:pt>
                      <c:pt idx="946">
                        <c:v>533.923</c:v>
                      </c:pt>
                      <c:pt idx="947">
                        <c:v>533.92399999999998</c:v>
                      </c:pt>
                      <c:pt idx="948">
                        <c:v>533.92499999999995</c:v>
                      </c:pt>
                      <c:pt idx="949">
                        <c:v>533.92600000000004</c:v>
                      </c:pt>
                      <c:pt idx="950">
                        <c:v>533.92700000000002</c:v>
                      </c:pt>
                      <c:pt idx="951">
                        <c:v>533.928</c:v>
                      </c:pt>
                      <c:pt idx="952">
                        <c:v>533.92899999999997</c:v>
                      </c:pt>
                      <c:pt idx="953">
                        <c:v>533.92999999999995</c:v>
                      </c:pt>
                      <c:pt idx="954">
                        <c:v>533.93100000000004</c:v>
                      </c:pt>
                      <c:pt idx="955">
                        <c:v>533.93200000000002</c:v>
                      </c:pt>
                      <c:pt idx="956">
                        <c:v>533.93299999999999</c:v>
                      </c:pt>
                      <c:pt idx="957">
                        <c:v>533.93399999999997</c:v>
                      </c:pt>
                      <c:pt idx="958">
                        <c:v>533.93499999999995</c:v>
                      </c:pt>
                      <c:pt idx="959">
                        <c:v>533.93600000000004</c:v>
                      </c:pt>
                      <c:pt idx="960">
                        <c:v>533.93700000000001</c:v>
                      </c:pt>
                      <c:pt idx="961">
                        <c:v>533.93799999999999</c:v>
                      </c:pt>
                      <c:pt idx="962">
                        <c:v>533.93899999999996</c:v>
                      </c:pt>
                      <c:pt idx="963">
                        <c:v>533.94000000000005</c:v>
                      </c:pt>
                      <c:pt idx="964">
                        <c:v>533.94100000000003</c:v>
                      </c:pt>
                      <c:pt idx="965">
                        <c:v>533.94200000000001</c:v>
                      </c:pt>
                      <c:pt idx="966">
                        <c:v>533.94299999999998</c:v>
                      </c:pt>
                      <c:pt idx="967">
                        <c:v>533.94399999999996</c:v>
                      </c:pt>
                      <c:pt idx="968">
                        <c:v>533.94500000000005</c:v>
                      </c:pt>
                      <c:pt idx="969">
                        <c:v>533.94600000000003</c:v>
                      </c:pt>
                      <c:pt idx="970">
                        <c:v>533.947</c:v>
                      </c:pt>
                      <c:pt idx="971">
                        <c:v>533.94799999999998</c:v>
                      </c:pt>
                      <c:pt idx="972">
                        <c:v>533.94899999999996</c:v>
                      </c:pt>
                      <c:pt idx="973">
                        <c:v>533.95000000000005</c:v>
                      </c:pt>
                      <c:pt idx="974">
                        <c:v>533.95100000000002</c:v>
                      </c:pt>
                      <c:pt idx="975">
                        <c:v>533.952</c:v>
                      </c:pt>
                      <c:pt idx="976">
                        <c:v>533.95299999999997</c:v>
                      </c:pt>
                      <c:pt idx="977">
                        <c:v>533.95399999999995</c:v>
                      </c:pt>
                      <c:pt idx="978">
                        <c:v>533.95500000000004</c:v>
                      </c:pt>
                      <c:pt idx="979">
                        <c:v>533.95600000000002</c:v>
                      </c:pt>
                      <c:pt idx="980">
                        <c:v>533.95699999999999</c:v>
                      </c:pt>
                      <c:pt idx="981">
                        <c:v>533.95799999999997</c:v>
                      </c:pt>
                      <c:pt idx="982">
                        <c:v>533.95899999999995</c:v>
                      </c:pt>
                      <c:pt idx="983">
                        <c:v>533.96</c:v>
                      </c:pt>
                      <c:pt idx="984">
                        <c:v>533.96100000000001</c:v>
                      </c:pt>
                      <c:pt idx="985">
                        <c:v>533.96199999999999</c:v>
                      </c:pt>
                      <c:pt idx="986">
                        <c:v>533.96299999999997</c:v>
                      </c:pt>
                      <c:pt idx="987">
                        <c:v>533.96400000000006</c:v>
                      </c:pt>
                      <c:pt idx="988">
                        <c:v>533.96500000000003</c:v>
                      </c:pt>
                      <c:pt idx="989">
                        <c:v>533.96600000000001</c:v>
                      </c:pt>
                      <c:pt idx="990">
                        <c:v>533.96699999999998</c:v>
                      </c:pt>
                      <c:pt idx="991">
                        <c:v>533.96799999999996</c:v>
                      </c:pt>
                      <c:pt idx="992">
                        <c:v>533.96900000000005</c:v>
                      </c:pt>
                      <c:pt idx="993">
                        <c:v>533.97</c:v>
                      </c:pt>
                      <c:pt idx="994">
                        <c:v>533.971</c:v>
                      </c:pt>
                      <c:pt idx="995">
                        <c:v>533.97199999999998</c:v>
                      </c:pt>
                      <c:pt idx="996">
                        <c:v>533.97299999999996</c:v>
                      </c:pt>
                      <c:pt idx="997">
                        <c:v>533.97400000000005</c:v>
                      </c:pt>
                      <c:pt idx="998">
                        <c:v>533.97500000000002</c:v>
                      </c:pt>
                      <c:pt idx="999">
                        <c:v>533.976</c:v>
                      </c:pt>
                      <c:pt idx="1000">
                        <c:v>533.97699999999998</c:v>
                      </c:pt>
                      <c:pt idx="1001">
                        <c:v>533.97799999999995</c:v>
                      </c:pt>
                      <c:pt idx="1002">
                        <c:v>533.97900000000004</c:v>
                      </c:pt>
                      <c:pt idx="1003">
                        <c:v>533.98</c:v>
                      </c:pt>
                      <c:pt idx="1004">
                        <c:v>533.98099999999999</c:v>
                      </c:pt>
                      <c:pt idx="1005">
                        <c:v>533.98199999999997</c:v>
                      </c:pt>
                      <c:pt idx="1006">
                        <c:v>533.98299999999995</c:v>
                      </c:pt>
                      <c:pt idx="1007">
                        <c:v>533.98400000000004</c:v>
                      </c:pt>
                      <c:pt idx="1008">
                        <c:v>533.98500000000001</c:v>
                      </c:pt>
                      <c:pt idx="1009">
                        <c:v>533.98599999999999</c:v>
                      </c:pt>
                      <c:pt idx="1010">
                        <c:v>533.98699999999997</c:v>
                      </c:pt>
                      <c:pt idx="1011">
                        <c:v>533.98800000000006</c:v>
                      </c:pt>
                      <c:pt idx="1012">
                        <c:v>533.98900000000003</c:v>
                      </c:pt>
                      <c:pt idx="1013">
                        <c:v>533.99</c:v>
                      </c:pt>
                      <c:pt idx="1014">
                        <c:v>533.99099999999999</c:v>
                      </c:pt>
                      <c:pt idx="1015">
                        <c:v>533.99199999999996</c:v>
                      </c:pt>
                      <c:pt idx="1016">
                        <c:v>533.99300000000005</c:v>
                      </c:pt>
                      <c:pt idx="1017">
                        <c:v>533.99400000000003</c:v>
                      </c:pt>
                      <c:pt idx="1018">
                        <c:v>533.995</c:v>
                      </c:pt>
                      <c:pt idx="1019">
                        <c:v>533.99599999999998</c:v>
                      </c:pt>
                      <c:pt idx="1020">
                        <c:v>533.99699999999996</c:v>
                      </c:pt>
                      <c:pt idx="1021">
                        <c:v>533.99800000000005</c:v>
                      </c:pt>
                      <c:pt idx="1022">
                        <c:v>533.99900000000002</c:v>
                      </c:pt>
                      <c:pt idx="1023">
                        <c:v>534</c:v>
                      </c:pt>
                      <c:pt idx="1024">
                        <c:v>534.00099999999998</c:v>
                      </c:pt>
                      <c:pt idx="1025">
                        <c:v>534.00199999999995</c:v>
                      </c:pt>
                      <c:pt idx="1026">
                        <c:v>534.00300000000004</c:v>
                      </c:pt>
                      <c:pt idx="1027">
                        <c:v>534.00400000000002</c:v>
                      </c:pt>
                      <c:pt idx="1028">
                        <c:v>534.005</c:v>
                      </c:pt>
                      <c:pt idx="1029">
                        <c:v>534.00599999999997</c:v>
                      </c:pt>
                      <c:pt idx="1030">
                        <c:v>534.00699999999995</c:v>
                      </c:pt>
                      <c:pt idx="1031">
                        <c:v>534.00800000000004</c:v>
                      </c:pt>
                      <c:pt idx="1032">
                        <c:v>534.00900000000001</c:v>
                      </c:pt>
                      <c:pt idx="1033">
                        <c:v>534.01</c:v>
                      </c:pt>
                      <c:pt idx="1034">
                        <c:v>534.01099999999997</c:v>
                      </c:pt>
                      <c:pt idx="1035">
                        <c:v>534.01199999999994</c:v>
                      </c:pt>
                      <c:pt idx="1036">
                        <c:v>534.01300000000003</c:v>
                      </c:pt>
                      <c:pt idx="1037">
                        <c:v>534.01400000000001</c:v>
                      </c:pt>
                      <c:pt idx="1038">
                        <c:v>534.01499999999999</c:v>
                      </c:pt>
                      <c:pt idx="1039">
                        <c:v>534.01599999999996</c:v>
                      </c:pt>
                      <c:pt idx="1040">
                        <c:v>534.01700000000005</c:v>
                      </c:pt>
                      <c:pt idx="1041">
                        <c:v>534.01800000000003</c:v>
                      </c:pt>
                      <c:pt idx="1042">
                        <c:v>534.01900000000001</c:v>
                      </c:pt>
                      <c:pt idx="1043">
                        <c:v>534.02</c:v>
                      </c:pt>
                      <c:pt idx="1044">
                        <c:v>534.02099999999996</c:v>
                      </c:pt>
                      <c:pt idx="1045">
                        <c:v>534.02200000000005</c:v>
                      </c:pt>
                      <c:pt idx="1046">
                        <c:v>534.02300000000002</c:v>
                      </c:pt>
                      <c:pt idx="1047">
                        <c:v>534.10299999999995</c:v>
                      </c:pt>
                      <c:pt idx="1048">
                        <c:v>534.18299999999999</c:v>
                      </c:pt>
                      <c:pt idx="1049">
                        <c:v>534.26300000000003</c:v>
                      </c:pt>
                      <c:pt idx="1050">
                        <c:v>534.34299999999996</c:v>
                      </c:pt>
                      <c:pt idx="1051">
                        <c:v>534.423</c:v>
                      </c:pt>
                      <c:pt idx="1052">
                        <c:v>534.50300000000004</c:v>
                      </c:pt>
                      <c:pt idx="1053">
                        <c:v>534.58299999999997</c:v>
                      </c:pt>
                      <c:pt idx="1054">
                        <c:v>534.66300000000001</c:v>
                      </c:pt>
                      <c:pt idx="1055">
                        <c:v>534.71600000000001</c:v>
                      </c:pt>
                      <c:pt idx="1056">
                        <c:v>534.76900000000001</c:v>
                      </c:pt>
                      <c:pt idx="1057">
                        <c:v>534.77</c:v>
                      </c:pt>
                      <c:pt idx="1058">
                        <c:v>534.77099999999996</c:v>
                      </c:pt>
                      <c:pt idx="1059">
                        <c:v>534.77200000000005</c:v>
                      </c:pt>
                      <c:pt idx="1060">
                        <c:v>534.77300000000002</c:v>
                      </c:pt>
                      <c:pt idx="1061">
                        <c:v>534.774</c:v>
                      </c:pt>
                      <c:pt idx="1062">
                        <c:v>534.77499999999998</c:v>
                      </c:pt>
                      <c:pt idx="1063">
                        <c:v>534.77599999999995</c:v>
                      </c:pt>
                      <c:pt idx="1064">
                        <c:v>534.77700000000004</c:v>
                      </c:pt>
                      <c:pt idx="1065">
                        <c:v>534.77800000000002</c:v>
                      </c:pt>
                      <c:pt idx="1066">
                        <c:v>534.779</c:v>
                      </c:pt>
                      <c:pt idx="1067">
                        <c:v>534.78</c:v>
                      </c:pt>
                      <c:pt idx="1068">
                        <c:v>534.78099999999995</c:v>
                      </c:pt>
                      <c:pt idx="1069">
                        <c:v>534.78200000000004</c:v>
                      </c:pt>
                      <c:pt idx="1070">
                        <c:v>534.78300000000002</c:v>
                      </c:pt>
                      <c:pt idx="1071">
                        <c:v>534.78399999999999</c:v>
                      </c:pt>
                      <c:pt idx="1072">
                        <c:v>534.78499999999997</c:v>
                      </c:pt>
                      <c:pt idx="1073">
                        <c:v>534.78599999999994</c:v>
                      </c:pt>
                      <c:pt idx="1074">
                        <c:v>534.78700000000003</c:v>
                      </c:pt>
                      <c:pt idx="1075">
                        <c:v>534.78800000000001</c:v>
                      </c:pt>
                      <c:pt idx="1076">
                        <c:v>534.78899999999999</c:v>
                      </c:pt>
                      <c:pt idx="1077">
                        <c:v>534.79</c:v>
                      </c:pt>
                      <c:pt idx="1078">
                        <c:v>534.79100000000005</c:v>
                      </c:pt>
                      <c:pt idx="1079">
                        <c:v>534.79200000000003</c:v>
                      </c:pt>
                      <c:pt idx="1080">
                        <c:v>534.79300000000001</c:v>
                      </c:pt>
                      <c:pt idx="1081">
                        <c:v>534.79399999999998</c:v>
                      </c:pt>
                      <c:pt idx="1082">
                        <c:v>534.79499999999996</c:v>
                      </c:pt>
                      <c:pt idx="1083">
                        <c:v>534.79600000000005</c:v>
                      </c:pt>
                      <c:pt idx="1084">
                        <c:v>534.79700000000003</c:v>
                      </c:pt>
                      <c:pt idx="1085">
                        <c:v>534.798</c:v>
                      </c:pt>
                      <c:pt idx="1086">
                        <c:v>534.79899999999998</c:v>
                      </c:pt>
                      <c:pt idx="1087">
                        <c:v>534.79999999999995</c:v>
                      </c:pt>
                      <c:pt idx="1088">
                        <c:v>534.80100000000004</c:v>
                      </c:pt>
                      <c:pt idx="1089">
                        <c:v>534.80200000000002</c:v>
                      </c:pt>
                      <c:pt idx="1090">
                        <c:v>534.803</c:v>
                      </c:pt>
                      <c:pt idx="1091">
                        <c:v>534.80399999999997</c:v>
                      </c:pt>
                      <c:pt idx="1092">
                        <c:v>534.80499999999995</c:v>
                      </c:pt>
                      <c:pt idx="1093">
                        <c:v>534.80600000000004</c:v>
                      </c:pt>
                      <c:pt idx="1094">
                        <c:v>534.80700000000002</c:v>
                      </c:pt>
                      <c:pt idx="1095">
                        <c:v>534.80799999999999</c:v>
                      </c:pt>
                      <c:pt idx="1096">
                        <c:v>534.80899999999997</c:v>
                      </c:pt>
                      <c:pt idx="1097">
                        <c:v>534.80999999999995</c:v>
                      </c:pt>
                      <c:pt idx="1098">
                        <c:v>534.81100000000004</c:v>
                      </c:pt>
                      <c:pt idx="1099">
                        <c:v>534.81200000000001</c:v>
                      </c:pt>
                      <c:pt idx="1100">
                        <c:v>534.81299999999999</c:v>
                      </c:pt>
                      <c:pt idx="1101">
                        <c:v>534.81399999999996</c:v>
                      </c:pt>
                      <c:pt idx="1102">
                        <c:v>534.81500000000005</c:v>
                      </c:pt>
                      <c:pt idx="1103">
                        <c:v>534.81600000000003</c:v>
                      </c:pt>
                      <c:pt idx="1104">
                        <c:v>534.81700000000001</c:v>
                      </c:pt>
                      <c:pt idx="1105">
                        <c:v>534.81799999999998</c:v>
                      </c:pt>
                      <c:pt idx="1106">
                        <c:v>534.81899999999996</c:v>
                      </c:pt>
                      <c:pt idx="1107">
                        <c:v>534.82000000000005</c:v>
                      </c:pt>
                      <c:pt idx="1108">
                        <c:v>534.82100000000003</c:v>
                      </c:pt>
                      <c:pt idx="1109">
                        <c:v>534.822</c:v>
                      </c:pt>
                      <c:pt idx="1110">
                        <c:v>534.82299999999998</c:v>
                      </c:pt>
                      <c:pt idx="1111">
                        <c:v>534.82399999999996</c:v>
                      </c:pt>
                      <c:pt idx="1112">
                        <c:v>534.82500000000005</c:v>
                      </c:pt>
                      <c:pt idx="1113">
                        <c:v>534.82600000000002</c:v>
                      </c:pt>
                      <c:pt idx="1114">
                        <c:v>534.827</c:v>
                      </c:pt>
                      <c:pt idx="1115">
                        <c:v>534.82799999999997</c:v>
                      </c:pt>
                      <c:pt idx="1116">
                        <c:v>534.82899999999995</c:v>
                      </c:pt>
                      <c:pt idx="1117">
                        <c:v>534.83000000000004</c:v>
                      </c:pt>
                      <c:pt idx="1118">
                        <c:v>534.83100000000002</c:v>
                      </c:pt>
                      <c:pt idx="1119">
                        <c:v>534.83199999999999</c:v>
                      </c:pt>
                      <c:pt idx="1120">
                        <c:v>534.83299999999997</c:v>
                      </c:pt>
                      <c:pt idx="1121">
                        <c:v>534.83399999999995</c:v>
                      </c:pt>
                      <c:pt idx="1122">
                        <c:v>534.83500000000004</c:v>
                      </c:pt>
                      <c:pt idx="1123">
                        <c:v>534.83600000000001</c:v>
                      </c:pt>
                      <c:pt idx="1124">
                        <c:v>534.83699999999999</c:v>
                      </c:pt>
                      <c:pt idx="1125">
                        <c:v>534.83799999999997</c:v>
                      </c:pt>
                      <c:pt idx="1126">
                        <c:v>534.83900000000006</c:v>
                      </c:pt>
                      <c:pt idx="1127">
                        <c:v>534.84</c:v>
                      </c:pt>
                      <c:pt idx="1128">
                        <c:v>534.84100000000001</c:v>
                      </c:pt>
                      <c:pt idx="1129">
                        <c:v>534.84199999999998</c:v>
                      </c:pt>
                      <c:pt idx="1130">
                        <c:v>534.84299999999996</c:v>
                      </c:pt>
                      <c:pt idx="1131">
                        <c:v>534.84400000000005</c:v>
                      </c:pt>
                      <c:pt idx="1132">
                        <c:v>534.84500000000003</c:v>
                      </c:pt>
                      <c:pt idx="1133">
                        <c:v>534.846</c:v>
                      </c:pt>
                      <c:pt idx="1134">
                        <c:v>534.84699999999998</c:v>
                      </c:pt>
                      <c:pt idx="1135">
                        <c:v>534.84799999999996</c:v>
                      </c:pt>
                      <c:pt idx="1136">
                        <c:v>534.84900000000005</c:v>
                      </c:pt>
                      <c:pt idx="1137">
                        <c:v>534.85</c:v>
                      </c:pt>
                      <c:pt idx="1138">
                        <c:v>534.851</c:v>
                      </c:pt>
                      <c:pt idx="1139">
                        <c:v>534.85199999999998</c:v>
                      </c:pt>
                      <c:pt idx="1140">
                        <c:v>534.85299999999995</c:v>
                      </c:pt>
                      <c:pt idx="1141">
                        <c:v>534.85400000000004</c:v>
                      </c:pt>
                      <c:pt idx="1142">
                        <c:v>534.85500000000002</c:v>
                      </c:pt>
                      <c:pt idx="1143">
                        <c:v>534.85599999999999</c:v>
                      </c:pt>
                      <c:pt idx="1144">
                        <c:v>534.85699999999997</c:v>
                      </c:pt>
                      <c:pt idx="1145">
                        <c:v>534.85799999999995</c:v>
                      </c:pt>
                      <c:pt idx="1146">
                        <c:v>534.85900000000004</c:v>
                      </c:pt>
                      <c:pt idx="1147">
                        <c:v>534.86</c:v>
                      </c:pt>
                      <c:pt idx="1148">
                        <c:v>534.86099999999999</c:v>
                      </c:pt>
                      <c:pt idx="1149">
                        <c:v>534.86199999999997</c:v>
                      </c:pt>
                      <c:pt idx="1150">
                        <c:v>534.86300000000006</c:v>
                      </c:pt>
                      <c:pt idx="1151">
                        <c:v>534.86400000000003</c:v>
                      </c:pt>
                      <c:pt idx="1152">
                        <c:v>534.86500000000001</c:v>
                      </c:pt>
                      <c:pt idx="1153">
                        <c:v>534.86599999999999</c:v>
                      </c:pt>
                      <c:pt idx="1154">
                        <c:v>534.86699999999996</c:v>
                      </c:pt>
                      <c:pt idx="1155">
                        <c:v>534.86800000000005</c:v>
                      </c:pt>
                      <c:pt idx="1156">
                        <c:v>534.86900000000003</c:v>
                      </c:pt>
                      <c:pt idx="1157">
                        <c:v>534.87</c:v>
                      </c:pt>
                      <c:pt idx="1158">
                        <c:v>534.87099999999998</c:v>
                      </c:pt>
                      <c:pt idx="1159">
                        <c:v>534.87199999999996</c:v>
                      </c:pt>
                      <c:pt idx="1160">
                        <c:v>534.87300000000005</c:v>
                      </c:pt>
                      <c:pt idx="1161">
                        <c:v>534.87400000000002</c:v>
                      </c:pt>
                      <c:pt idx="1162">
                        <c:v>534.875</c:v>
                      </c:pt>
                      <c:pt idx="1163">
                        <c:v>534.87599999999998</c:v>
                      </c:pt>
                      <c:pt idx="1164">
                        <c:v>534.87699999999995</c:v>
                      </c:pt>
                      <c:pt idx="1165">
                        <c:v>534.87800000000004</c:v>
                      </c:pt>
                      <c:pt idx="1166">
                        <c:v>534.87900000000002</c:v>
                      </c:pt>
                      <c:pt idx="1167">
                        <c:v>534.88</c:v>
                      </c:pt>
                      <c:pt idx="1168">
                        <c:v>534.88099999999997</c:v>
                      </c:pt>
                      <c:pt idx="1169">
                        <c:v>534.88199999999995</c:v>
                      </c:pt>
                      <c:pt idx="1170">
                        <c:v>534.88300000000004</c:v>
                      </c:pt>
                      <c:pt idx="1171">
                        <c:v>534.88400000000001</c:v>
                      </c:pt>
                      <c:pt idx="1172">
                        <c:v>534.88499999999999</c:v>
                      </c:pt>
                      <c:pt idx="1173">
                        <c:v>534.88599999999997</c:v>
                      </c:pt>
                      <c:pt idx="1174">
                        <c:v>534.88699999999994</c:v>
                      </c:pt>
                      <c:pt idx="1175">
                        <c:v>534.88800000000003</c:v>
                      </c:pt>
                      <c:pt idx="1176">
                        <c:v>534.88900000000001</c:v>
                      </c:pt>
                      <c:pt idx="1177">
                        <c:v>534.89</c:v>
                      </c:pt>
                      <c:pt idx="1178">
                        <c:v>534.89099999999996</c:v>
                      </c:pt>
                      <c:pt idx="1179">
                        <c:v>534.89200000000005</c:v>
                      </c:pt>
                      <c:pt idx="1180">
                        <c:v>534.89300000000003</c:v>
                      </c:pt>
                      <c:pt idx="1181">
                        <c:v>534.89400000000001</c:v>
                      </c:pt>
                      <c:pt idx="1182">
                        <c:v>534.89499999999998</c:v>
                      </c:pt>
                      <c:pt idx="1183">
                        <c:v>534.89599999999996</c:v>
                      </c:pt>
                      <c:pt idx="1184">
                        <c:v>534.89700000000005</c:v>
                      </c:pt>
                      <c:pt idx="1185">
                        <c:v>534.89800000000002</c:v>
                      </c:pt>
                      <c:pt idx="1186">
                        <c:v>534.899</c:v>
                      </c:pt>
                      <c:pt idx="1187">
                        <c:v>534.9</c:v>
                      </c:pt>
                      <c:pt idx="1188">
                        <c:v>534.90099999999995</c:v>
                      </c:pt>
                      <c:pt idx="1189">
                        <c:v>534.90200000000004</c:v>
                      </c:pt>
                      <c:pt idx="1190">
                        <c:v>534.90300000000002</c:v>
                      </c:pt>
                      <c:pt idx="1191">
                        <c:v>534.904</c:v>
                      </c:pt>
                      <c:pt idx="1192">
                        <c:v>534.90499999999997</c:v>
                      </c:pt>
                      <c:pt idx="1193">
                        <c:v>534.90599999999995</c:v>
                      </c:pt>
                      <c:pt idx="1194">
                        <c:v>534.90700000000004</c:v>
                      </c:pt>
                      <c:pt idx="1195">
                        <c:v>534.90800000000002</c:v>
                      </c:pt>
                      <c:pt idx="1196">
                        <c:v>534.90899999999999</c:v>
                      </c:pt>
                      <c:pt idx="1197">
                        <c:v>534.91</c:v>
                      </c:pt>
                      <c:pt idx="1198">
                        <c:v>534.91099999999994</c:v>
                      </c:pt>
                      <c:pt idx="1199">
                        <c:v>534.91200000000003</c:v>
                      </c:pt>
                      <c:pt idx="1200">
                        <c:v>534.91300000000001</c:v>
                      </c:pt>
                      <c:pt idx="1201">
                        <c:v>534.91399999999999</c:v>
                      </c:pt>
                      <c:pt idx="1202">
                        <c:v>534.91499999999996</c:v>
                      </c:pt>
                      <c:pt idx="1203">
                        <c:v>534.91600000000005</c:v>
                      </c:pt>
                      <c:pt idx="1204">
                        <c:v>534.91700000000003</c:v>
                      </c:pt>
                      <c:pt idx="1205">
                        <c:v>534.91800000000001</c:v>
                      </c:pt>
                      <c:pt idx="1206">
                        <c:v>534.91899999999998</c:v>
                      </c:pt>
                      <c:pt idx="1207">
                        <c:v>534.91999999999996</c:v>
                      </c:pt>
                      <c:pt idx="1208">
                        <c:v>534.92100000000005</c:v>
                      </c:pt>
                      <c:pt idx="1209">
                        <c:v>534.92200000000003</c:v>
                      </c:pt>
                      <c:pt idx="1210">
                        <c:v>534.923</c:v>
                      </c:pt>
                      <c:pt idx="1211">
                        <c:v>534.92399999999998</c:v>
                      </c:pt>
                      <c:pt idx="1212">
                        <c:v>534.92499999999995</c:v>
                      </c:pt>
                      <c:pt idx="1213">
                        <c:v>534.92600000000004</c:v>
                      </c:pt>
                      <c:pt idx="1214">
                        <c:v>534.92700000000002</c:v>
                      </c:pt>
                      <c:pt idx="1215">
                        <c:v>534.928</c:v>
                      </c:pt>
                      <c:pt idx="1216">
                        <c:v>534.92899999999997</c:v>
                      </c:pt>
                      <c:pt idx="1217">
                        <c:v>534.92999999999995</c:v>
                      </c:pt>
                      <c:pt idx="1218">
                        <c:v>534.93100000000004</c:v>
                      </c:pt>
                      <c:pt idx="1219">
                        <c:v>534.93200000000002</c:v>
                      </c:pt>
                      <c:pt idx="1220">
                        <c:v>534.93299999999999</c:v>
                      </c:pt>
                      <c:pt idx="1221">
                        <c:v>534.93399999999997</c:v>
                      </c:pt>
                      <c:pt idx="1222">
                        <c:v>534.93499999999995</c:v>
                      </c:pt>
                      <c:pt idx="1223">
                        <c:v>534.93600000000004</c:v>
                      </c:pt>
                      <c:pt idx="1224">
                        <c:v>534.93700000000001</c:v>
                      </c:pt>
                      <c:pt idx="1225">
                        <c:v>534.93799999999999</c:v>
                      </c:pt>
                      <c:pt idx="1226">
                        <c:v>534.93899999999996</c:v>
                      </c:pt>
                      <c:pt idx="1227">
                        <c:v>534.94000000000005</c:v>
                      </c:pt>
                      <c:pt idx="1228">
                        <c:v>534.94100000000003</c:v>
                      </c:pt>
                      <c:pt idx="1229">
                        <c:v>534.94200000000001</c:v>
                      </c:pt>
                      <c:pt idx="1230">
                        <c:v>534.94299999999998</c:v>
                      </c:pt>
                      <c:pt idx="1231">
                        <c:v>534.94399999999996</c:v>
                      </c:pt>
                      <c:pt idx="1232">
                        <c:v>534.94500000000005</c:v>
                      </c:pt>
                      <c:pt idx="1233">
                        <c:v>534.94600000000003</c:v>
                      </c:pt>
                      <c:pt idx="1234">
                        <c:v>534.947</c:v>
                      </c:pt>
                      <c:pt idx="1235">
                        <c:v>534.94799999999998</c:v>
                      </c:pt>
                      <c:pt idx="1236">
                        <c:v>534.94899999999996</c:v>
                      </c:pt>
                      <c:pt idx="1237">
                        <c:v>534.95000000000005</c:v>
                      </c:pt>
                      <c:pt idx="1238">
                        <c:v>534.95100000000002</c:v>
                      </c:pt>
                      <c:pt idx="1239">
                        <c:v>534.952</c:v>
                      </c:pt>
                      <c:pt idx="1240">
                        <c:v>534.95299999999997</c:v>
                      </c:pt>
                      <c:pt idx="1241">
                        <c:v>534.95399999999995</c:v>
                      </c:pt>
                      <c:pt idx="1242">
                        <c:v>534.95500000000004</c:v>
                      </c:pt>
                      <c:pt idx="1243">
                        <c:v>534.95600000000002</c:v>
                      </c:pt>
                      <c:pt idx="1244">
                        <c:v>534.95699999999999</c:v>
                      </c:pt>
                      <c:pt idx="1245">
                        <c:v>534.95799999999997</c:v>
                      </c:pt>
                      <c:pt idx="1246">
                        <c:v>534.95899999999995</c:v>
                      </c:pt>
                      <c:pt idx="1247">
                        <c:v>534.96</c:v>
                      </c:pt>
                      <c:pt idx="1248">
                        <c:v>534.96100000000001</c:v>
                      </c:pt>
                      <c:pt idx="1249">
                        <c:v>534.96199999999999</c:v>
                      </c:pt>
                      <c:pt idx="1250">
                        <c:v>534.96299999999997</c:v>
                      </c:pt>
                      <c:pt idx="1251">
                        <c:v>534.96400000000006</c:v>
                      </c:pt>
                      <c:pt idx="1252">
                        <c:v>534.96500000000003</c:v>
                      </c:pt>
                      <c:pt idx="1253">
                        <c:v>534.96600000000001</c:v>
                      </c:pt>
                      <c:pt idx="1254">
                        <c:v>534.96699999999998</c:v>
                      </c:pt>
                      <c:pt idx="1255">
                        <c:v>534.96799999999996</c:v>
                      </c:pt>
                      <c:pt idx="1256">
                        <c:v>534.96900000000005</c:v>
                      </c:pt>
                      <c:pt idx="1257">
                        <c:v>534.97</c:v>
                      </c:pt>
                      <c:pt idx="1258">
                        <c:v>534.971</c:v>
                      </c:pt>
                      <c:pt idx="1259">
                        <c:v>534.97199999999998</c:v>
                      </c:pt>
                      <c:pt idx="1260">
                        <c:v>534.97299999999996</c:v>
                      </c:pt>
                      <c:pt idx="1261">
                        <c:v>534.97400000000005</c:v>
                      </c:pt>
                      <c:pt idx="1262">
                        <c:v>534.97500000000002</c:v>
                      </c:pt>
                      <c:pt idx="1263">
                        <c:v>534.976</c:v>
                      </c:pt>
                      <c:pt idx="1264">
                        <c:v>534.97699999999998</c:v>
                      </c:pt>
                      <c:pt idx="1265">
                        <c:v>534.97799999999995</c:v>
                      </c:pt>
                      <c:pt idx="1266">
                        <c:v>534.97900000000004</c:v>
                      </c:pt>
                      <c:pt idx="1267">
                        <c:v>534.98</c:v>
                      </c:pt>
                      <c:pt idx="1268">
                        <c:v>534.98099999999999</c:v>
                      </c:pt>
                      <c:pt idx="1269">
                        <c:v>534.98199999999997</c:v>
                      </c:pt>
                      <c:pt idx="1270">
                        <c:v>534.98299999999995</c:v>
                      </c:pt>
                      <c:pt idx="1271">
                        <c:v>534.98400000000004</c:v>
                      </c:pt>
                      <c:pt idx="1272">
                        <c:v>534.98500000000001</c:v>
                      </c:pt>
                      <c:pt idx="1273">
                        <c:v>534.98599999999999</c:v>
                      </c:pt>
                      <c:pt idx="1274">
                        <c:v>534.98699999999997</c:v>
                      </c:pt>
                      <c:pt idx="1275">
                        <c:v>534.98800000000006</c:v>
                      </c:pt>
                      <c:pt idx="1276">
                        <c:v>534.98900000000003</c:v>
                      </c:pt>
                      <c:pt idx="1277">
                        <c:v>534.99</c:v>
                      </c:pt>
                      <c:pt idx="1278">
                        <c:v>534.99099999999999</c:v>
                      </c:pt>
                      <c:pt idx="1279">
                        <c:v>534.99199999999996</c:v>
                      </c:pt>
                      <c:pt idx="1280">
                        <c:v>534.99300000000005</c:v>
                      </c:pt>
                      <c:pt idx="1281">
                        <c:v>534.99400000000003</c:v>
                      </c:pt>
                      <c:pt idx="1282">
                        <c:v>534.995</c:v>
                      </c:pt>
                      <c:pt idx="1283">
                        <c:v>534.99599999999998</c:v>
                      </c:pt>
                      <c:pt idx="1284">
                        <c:v>534.99699999999996</c:v>
                      </c:pt>
                      <c:pt idx="1285">
                        <c:v>534.99800000000005</c:v>
                      </c:pt>
                      <c:pt idx="1286">
                        <c:v>534.99900000000002</c:v>
                      </c:pt>
                      <c:pt idx="1287">
                        <c:v>535</c:v>
                      </c:pt>
                      <c:pt idx="1288">
                        <c:v>535.00099999999998</c:v>
                      </c:pt>
                      <c:pt idx="1289">
                        <c:v>535.00199999999995</c:v>
                      </c:pt>
                      <c:pt idx="1290">
                        <c:v>535.00300000000004</c:v>
                      </c:pt>
                      <c:pt idx="1291">
                        <c:v>535.00400000000002</c:v>
                      </c:pt>
                      <c:pt idx="1292">
                        <c:v>535.005</c:v>
                      </c:pt>
                      <c:pt idx="1293">
                        <c:v>535.00599999999997</c:v>
                      </c:pt>
                      <c:pt idx="1294">
                        <c:v>535.00699999999995</c:v>
                      </c:pt>
                      <c:pt idx="1295">
                        <c:v>535.00800000000004</c:v>
                      </c:pt>
                      <c:pt idx="1296">
                        <c:v>535.00900000000001</c:v>
                      </c:pt>
                      <c:pt idx="1297">
                        <c:v>535.01</c:v>
                      </c:pt>
                      <c:pt idx="1298">
                        <c:v>535.01099999999997</c:v>
                      </c:pt>
                      <c:pt idx="1299">
                        <c:v>535.01199999999994</c:v>
                      </c:pt>
                      <c:pt idx="1300">
                        <c:v>535.01300000000003</c:v>
                      </c:pt>
                      <c:pt idx="1301">
                        <c:v>535.01400000000001</c:v>
                      </c:pt>
                      <c:pt idx="1302">
                        <c:v>535.01499999999999</c:v>
                      </c:pt>
                      <c:pt idx="1303">
                        <c:v>535.01599999999996</c:v>
                      </c:pt>
                      <c:pt idx="1304">
                        <c:v>535.01700000000005</c:v>
                      </c:pt>
                      <c:pt idx="1305">
                        <c:v>535.01800000000003</c:v>
                      </c:pt>
                      <c:pt idx="1306">
                        <c:v>535.01900000000001</c:v>
                      </c:pt>
                      <c:pt idx="1307">
                        <c:v>535.02</c:v>
                      </c:pt>
                      <c:pt idx="1308">
                        <c:v>535.02099999999996</c:v>
                      </c:pt>
                      <c:pt idx="1309">
                        <c:v>535.02200000000005</c:v>
                      </c:pt>
                      <c:pt idx="1310">
                        <c:v>535.02300000000002</c:v>
                      </c:pt>
                      <c:pt idx="1311">
                        <c:v>535.10299999999995</c:v>
                      </c:pt>
                      <c:pt idx="1312">
                        <c:v>535.18299999999999</c:v>
                      </c:pt>
                      <c:pt idx="1313">
                        <c:v>535.26300000000003</c:v>
                      </c:pt>
                      <c:pt idx="1314">
                        <c:v>535.34299999999996</c:v>
                      </c:pt>
                      <c:pt idx="1315">
                        <c:v>535.423</c:v>
                      </c:pt>
                      <c:pt idx="1316">
                        <c:v>535.50300000000004</c:v>
                      </c:pt>
                      <c:pt idx="1317">
                        <c:v>535.58299999999997</c:v>
                      </c:pt>
                      <c:pt idx="1318">
                        <c:v>535.66300000000001</c:v>
                      </c:pt>
                      <c:pt idx="1319">
                        <c:v>535.71600000000001</c:v>
                      </c:pt>
                      <c:pt idx="1320">
                        <c:v>535.76900000000001</c:v>
                      </c:pt>
                      <c:pt idx="1321">
                        <c:v>535.77</c:v>
                      </c:pt>
                      <c:pt idx="1322">
                        <c:v>535.77099999999996</c:v>
                      </c:pt>
                      <c:pt idx="1323">
                        <c:v>535.77200000000005</c:v>
                      </c:pt>
                      <c:pt idx="1324">
                        <c:v>535.77300000000002</c:v>
                      </c:pt>
                      <c:pt idx="1325">
                        <c:v>535.774</c:v>
                      </c:pt>
                      <c:pt idx="1326">
                        <c:v>535.77499999999998</c:v>
                      </c:pt>
                      <c:pt idx="1327">
                        <c:v>535.77599999999995</c:v>
                      </c:pt>
                      <c:pt idx="1328">
                        <c:v>535.77700000000004</c:v>
                      </c:pt>
                      <c:pt idx="1329">
                        <c:v>535.77800000000002</c:v>
                      </c:pt>
                      <c:pt idx="1330">
                        <c:v>535.779</c:v>
                      </c:pt>
                      <c:pt idx="1331">
                        <c:v>535.78</c:v>
                      </c:pt>
                      <c:pt idx="1332">
                        <c:v>535.78099999999995</c:v>
                      </c:pt>
                      <c:pt idx="1333">
                        <c:v>535.78200000000004</c:v>
                      </c:pt>
                      <c:pt idx="1334">
                        <c:v>535.78300000000002</c:v>
                      </c:pt>
                      <c:pt idx="1335">
                        <c:v>535.78399999999999</c:v>
                      </c:pt>
                      <c:pt idx="1336">
                        <c:v>535.78499999999997</c:v>
                      </c:pt>
                      <c:pt idx="1337">
                        <c:v>535.78599999999994</c:v>
                      </c:pt>
                      <c:pt idx="1338">
                        <c:v>535.78700000000003</c:v>
                      </c:pt>
                      <c:pt idx="1339">
                        <c:v>535.78800000000001</c:v>
                      </c:pt>
                      <c:pt idx="1340">
                        <c:v>535.78899999999999</c:v>
                      </c:pt>
                      <c:pt idx="1341">
                        <c:v>535.79</c:v>
                      </c:pt>
                      <c:pt idx="1342">
                        <c:v>535.79100000000005</c:v>
                      </c:pt>
                      <c:pt idx="1343">
                        <c:v>535.79200000000003</c:v>
                      </c:pt>
                      <c:pt idx="1344">
                        <c:v>535.79300000000001</c:v>
                      </c:pt>
                      <c:pt idx="1345">
                        <c:v>535.79399999999998</c:v>
                      </c:pt>
                      <c:pt idx="1346">
                        <c:v>535.79499999999996</c:v>
                      </c:pt>
                      <c:pt idx="1347">
                        <c:v>535.79600000000005</c:v>
                      </c:pt>
                      <c:pt idx="1348">
                        <c:v>535.79700000000003</c:v>
                      </c:pt>
                      <c:pt idx="1349">
                        <c:v>535.798</c:v>
                      </c:pt>
                      <c:pt idx="1350">
                        <c:v>535.79899999999998</c:v>
                      </c:pt>
                      <c:pt idx="1351">
                        <c:v>535.79999999999995</c:v>
                      </c:pt>
                      <c:pt idx="1352">
                        <c:v>535.80100000000004</c:v>
                      </c:pt>
                      <c:pt idx="1353">
                        <c:v>535.80200000000002</c:v>
                      </c:pt>
                      <c:pt idx="1354">
                        <c:v>535.803</c:v>
                      </c:pt>
                      <c:pt idx="1355">
                        <c:v>535.80399999999997</c:v>
                      </c:pt>
                      <c:pt idx="1356">
                        <c:v>535.80499999999995</c:v>
                      </c:pt>
                      <c:pt idx="1357">
                        <c:v>535.80600000000004</c:v>
                      </c:pt>
                      <c:pt idx="1358">
                        <c:v>535.80700000000002</c:v>
                      </c:pt>
                      <c:pt idx="1359">
                        <c:v>535.80799999999999</c:v>
                      </c:pt>
                      <c:pt idx="1360">
                        <c:v>535.80899999999997</c:v>
                      </c:pt>
                      <c:pt idx="1361">
                        <c:v>535.80999999999995</c:v>
                      </c:pt>
                      <c:pt idx="1362">
                        <c:v>535.81100000000004</c:v>
                      </c:pt>
                      <c:pt idx="1363">
                        <c:v>535.81200000000001</c:v>
                      </c:pt>
                      <c:pt idx="1364">
                        <c:v>535.81299999999999</c:v>
                      </c:pt>
                      <c:pt idx="1365">
                        <c:v>535.81399999999996</c:v>
                      </c:pt>
                      <c:pt idx="1366">
                        <c:v>535.81500000000005</c:v>
                      </c:pt>
                      <c:pt idx="1367">
                        <c:v>535.81600000000003</c:v>
                      </c:pt>
                      <c:pt idx="1368">
                        <c:v>535.81700000000001</c:v>
                      </c:pt>
                      <c:pt idx="1369">
                        <c:v>535.81799999999998</c:v>
                      </c:pt>
                      <c:pt idx="1370">
                        <c:v>535.81899999999996</c:v>
                      </c:pt>
                      <c:pt idx="1371">
                        <c:v>535.82000000000005</c:v>
                      </c:pt>
                      <c:pt idx="1372">
                        <c:v>535.82100000000003</c:v>
                      </c:pt>
                      <c:pt idx="1373">
                        <c:v>535.822</c:v>
                      </c:pt>
                      <c:pt idx="1374">
                        <c:v>535.82299999999998</c:v>
                      </c:pt>
                      <c:pt idx="1375">
                        <c:v>535.82399999999996</c:v>
                      </c:pt>
                      <c:pt idx="1376">
                        <c:v>535.82500000000005</c:v>
                      </c:pt>
                      <c:pt idx="1377">
                        <c:v>535.82600000000002</c:v>
                      </c:pt>
                      <c:pt idx="1378">
                        <c:v>535.827</c:v>
                      </c:pt>
                      <c:pt idx="1379">
                        <c:v>535.82799999999997</c:v>
                      </c:pt>
                      <c:pt idx="1380">
                        <c:v>535.82899999999995</c:v>
                      </c:pt>
                      <c:pt idx="1381">
                        <c:v>535.83000000000004</c:v>
                      </c:pt>
                      <c:pt idx="1382">
                        <c:v>535.83100000000002</c:v>
                      </c:pt>
                      <c:pt idx="1383">
                        <c:v>535.83199999999999</c:v>
                      </c:pt>
                      <c:pt idx="1384">
                        <c:v>535.83299999999997</c:v>
                      </c:pt>
                      <c:pt idx="1385">
                        <c:v>535.83399999999995</c:v>
                      </c:pt>
                      <c:pt idx="1386">
                        <c:v>535.83500000000004</c:v>
                      </c:pt>
                      <c:pt idx="1387">
                        <c:v>535.83600000000001</c:v>
                      </c:pt>
                      <c:pt idx="1388">
                        <c:v>535.83699999999999</c:v>
                      </c:pt>
                      <c:pt idx="1389">
                        <c:v>535.83799999999997</c:v>
                      </c:pt>
                      <c:pt idx="1390">
                        <c:v>535.83900000000006</c:v>
                      </c:pt>
                      <c:pt idx="1391">
                        <c:v>535.84</c:v>
                      </c:pt>
                      <c:pt idx="1392">
                        <c:v>535.84100000000001</c:v>
                      </c:pt>
                      <c:pt idx="1393">
                        <c:v>535.84199999999998</c:v>
                      </c:pt>
                      <c:pt idx="1394">
                        <c:v>535.84299999999996</c:v>
                      </c:pt>
                      <c:pt idx="1395">
                        <c:v>535.84400000000005</c:v>
                      </c:pt>
                      <c:pt idx="1396">
                        <c:v>535.84500000000003</c:v>
                      </c:pt>
                      <c:pt idx="1397">
                        <c:v>535.846</c:v>
                      </c:pt>
                      <c:pt idx="1398">
                        <c:v>535.84699999999998</c:v>
                      </c:pt>
                      <c:pt idx="1399">
                        <c:v>535.84799999999996</c:v>
                      </c:pt>
                      <c:pt idx="1400">
                        <c:v>535.84900000000005</c:v>
                      </c:pt>
                      <c:pt idx="1401">
                        <c:v>535.85</c:v>
                      </c:pt>
                      <c:pt idx="1402">
                        <c:v>535.851</c:v>
                      </c:pt>
                      <c:pt idx="1403">
                        <c:v>535.85199999999998</c:v>
                      </c:pt>
                      <c:pt idx="1404">
                        <c:v>535.85299999999995</c:v>
                      </c:pt>
                      <c:pt idx="1405">
                        <c:v>535.85400000000004</c:v>
                      </c:pt>
                      <c:pt idx="1406">
                        <c:v>535.85500000000002</c:v>
                      </c:pt>
                      <c:pt idx="1407">
                        <c:v>535.85599999999999</c:v>
                      </c:pt>
                      <c:pt idx="1408">
                        <c:v>535.85699999999997</c:v>
                      </c:pt>
                      <c:pt idx="1409">
                        <c:v>535.85799999999995</c:v>
                      </c:pt>
                      <c:pt idx="1410">
                        <c:v>535.85900000000004</c:v>
                      </c:pt>
                      <c:pt idx="1411">
                        <c:v>535.86</c:v>
                      </c:pt>
                      <c:pt idx="1412">
                        <c:v>535.86099999999999</c:v>
                      </c:pt>
                      <c:pt idx="1413">
                        <c:v>535.86199999999997</c:v>
                      </c:pt>
                      <c:pt idx="1414">
                        <c:v>535.86300000000006</c:v>
                      </c:pt>
                      <c:pt idx="1415">
                        <c:v>535.86400000000003</c:v>
                      </c:pt>
                      <c:pt idx="1416">
                        <c:v>535.86500000000001</c:v>
                      </c:pt>
                      <c:pt idx="1417">
                        <c:v>535.86599999999999</c:v>
                      </c:pt>
                      <c:pt idx="1418">
                        <c:v>535.86699999999996</c:v>
                      </c:pt>
                      <c:pt idx="1419">
                        <c:v>535.86800000000005</c:v>
                      </c:pt>
                      <c:pt idx="1420">
                        <c:v>535.86900000000003</c:v>
                      </c:pt>
                      <c:pt idx="1421">
                        <c:v>535.87</c:v>
                      </c:pt>
                      <c:pt idx="1422">
                        <c:v>535.87099999999998</c:v>
                      </c:pt>
                      <c:pt idx="1423">
                        <c:v>535.87199999999996</c:v>
                      </c:pt>
                      <c:pt idx="1424">
                        <c:v>535.87300000000005</c:v>
                      </c:pt>
                      <c:pt idx="1425">
                        <c:v>535.87400000000002</c:v>
                      </c:pt>
                      <c:pt idx="1426">
                        <c:v>535.875</c:v>
                      </c:pt>
                      <c:pt idx="1427">
                        <c:v>535.87599999999998</c:v>
                      </c:pt>
                      <c:pt idx="1428">
                        <c:v>535.87699999999995</c:v>
                      </c:pt>
                      <c:pt idx="1429">
                        <c:v>535.87800000000004</c:v>
                      </c:pt>
                      <c:pt idx="1430">
                        <c:v>535.87900000000002</c:v>
                      </c:pt>
                      <c:pt idx="1431">
                        <c:v>535.88</c:v>
                      </c:pt>
                      <c:pt idx="1432">
                        <c:v>535.88099999999997</c:v>
                      </c:pt>
                      <c:pt idx="1433">
                        <c:v>535.88199999999995</c:v>
                      </c:pt>
                      <c:pt idx="1434">
                        <c:v>535.88300000000004</c:v>
                      </c:pt>
                      <c:pt idx="1435">
                        <c:v>535.88400000000001</c:v>
                      </c:pt>
                      <c:pt idx="1436">
                        <c:v>535.88499999999999</c:v>
                      </c:pt>
                      <c:pt idx="1437">
                        <c:v>535.88599999999997</c:v>
                      </c:pt>
                      <c:pt idx="1438">
                        <c:v>535.88699999999994</c:v>
                      </c:pt>
                      <c:pt idx="1439">
                        <c:v>535.88800000000003</c:v>
                      </c:pt>
                      <c:pt idx="1440">
                        <c:v>535.88900000000001</c:v>
                      </c:pt>
                      <c:pt idx="1441">
                        <c:v>535.89</c:v>
                      </c:pt>
                      <c:pt idx="1442">
                        <c:v>535.89099999999996</c:v>
                      </c:pt>
                      <c:pt idx="1443">
                        <c:v>535.89200000000005</c:v>
                      </c:pt>
                      <c:pt idx="1444">
                        <c:v>535.89300000000003</c:v>
                      </c:pt>
                      <c:pt idx="1445">
                        <c:v>535.89400000000001</c:v>
                      </c:pt>
                      <c:pt idx="1446">
                        <c:v>535.89499999999998</c:v>
                      </c:pt>
                      <c:pt idx="1447">
                        <c:v>535.89599999999996</c:v>
                      </c:pt>
                      <c:pt idx="1448">
                        <c:v>535.89700000000005</c:v>
                      </c:pt>
                      <c:pt idx="1449">
                        <c:v>535.89800000000002</c:v>
                      </c:pt>
                      <c:pt idx="1450">
                        <c:v>535.899</c:v>
                      </c:pt>
                      <c:pt idx="1451">
                        <c:v>535.9</c:v>
                      </c:pt>
                      <c:pt idx="1452">
                        <c:v>535.90099999999995</c:v>
                      </c:pt>
                      <c:pt idx="1453">
                        <c:v>535.90200000000004</c:v>
                      </c:pt>
                      <c:pt idx="1454">
                        <c:v>535.90300000000002</c:v>
                      </c:pt>
                      <c:pt idx="1455">
                        <c:v>535.904</c:v>
                      </c:pt>
                      <c:pt idx="1456">
                        <c:v>535.90499999999997</c:v>
                      </c:pt>
                      <c:pt idx="1457">
                        <c:v>535.90599999999995</c:v>
                      </c:pt>
                      <c:pt idx="1458">
                        <c:v>535.90700000000004</c:v>
                      </c:pt>
                      <c:pt idx="1459">
                        <c:v>535.90800000000002</c:v>
                      </c:pt>
                      <c:pt idx="1460">
                        <c:v>535.90899999999999</c:v>
                      </c:pt>
                      <c:pt idx="1461">
                        <c:v>535.91</c:v>
                      </c:pt>
                      <c:pt idx="1462">
                        <c:v>535.91099999999994</c:v>
                      </c:pt>
                      <c:pt idx="1463">
                        <c:v>535.91200000000003</c:v>
                      </c:pt>
                      <c:pt idx="1464">
                        <c:v>535.91300000000001</c:v>
                      </c:pt>
                      <c:pt idx="1465">
                        <c:v>535.91399999999999</c:v>
                      </c:pt>
                      <c:pt idx="1466">
                        <c:v>535.91499999999996</c:v>
                      </c:pt>
                      <c:pt idx="1467">
                        <c:v>535.91600000000005</c:v>
                      </c:pt>
                      <c:pt idx="1468">
                        <c:v>535.91700000000003</c:v>
                      </c:pt>
                      <c:pt idx="1469">
                        <c:v>535.91800000000001</c:v>
                      </c:pt>
                      <c:pt idx="1470">
                        <c:v>535.91899999999998</c:v>
                      </c:pt>
                      <c:pt idx="1471">
                        <c:v>535.91999999999996</c:v>
                      </c:pt>
                      <c:pt idx="1472">
                        <c:v>535.92100000000005</c:v>
                      </c:pt>
                      <c:pt idx="1473">
                        <c:v>535.92200000000003</c:v>
                      </c:pt>
                      <c:pt idx="1474">
                        <c:v>535.923</c:v>
                      </c:pt>
                      <c:pt idx="1475">
                        <c:v>535.92399999999998</c:v>
                      </c:pt>
                      <c:pt idx="1476">
                        <c:v>535.92499999999995</c:v>
                      </c:pt>
                      <c:pt idx="1477">
                        <c:v>535.92600000000004</c:v>
                      </c:pt>
                      <c:pt idx="1478">
                        <c:v>535.92700000000002</c:v>
                      </c:pt>
                      <c:pt idx="1479">
                        <c:v>535.928</c:v>
                      </c:pt>
                      <c:pt idx="1480">
                        <c:v>535.92899999999997</c:v>
                      </c:pt>
                      <c:pt idx="1481">
                        <c:v>535.92999999999995</c:v>
                      </c:pt>
                      <c:pt idx="1482">
                        <c:v>535.93100000000004</c:v>
                      </c:pt>
                      <c:pt idx="1483">
                        <c:v>535.93200000000002</c:v>
                      </c:pt>
                      <c:pt idx="1484">
                        <c:v>535.93299999999999</c:v>
                      </c:pt>
                      <c:pt idx="1485">
                        <c:v>535.93399999999997</c:v>
                      </c:pt>
                      <c:pt idx="1486">
                        <c:v>535.93499999999995</c:v>
                      </c:pt>
                      <c:pt idx="1487">
                        <c:v>535.93600000000004</c:v>
                      </c:pt>
                      <c:pt idx="1488">
                        <c:v>535.93700000000001</c:v>
                      </c:pt>
                      <c:pt idx="1489">
                        <c:v>535.93799999999999</c:v>
                      </c:pt>
                      <c:pt idx="1490">
                        <c:v>535.93899999999996</c:v>
                      </c:pt>
                      <c:pt idx="1491">
                        <c:v>535.94000000000005</c:v>
                      </c:pt>
                      <c:pt idx="1492">
                        <c:v>535.94100000000003</c:v>
                      </c:pt>
                      <c:pt idx="1493">
                        <c:v>535.94200000000001</c:v>
                      </c:pt>
                      <c:pt idx="1494">
                        <c:v>535.94299999999998</c:v>
                      </c:pt>
                      <c:pt idx="1495">
                        <c:v>535.94399999999996</c:v>
                      </c:pt>
                      <c:pt idx="1496">
                        <c:v>535.94500000000005</c:v>
                      </c:pt>
                      <c:pt idx="1497">
                        <c:v>535.94600000000003</c:v>
                      </c:pt>
                      <c:pt idx="1498">
                        <c:v>535.947</c:v>
                      </c:pt>
                      <c:pt idx="1499">
                        <c:v>535.94799999999998</c:v>
                      </c:pt>
                      <c:pt idx="1500">
                        <c:v>535.94899999999996</c:v>
                      </c:pt>
                      <c:pt idx="1501">
                        <c:v>535.95000000000005</c:v>
                      </c:pt>
                      <c:pt idx="1502">
                        <c:v>535.95100000000002</c:v>
                      </c:pt>
                      <c:pt idx="1503">
                        <c:v>535.952</c:v>
                      </c:pt>
                      <c:pt idx="1504">
                        <c:v>535.95299999999997</c:v>
                      </c:pt>
                      <c:pt idx="1505">
                        <c:v>535.95399999999995</c:v>
                      </c:pt>
                      <c:pt idx="1506">
                        <c:v>535.95500000000004</c:v>
                      </c:pt>
                      <c:pt idx="1507">
                        <c:v>535.95600000000002</c:v>
                      </c:pt>
                      <c:pt idx="1508">
                        <c:v>535.95699999999999</c:v>
                      </c:pt>
                      <c:pt idx="1509">
                        <c:v>535.95799999999997</c:v>
                      </c:pt>
                      <c:pt idx="1510">
                        <c:v>535.95899999999995</c:v>
                      </c:pt>
                      <c:pt idx="1511">
                        <c:v>535.96</c:v>
                      </c:pt>
                      <c:pt idx="1512">
                        <c:v>535.96100000000001</c:v>
                      </c:pt>
                      <c:pt idx="1513">
                        <c:v>535.96199999999999</c:v>
                      </c:pt>
                      <c:pt idx="1514">
                        <c:v>535.96299999999997</c:v>
                      </c:pt>
                      <c:pt idx="1515">
                        <c:v>535.96400000000006</c:v>
                      </c:pt>
                      <c:pt idx="1516">
                        <c:v>535.96500000000003</c:v>
                      </c:pt>
                      <c:pt idx="1517">
                        <c:v>535.96600000000001</c:v>
                      </c:pt>
                      <c:pt idx="1518">
                        <c:v>535.96699999999998</c:v>
                      </c:pt>
                      <c:pt idx="1519">
                        <c:v>535.96799999999996</c:v>
                      </c:pt>
                      <c:pt idx="1520">
                        <c:v>535.96900000000005</c:v>
                      </c:pt>
                      <c:pt idx="1521">
                        <c:v>535.97</c:v>
                      </c:pt>
                      <c:pt idx="1522">
                        <c:v>535.971</c:v>
                      </c:pt>
                      <c:pt idx="1523">
                        <c:v>535.97199999999998</c:v>
                      </c:pt>
                      <c:pt idx="1524">
                        <c:v>535.97299999999996</c:v>
                      </c:pt>
                      <c:pt idx="1525">
                        <c:v>535.97400000000005</c:v>
                      </c:pt>
                      <c:pt idx="1526">
                        <c:v>535.97500000000002</c:v>
                      </c:pt>
                      <c:pt idx="1527">
                        <c:v>535.976</c:v>
                      </c:pt>
                      <c:pt idx="1528">
                        <c:v>535.97699999999998</c:v>
                      </c:pt>
                      <c:pt idx="1529">
                        <c:v>535.97799999999995</c:v>
                      </c:pt>
                      <c:pt idx="1530">
                        <c:v>535.97900000000004</c:v>
                      </c:pt>
                      <c:pt idx="1531">
                        <c:v>535.98</c:v>
                      </c:pt>
                      <c:pt idx="1532">
                        <c:v>535.98099999999999</c:v>
                      </c:pt>
                      <c:pt idx="1533">
                        <c:v>535.98199999999997</c:v>
                      </c:pt>
                      <c:pt idx="1534">
                        <c:v>535.98299999999995</c:v>
                      </c:pt>
                      <c:pt idx="1535">
                        <c:v>535.98400000000004</c:v>
                      </c:pt>
                      <c:pt idx="1536">
                        <c:v>535.98500000000001</c:v>
                      </c:pt>
                      <c:pt idx="1537">
                        <c:v>535.98599999999999</c:v>
                      </c:pt>
                      <c:pt idx="1538">
                        <c:v>535.98699999999997</c:v>
                      </c:pt>
                      <c:pt idx="1539">
                        <c:v>535.98800000000006</c:v>
                      </c:pt>
                      <c:pt idx="1540">
                        <c:v>535.98900000000003</c:v>
                      </c:pt>
                      <c:pt idx="1541">
                        <c:v>535.99</c:v>
                      </c:pt>
                      <c:pt idx="1542">
                        <c:v>535.99099999999999</c:v>
                      </c:pt>
                      <c:pt idx="1543">
                        <c:v>535.99199999999996</c:v>
                      </c:pt>
                      <c:pt idx="1544">
                        <c:v>535.99300000000005</c:v>
                      </c:pt>
                      <c:pt idx="1545">
                        <c:v>535.99400000000003</c:v>
                      </c:pt>
                      <c:pt idx="1546">
                        <c:v>535.995</c:v>
                      </c:pt>
                      <c:pt idx="1547">
                        <c:v>535.99599999999998</c:v>
                      </c:pt>
                      <c:pt idx="1548">
                        <c:v>535.99699999999996</c:v>
                      </c:pt>
                      <c:pt idx="1549">
                        <c:v>535.99800000000005</c:v>
                      </c:pt>
                      <c:pt idx="1550">
                        <c:v>535.99900000000002</c:v>
                      </c:pt>
                      <c:pt idx="1551">
                        <c:v>536</c:v>
                      </c:pt>
                      <c:pt idx="1552">
                        <c:v>536.00099999999998</c:v>
                      </c:pt>
                      <c:pt idx="1553">
                        <c:v>536.00199999999995</c:v>
                      </c:pt>
                      <c:pt idx="1554">
                        <c:v>536.00300000000004</c:v>
                      </c:pt>
                      <c:pt idx="1555">
                        <c:v>536.00400000000002</c:v>
                      </c:pt>
                      <c:pt idx="1556">
                        <c:v>536.005</c:v>
                      </c:pt>
                      <c:pt idx="1557">
                        <c:v>536.00599999999997</c:v>
                      </c:pt>
                      <c:pt idx="1558">
                        <c:v>536.00699999999995</c:v>
                      </c:pt>
                      <c:pt idx="1559">
                        <c:v>536.00800000000004</c:v>
                      </c:pt>
                      <c:pt idx="1560">
                        <c:v>536.00900000000001</c:v>
                      </c:pt>
                      <c:pt idx="1561">
                        <c:v>536.01</c:v>
                      </c:pt>
                      <c:pt idx="1562">
                        <c:v>536.01099999999997</c:v>
                      </c:pt>
                      <c:pt idx="1563">
                        <c:v>536.01199999999994</c:v>
                      </c:pt>
                      <c:pt idx="1564">
                        <c:v>536.01300000000003</c:v>
                      </c:pt>
                      <c:pt idx="1565">
                        <c:v>536.01400000000001</c:v>
                      </c:pt>
                      <c:pt idx="1566">
                        <c:v>536.01499999999999</c:v>
                      </c:pt>
                      <c:pt idx="1567">
                        <c:v>536.01599999999996</c:v>
                      </c:pt>
                      <c:pt idx="1568">
                        <c:v>536.01700000000005</c:v>
                      </c:pt>
                      <c:pt idx="1569">
                        <c:v>536.01800000000003</c:v>
                      </c:pt>
                      <c:pt idx="1570">
                        <c:v>536.01900000000001</c:v>
                      </c:pt>
                      <c:pt idx="1571">
                        <c:v>536.02</c:v>
                      </c:pt>
                      <c:pt idx="1572">
                        <c:v>536.02099999999996</c:v>
                      </c:pt>
                      <c:pt idx="1573">
                        <c:v>536.02200000000005</c:v>
                      </c:pt>
                      <c:pt idx="1574">
                        <c:v>536.02300000000002</c:v>
                      </c:pt>
                      <c:pt idx="1575">
                        <c:v>536.10299999999995</c:v>
                      </c:pt>
                      <c:pt idx="1576">
                        <c:v>536.18299999999999</c:v>
                      </c:pt>
                      <c:pt idx="1577">
                        <c:v>536.26300000000003</c:v>
                      </c:pt>
                      <c:pt idx="1578">
                        <c:v>536.34299999999996</c:v>
                      </c:pt>
                      <c:pt idx="1579">
                        <c:v>536.423</c:v>
                      </c:pt>
                      <c:pt idx="1580">
                        <c:v>536.50300000000004</c:v>
                      </c:pt>
                      <c:pt idx="1581">
                        <c:v>536.58299999999997</c:v>
                      </c:pt>
                      <c:pt idx="1582">
                        <c:v>536.66300000000001</c:v>
                      </c:pt>
                      <c:pt idx="1583">
                        <c:v>536.71600000000001</c:v>
                      </c:pt>
                      <c:pt idx="1584">
                        <c:v>536.76900000000001</c:v>
                      </c:pt>
                      <c:pt idx="1585">
                        <c:v>536.77</c:v>
                      </c:pt>
                      <c:pt idx="1586">
                        <c:v>536.77099999999996</c:v>
                      </c:pt>
                      <c:pt idx="1587">
                        <c:v>536.77200000000005</c:v>
                      </c:pt>
                      <c:pt idx="1588">
                        <c:v>536.77300000000002</c:v>
                      </c:pt>
                      <c:pt idx="1589">
                        <c:v>536.774</c:v>
                      </c:pt>
                      <c:pt idx="1590">
                        <c:v>536.77499999999998</c:v>
                      </c:pt>
                      <c:pt idx="1591">
                        <c:v>536.77599999999995</c:v>
                      </c:pt>
                      <c:pt idx="1592">
                        <c:v>536.77700000000004</c:v>
                      </c:pt>
                      <c:pt idx="1593">
                        <c:v>536.77800000000002</c:v>
                      </c:pt>
                      <c:pt idx="1594">
                        <c:v>536.779</c:v>
                      </c:pt>
                      <c:pt idx="1595">
                        <c:v>536.78</c:v>
                      </c:pt>
                      <c:pt idx="1596">
                        <c:v>536.78099999999995</c:v>
                      </c:pt>
                      <c:pt idx="1597">
                        <c:v>536.78200000000004</c:v>
                      </c:pt>
                      <c:pt idx="1598">
                        <c:v>536.78300000000002</c:v>
                      </c:pt>
                      <c:pt idx="1599">
                        <c:v>536.78399999999999</c:v>
                      </c:pt>
                      <c:pt idx="1600">
                        <c:v>536.78499999999997</c:v>
                      </c:pt>
                      <c:pt idx="1601">
                        <c:v>536.78599999999994</c:v>
                      </c:pt>
                      <c:pt idx="1602">
                        <c:v>536.78700000000003</c:v>
                      </c:pt>
                      <c:pt idx="1603">
                        <c:v>536.78800000000001</c:v>
                      </c:pt>
                      <c:pt idx="1604">
                        <c:v>536.78899999999999</c:v>
                      </c:pt>
                      <c:pt idx="1605">
                        <c:v>536.79</c:v>
                      </c:pt>
                      <c:pt idx="1606">
                        <c:v>536.79100000000005</c:v>
                      </c:pt>
                      <c:pt idx="1607">
                        <c:v>536.79200000000003</c:v>
                      </c:pt>
                      <c:pt idx="1608">
                        <c:v>536.79300000000001</c:v>
                      </c:pt>
                      <c:pt idx="1609">
                        <c:v>536.79399999999998</c:v>
                      </c:pt>
                      <c:pt idx="1610">
                        <c:v>536.79499999999996</c:v>
                      </c:pt>
                      <c:pt idx="1611">
                        <c:v>536.79600000000005</c:v>
                      </c:pt>
                      <c:pt idx="1612">
                        <c:v>536.79700000000003</c:v>
                      </c:pt>
                      <c:pt idx="1613">
                        <c:v>536.798</c:v>
                      </c:pt>
                      <c:pt idx="1614">
                        <c:v>536.79899999999998</c:v>
                      </c:pt>
                      <c:pt idx="1615">
                        <c:v>536.79999999999995</c:v>
                      </c:pt>
                      <c:pt idx="1616">
                        <c:v>536.80100000000004</c:v>
                      </c:pt>
                      <c:pt idx="1617">
                        <c:v>536.80200000000002</c:v>
                      </c:pt>
                      <c:pt idx="1618">
                        <c:v>536.803</c:v>
                      </c:pt>
                      <c:pt idx="1619">
                        <c:v>536.80399999999997</c:v>
                      </c:pt>
                      <c:pt idx="1620">
                        <c:v>536.80499999999995</c:v>
                      </c:pt>
                      <c:pt idx="1621">
                        <c:v>536.80600000000004</c:v>
                      </c:pt>
                      <c:pt idx="1622">
                        <c:v>536.80700000000002</c:v>
                      </c:pt>
                      <c:pt idx="1623">
                        <c:v>536.80799999999999</c:v>
                      </c:pt>
                      <c:pt idx="1624">
                        <c:v>536.80899999999997</c:v>
                      </c:pt>
                      <c:pt idx="1625">
                        <c:v>536.80999999999995</c:v>
                      </c:pt>
                      <c:pt idx="1626">
                        <c:v>536.81100000000004</c:v>
                      </c:pt>
                      <c:pt idx="1627">
                        <c:v>536.81200000000001</c:v>
                      </c:pt>
                      <c:pt idx="1628">
                        <c:v>536.81299999999999</c:v>
                      </c:pt>
                      <c:pt idx="1629">
                        <c:v>536.81399999999996</c:v>
                      </c:pt>
                      <c:pt idx="1630">
                        <c:v>536.81500000000005</c:v>
                      </c:pt>
                      <c:pt idx="1631">
                        <c:v>536.81600000000003</c:v>
                      </c:pt>
                      <c:pt idx="1632">
                        <c:v>536.81700000000001</c:v>
                      </c:pt>
                      <c:pt idx="1633">
                        <c:v>536.81799999999998</c:v>
                      </c:pt>
                      <c:pt idx="1634">
                        <c:v>536.81899999999996</c:v>
                      </c:pt>
                      <c:pt idx="1635">
                        <c:v>536.82000000000005</c:v>
                      </c:pt>
                      <c:pt idx="1636">
                        <c:v>536.82100000000003</c:v>
                      </c:pt>
                      <c:pt idx="1637">
                        <c:v>536.822</c:v>
                      </c:pt>
                      <c:pt idx="1638">
                        <c:v>536.82299999999998</c:v>
                      </c:pt>
                      <c:pt idx="1639">
                        <c:v>536.82399999999996</c:v>
                      </c:pt>
                      <c:pt idx="1640">
                        <c:v>536.82500000000005</c:v>
                      </c:pt>
                      <c:pt idx="1641">
                        <c:v>536.82600000000002</c:v>
                      </c:pt>
                      <c:pt idx="1642">
                        <c:v>536.827</c:v>
                      </c:pt>
                      <c:pt idx="1643">
                        <c:v>536.82799999999997</c:v>
                      </c:pt>
                      <c:pt idx="1644">
                        <c:v>536.82899999999995</c:v>
                      </c:pt>
                      <c:pt idx="1645">
                        <c:v>536.83000000000004</c:v>
                      </c:pt>
                      <c:pt idx="1646">
                        <c:v>536.83100000000002</c:v>
                      </c:pt>
                      <c:pt idx="1647">
                        <c:v>536.83199999999999</c:v>
                      </c:pt>
                      <c:pt idx="1648">
                        <c:v>536.83299999999997</c:v>
                      </c:pt>
                      <c:pt idx="1649">
                        <c:v>536.83399999999995</c:v>
                      </c:pt>
                      <c:pt idx="1650">
                        <c:v>536.83500000000004</c:v>
                      </c:pt>
                      <c:pt idx="1651">
                        <c:v>536.83600000000001</c:v>
                      </c:pt>
                      <c:pt idx="1652">
                        <c:v>536.83699999999999</c:v>
                      </c:pt>
                      <c:pt idx="1653">
                        <c:v>536.83799999999997</c:v>
                      </c:pt>
                      <c:pt idx="1654">
                        <c:v>536.83900000000006</c:v>
                      </c:pt>
                      <c:pt idx="1655">
                        <c:v>536.84</c:v>
                      </c:pt>
                      <c:pt idx="1656">
                        <c:v>536.84100000000001</c:v>
                      </c:pt>
                      <c:pt idx="1657">
                        <c:v>536.84199999999998</c:v>
                      </c:pt>
                      <c:pt idx="1658">
                        <c:v>536.84299999999996</c:v>
                      </c:pt>
                      <c:pt idx="1659">
                        <c:v>536.84400000000005</c:v>
                      </c:pt>
                      <c:pt idx="1660">
                        <c:v>536.84500000000003</c:v>
                      </c:pt>
                      <c:pt idx="1661">
                        <c:v>536.846</c:v>
                      </c:pt>
                      <c:pt idx="1662">
                        <c:v>536.84699999999998</c:v>
                      </c:pt>
                      <c:pt idx="1663">
                        <c:v>536.84799999999996</c:v>
                      </c:pt>
                      <c:pt idx="1664">
                        <c:v>536.84900000000005</c:v>
                      </c:pt>
                      <c:pt idx="1665">
                        <c:v>536.85</c:v>
                      </c:pt>
                      <c:pt idx="1666">
                        <c:v>536.851</c:v>
                      </c:pt>
                      <c:pt idx="1667">
                        <c:v>536.85199999999998</c:v>
                      </c:pt>
                      <c:pt idx="1668">
                        <c:v>536.85299999999995</c:v>
                      </c:pt>
                      <c:pt idx="1669">
                        <c:v>536.85400000000004</c:v>
                      </c:pt>
                      <c:pt idx="1670">
                        <c:v>536.85500000000002</c:v>
                      </c:pt>
                      <c:pt idx="1671">
                        <c:v>536.85599999999999</c:v>
                      </c:pt>
                      <c:pt idx="1672">
                        <c:v>536.85699999999997</c:v>
                      </c:pt>
                      <c:pt idx="1673">
                        <c:v>536.85799999999995</c:v>
                      </c:pt>
                      <c:pt idx="1674">
                        <c:v>536.85900000000004</c:v>
                      </c:pt>
                      <c:pt idx="1675">
                        <c:v>536.86</c:v>
                      </c:pt>
                      <c:pt idx="1676">
                        <c:v>536.86099999999999</c:v>
                      </c:pt>
                      <c:pt idx="1677">
                        <c:v>536.86199999999997</c:v>
                      </c:pt>
                      <c:pt idx="1678">
                        <c:v>536.86300000000006</c:v>
                      </c:pt>
                      <c:pt idx="1679">
                        <c:v>536.86400000000003</c:v>
                      </c:pt>
                      <c:pt idx="1680">
                        <c:v>536.86500000000001</c:v>
                      </c:pt>
                      <c:pt idx="1681">
                        <c:v>536.86599999999999</c:v>
                      </c:pt>
                      <c:pt idx="1682">
                        <c:v>536.86699999999996</c:v>
                      </c:pt>
                      <c:pt idx="1683">
                        <c:v>536.86800000000005</c:v>
                      </c:pt>
                      <c:pt idx="1684">
                        <c:v>536.86900000000003</c:v>
                      </c:pt>
                      <c:pt idx="1685">
                        <c:v>536.87</c:v>
                      </c:pt>
                      <c:pt idx="1686">
                        <c:v>536.87099999999998</c:v>
                      </c:pt>
                      <c:pt idx="1687">
                        <c:v>536.87199999999996</c:v>
                      </c:pt>
                      <c:pt idx="1688">
                        <c:v>536.87300000000005</c:v>
                      </c:pt>
                      <c:pt idx="1689">
                        <c:v>536.87400000000002</c:v>
                      </c:pt>
                      <c:pt idx="1690">
                        <c:v>536.875</c:v>
                      </c:pt>
                      <c:pt idx="1691">
                        <c:v>536.87599999999998</c:v>
                      </c:pt>
                      <c:pt idx="1692">
                        <c:v>536.87699999999995</c:v>
                      </c:pt>
                      <c:pt idx="1693">
                        <c:v>536.87800000000004</c:v>
                      </c:pt>
                      <c:pt idx="1694">
                        <c:v>536.87900000000002</c:v>
                      </c:pt>
                      <c:pt idx="1695">
                        <c:v>536.88</c:v>
                      </c:pt>
                      <c:pt idx="1696">
                        <c:v>536.88099999999997</c:v>
                      </c:pt>
                      <c:pt idx="1697">
                        <c:v>536.88199999999995</c:v>
                      </c:pt>
                      <c:pt idx="1698">
                        <c:v>536.88300000000004</c:v>
                      </c:pt>
                      <c:pt idx="1699">
                        <c:v>536.88400000000001</c:v>
                      </c:pt>
                      <c:pt idx="1700">
                        <c:v>536.88499999999999</c:v>
                      </c:pt>
                      <c:pt idx="1701">
                        <c:v>536.88599999999997</c:v>
                      </c:pt>
                      <c:pt idx="1702">
                        <c:v>536.88699999999994</c:v>
                      </c:pt>
                      <c:pt idx="1703">
                        <c:v>536.88800000000003</c:v>
                      </c:pt>
                      <c:pt idx="1704">
                        <c:v>536.88900000000001</c:v>
                      </c:pt>
                      <c:pt idx="1705">
                        <c:v>536.89</c:v>
                      </c:pt>
                      <c:pt idx="1706">
                        <c:v>536.89099999999996</c:v>
                      </c:pt>
                      <c:pt idx="1707">
                        <c:v>536.89200000000005</c:v>
                      </c:pt>
                      <c:pt idx="1708">
                        <c:v>536.89300000000003</c:v>
                      </c:pt>
                      <c:pt idx="1709">
                        <c:v>536.89400000000001</c:v>
                      </c:pt>
                      <c:pt idx="1710">
                        <c:v>536.89499999999998</c:v>
                      </c:pt>
                      <c:pt idx="1711">
                        <c:v>536.89599999999996</c:v>
                      </c:pt>
                      <c:pt idx="1712">
                        <c:v>536.89700000000005</c:v>
                      </c:pt>
                      <c:pt idx="1713">
                        <c:v>536.89800000000002</c:v>
                      </c:pt>
                      <c:pt idx="1714">
                        <c:v>536.899</c:v>
                      </c:pt>
                      <c:pt idx="1715">
                        <c:v>536.9</c:v>
                      </c:pt>
                      <c:pt idx="1716">
                        <c:v>536.90099999999995</c:v>
                      </c:pt>
                      <c:pt idx="1717">
                        <c:v>536.90200000000004</c:v>
                      </c:pt>
                      <c:pt idx="1718">
                        <c:v>536.90300000000002</c:v>
                      </c:pt>
                      <c:pt idx="1719">
                        <c:v>536.904</c:v>
                      </c:pt>
                      <c:pt idx="1720">
                        <c:v>536.90499999999997</c:v>
                      </c:pt>
                      <c:pt idx="1721">
                        <c:v>536.90599999999995</c:v>
                      </c:pt>
                      <c:pt idx="1722">
                        <c:v>536.90700000000004</c:v>
                      </c:pt>
                      <c:pt idx="1723">
                        <c:v>536.90800000000002</c:v>
                      </c:pt>
                      <c:pt idx="1724">
                        <c:v>536.90899999999999</c:v>
                      </c:pt>
                      <c:pt idx="1725">
                        <c:v>536.91</c:v>
                      </c:pt>
                      <c:pt idx="1726">
                        <c:v>536.91099999999994</c:v>
                      </c:pt>
                      <c:pt idx="1727">
                        <c:v>536.91200000000003</c:v>
                      </c:pt>
                      <c:pt idx="1728">
                        <c:v>536.91300000000001</c:v>
                      </c:pt>
                      <c:pt idx="1729">
                        <c:v>536.91399999999999</c:v>
                      </c:pt>
                      <c:pt idx="1730">
                        <c:v>536.91499999999996</c:v>
                      </c:pt>
                      <c:pt idx="1731">
                        <c:v>536.91600000000005</c:v>
                      </c:pt>
                      <c:pt idx="1732">
                        <c:v>536.91700000000003</c:v>
                      </c:pt>
                      <c:pt idx="1733">
                        <c:v>536.91800000000001</c:v>
                      </c:pt>
                      <c:pt idx="1734">
                        <c:v>536.91899999999998</c:v>
                      </c:pt>
                      <c:pt idx="1735">
                        <c:v>536.91999999999996</c:v>
                      </c:pt>
                      <c:pt idx="1736">
                        <c:v>536.92100000000005</c:v>
                      </c:pt>
                      <c:pt idx="1737">
                        <c:v>536.92200000000003</c:v>
                      </c:pt>
                      <c:pt idx="1738">
                        <c:v>536.923</c:v>
                      </c:pt>
                      <c:pt idx="1739">
                        <c:v>536.92399999999998</c:v>
                      </c:pt>
                      <c:pt idx="1740">
                        <c:v>536.92499999999995</c:v>
                      </c:pt>
                      <c:pt idx="1741">
                        <c:v>536.92600000000004</c:v>
                      </c:pt>
                      <c:pt idx="1742">
                        <c:v>536.92700000000002</c:v>
                      </c:pt>
                      <c:pt idx="1743">
                        <c:v>536.928</c:v>
                      </c:pt>
                      <c:pt idx="1744">
                        <c:v>536.92899999999997</c:v>
                      </c:pt>
                      <c:pt idx="1745">
                        <c:v>536.92999999999995</c:v>
                      </c:pt>
                      <c:pt idx="1746">
                        <c:v>536.93100000000004</c:v>
                      </c:pt>
                      <c:pt idx="1747">
                        <c:v>536.93200000000002</c:v>
                      </c:pt>
                      <c:pt idx="1748">
                        <c:v>536.93299999999999</c:v>
                      </c:pt>
                      <c:pt idx="1749">
                        <c:v>536.93399999999997</c:v>
                      </c:pt>
                      <c:pt idx="1750">
                        <c:v>536.93499999999995</c:v>
                      </c:pt>
                      <c:pt idx="1751">
                        <c:v>536.93600000000004</c:v>
                      </c:pt>
                      <c:pt idx="1752">
                        <c:v>536.93700000000001</c:v>
                      </c:pt>
                      <c:pt idx="1753">
                        <c:v>536.93799999999999</c:v>
                      </c:pt>
                      <c:pt idx="1754">
                        <c:v>536.93899999999996</c:v>
                      </c:pt>
                      <c:pt idx="1755">
                        <c:v>536.94000000000005</c:v>
                      </c:pt>
                      <c:pt idx="1756">
                        <c:v>536.94100000000003</c:v>
                      </c:pt>
                      <c:pt idx="1757">
                        <c:v>536.94200000000001</c:v>
                      </c:pt>
                      <c:pt idx="1758">
                        <c:v>536.94299999999998</c:v>
                      </c:pt>
                      <c:pt idx="1759">
                        <c:v>536.94399999999996</c:v>
                      </c:pt>
                      <c:pt idx="1760">
                        <c:v>536.94500000000005</c:v>
                      </c:pt>
                      <c:pt idx="1761">
                        <c:v>536.94600000000003</c:v>
                      </c:pt>
                      <c:pt idx="1762">
                        <c:v>536.947</c:v>
                      </c:pt>
                      <c:pt idx="1763">
                        <c:v>536.94799999999998</c:v>
                      </c:pt>
                      <c:pt idx="1764">
                        <c:v>536.94899999999996</c:v>
                      </c:pt>
                      <c:pt idx="1765">
                        <c:v>536.95000000000005</c:v>
                      </c:pt>
                      <c:pt idx="1766">
                        <c:v>536.95100000000002</c:v>
                      </c:pt>
                      <c:pt idx="1767">
                        <c:v>536.952</c:v>
                      </c:pt>
                      <c:pt idx="1768">
                        <c:v>536.95299999999997</c:v>
                      </c:pt>
                      <c:pt idx="1769">
                        <c:v>536.95399999999995</c:v>
                      </c:pt>
                      <c:pt idx="1770">
                        <c:v>536.95500000000004</c:v>
                      </c:pt>
                      <c:pt idx="1771">
                        <c:v>536.95600000000002</c:v>
                      </c:pt>
                      <c:pt idx="1772">
                        <c:v>536.95699999999999</c:v>
                      </c:pt>
                      <c:pt idx="1773">
                        <c:v>536.95799999999997</c:v>
                      </c:pt>
                      <c:pt idx="1774">
                        <c:v>536.95899999999995</c:v>
                      </c:pt>
                      <c:pt idx="1775">
                        <c:v>536.96</c:v>
                      </c:pt>
                      <c:pt idx="1776">
                        <c:v>536.96100000000001</c:v>
                      </c:pt>
                      <c:pt idx="1777">
                        <c:v>536.96199999999999</c:v>
                      </c:pt>
                      <c:pt idx="1778">
                        <c:v>536.96299999999997</c:v>
                      </c:pt>
                      <c:pt idx="1779">
                        <c:v>536.96400000000006</c:v>
                      </c:pt>
                      <c:pt idx="1780">
                        <c:v>536.96500000000003</c:v>
                      </c:pt>
                      <c:pt idx="1781">
                        <c:v>536.96600000000001</c:v>
                      </c:pt>
                      <c:pt idx="1782">
                        <c:v>536.96699999999998</c:v>
                      </c:pt>
                      <c:pt idx="1783">
                        <c:v>536.96799999999996</c:v>
                      </c:pt>
                      <c:pt idx="1784">
                        <c:v>536.96900000000005</c:v>
                      </c:pt>
                      <c:pt idx="1785">
                        <c:v>536.97</c:v>
                      </c:pt>
                      <c:pt idx="1786">
                        <c:v>536.971</c:v>
                      </c:pt>
                      <c:pt idx="1787">
                        <c:v>536.97199999999998</c:v>
                      </c:pt>
                      <c:pt idx="1788">
                        <c:v>536.97299999999996</c:v>
                      </c:pt>
                      <c:pt idx="1789">
                        <c:v>536.97400000000005</c:v>
                      </c:pt>
                      <c:pt idx="1790">
                        <c:v>536.97500000000002</c:v>
                      </c:pt>
                      <c:pt idx="1791">
                        <c:v>536.976</c:v>
                      </c:pt>
                      <c:pt idx="1792">
                        <c:v>536.97699999999998</c:v>
                      </c:pt>
                      <c:pt idx="1793">
                        <c:v>536.97799999999995</c:v>
                      </c:pt>
                      <c:pt idx="1794">
                        <c:v>536.97900000000004</c:v>
                      </c:pt>
                      <c:pt idx="1795">
                        <c:v>536.98</c:v>
                      </c:pt>
                      <c:pt idx="1796">
                        <c:v>536.98099999999999</c:v>
                      </c:pt>
                      <c:pt idx="1797">
                        <c:v>536.98199999999997</c:v>
                      </c:pt>
                      <c:pt idx="1798">
                        <c:v>536.98299999999995</c:v>
                      </c:pt>
                      <c:pt idx="1799">
                        <c:v>536.98400000000004</c:v>
                      </c:pt>
                      <c:pt idx="1800">
                        <c:v>536.98500000000001</c:v>
                      </c:pt>
                      <c:pt idx="1801">
                        <c:v>536.98599999999999</c:v>
                      </c:pt>
                      <c:pt idx="1802">
                        <c:v>536.98699999999997</c:v>
                      </c:pt>
                      <c:pt idx="1803">
                        <c:v>536.98800000000006</c:v>
                      </c:pt>
                      <c:pt idx="1804">
                        <c:v>536.98900000000003</c:v>
                      </c:pt>
                      <c:pt idx="1805">
                        <c:v>536.99</c:v>
                      </c:pt>
                      <c:pt idx="1806">
                        <c:v>536.99099999999999</c:v>
                      </c:pt>
                      <c:pt idx="1807">
                        <c:v>536.99199999999996</c:v>
                      </c:pt>
                      <c:pt idx="1808">
                        <c:v>536.99300000000005</c:v>
                      </c:pt>
                      <c:pt idx="1809">
                        <c:v>536.99400000000003</c:v>
                      </c:pt>
                      <c:pt idx="1810">
                        <c:v>536.995</c:v>
                      </c:pt>
                      <c:pt idx="1811">
                        <c:v>536.99599999999998</c:v>
                      </c:pt>
                      <c:pt idx="1812">
                        <c:v>536.99699999999996</c:v>
                      </c:pt>
                      <c:pt idx="1813">
                        <c:v>536.99800000000005</c:v>
                      </c:pt>
                      <c:pt idx="1814">
                        <c:v>536.99900000000002</c:v>
                      </c:pt>
                      <c:pt idx="1815">
                        <c:v>537</c:v>
                      </c:pt>
                      <c:pt idx="1816">
                        <c:v>537.00099999999998</c:v>
                      </c:pt>
                      <c:pt idx="1817">
                        <c:v>537.00199999999995</c:v>
                      </c:pt>
                      <c:pt idx="1818">
                        <c:v>537.00300000000004</c:v>
                      </c:pt>
                      <c:pt idx="1819">
                        <c:v>537.00400000000002</c:v>
                      </c:pt>
                      <c:pt idx="1820">
                        <c:v>537.005</c:v>
                      </c:pt>
                      <c:pt idx="1821">
                        <c:v>537.00599999999997</c:v>
                      </c:pt>
                      <c:pt idx="1822">
                        <c:v>537.00699999999995</c:v>
                      </c:pt>
                      <c:pt idx="1823">
                        <c:v>537.00800000000004</c:v>
                      </c:pt>
                      <c:pt idx="1824">
                        <c:v>537.00900000000001</c:v>
                      </c:pt>
                      <c:pt idx="1825">
                        <c:v>537.01</c:v>
                      </c:pt>
                      <c:pt idx="1826">
                        <c:v>537.01099999999997</c:v>
                      </c:pt>
                      <c:pt idx="1827">
                        <c:v>537.01199999999994</c:v>
                      </c:pt>
                      <c:pt idx="1828">
                        <c:v>537.01300000000003</c:v>
                      </c:pt>
                      <c:pt idx="1829">
                        <c:v>537.01400000000001</c:v>
                      </c:pt>
                      <c:pt idx="1830">
                        <c:v>537.01499999999999</c:v>
                      </c:pt>
                      <c:pt idx="1831">
                        <c:v>537.01599999999996</c:v>
                      </c:pt>
                      <c:pt idx="1832">
                        <c:v>537.01700000000005</c:v>
                      </c:pt>
                      <c:pt idx="1833">
                        <c:v>537.01800000000003</c:v>
                      </c:pt>
                      <c:pt idx="1834">
                        <c:v>537.01900000000001</c:v>
                      </c:pt>
                      <c:pt idx="1835">
                        <c:v>537.02</c:v>
                      </c:pt>
                      <c:pt idx="1836">
                        <c:v>537.02099999999996</c:v>
                      </c:pt>
                      <c:pt idx="1837">
                        <c:v>537.02200000000005</c:v>
                      </c:pt>
                      <c:pt idx="1838">
                        <c:v>537.02300000000002</c:v>
                      </c:pt>
                      <c:pt idx="1839">
                        <c:v>537.10299999999995</c:v>
                      </c:pt>
                      <c:pt idx="1840">
                        <c:v>537.18299999999999</c:v>
                      </c:pt>
                      <c:pt idx="1841">
                        <c:v>537.26300000000003</c:v>
                      </c:pt>
                      <c:pt idx="1842">
                        <c:v>537.34299999999996</c:v>
                      </c:pt>
                      <c:pt idx="1843">
                        <c:v>537.423</c:v>
                      </c:pt>
                      <c:pt idx="1844">
                        <c:v>537.50300000000004</c:v>
                      </c:pt>
                      <c:pt idx="1845">
                        <c:v>537.58299999999997</c:v>
                      </c:pt>
                      <c:pt idx="1846">
                        <c:v>537.66300000000001</c:v>
                      </c:pt>
                      <c:pt idx="1847">
                        <c:v>537.71600000000001</c:v>
                      </c:pt>
                      <c:pt idx="1848">
                        <c:v>537.76900000000001</c:v>
                      </c:pt>
                      <c:pt idx="1849">
                        <c:v>537.77</c:v>
                      </c:pt>
                      <c:pt idx="1850">
                        <c:v>537.77099999999996</c:v>
                      </c:pt>
                      <c:pt idx="1851">
                        <c:v>537.77200000000005</c:v>
                      </c:pt>
                      <c:pt idx="1852">
                        <c:v>537.77300000000002</c:v>
                      </c:pt>
                      <c:pt idx="1853">
                        <c:v>537.774</c:v>
                      </c:pt>
                      <c:pt idx="1854">
                        <c:v>537.77499999999998</c:v>
                      </c:pt>
                      <c:pt idx="1855">
                        <c:v>537.77599999999995</c:v>
                      </c:pt>
                      <c:pt idx="1856">
                        <c:v>537.77700000000004</c:v>
                      </c:pt>
                      <c:pt idx="1857">
                        <c:v>537.77800000000002</c:v>
                      </c:pt>
                      <c:pt idx="1858">
                        <c:v>537.779</c:v>
                      </c:pt>
                      <c:pt idx="1859">
                        <c:v>537.78</c:v>
                      </c:pt>
                      <c:pt idx="1860">
                        <c:v>537.78099999999995</c:v>
                      </c:pt>
                      <c:pt idx="1861">
                        <c:v>537.78200000000004</c:v>
                      </c:pt>
                      <c:pt idx="1862">
                        <c:v>537.78300000000002</c:v>
                      </c:pt>
                      <c:pt idx="1863">
                        <c:v>537.78399999999999</c:v>
                      </c:pt>
                      <c:pt idx="1864">
                        <c:v>537.78499999999997</c:v>
                      </c:pt>
                      <c:pt idx="1865">
                        <c:v>537.78599999999994</c:v>
                      </c:pt>
                      <c:pt idx="1866">
                        <c:v>537.78700000000003</c:v>
                      </c:pt>
                      <c:pt idx="1867">
                        <c:v>537.78800000000001</c:v>
                      </c:pt>
                      <c:pt idx="1868">
                        <c:v>537.78899999999999</c:v>
                      </c:pt>
                      <c:pt idx="1869">
                        <c:v>537.79</c:v>
                      </c:pt>
                      <c:pt idx="1870">
                        <c:v>537.79100000000005</c:v>
                      </c:pt>
                      <c:pt idx="1871">
                        <c:v>537.79200000000003</c:v>
                      </c:pt>
                      <c:pt idx="1872">
                        <c:v>537.79300000000001</c:v>
                      </c:pt>
                      <c:pt idx="1873">
                        <c:v>537.79399999999998</c:v>
                      </c:pt>
                      <c:pt idx="1874">
                        <c:v>537.79499999999996</c:v>
                      </c:pt>
                      <c:pt idx="1875">
                        <c:v>537.79600000000005</c:v>
                      </c:pt>
                      <c:pt idx="1876">
                        <c:v>537.79700000000003</c:v>
                      </c:pt>
                      <c:pt idx="1877">
                        <c:v>537.798</c:v>
                      </c:pt>
                      <c:pt idx="1878">
                        <c:v>537.79899999999998</c:v>
                      </c:pt>
                      <c:pt idx="1879">
                        <c:v>537.79999999999995</c:v>
                      </c:pt>
                      <c:pt idx="1880">
                        <c:v>537.80100000000004</c:v>
                      </c:pt>
                      <c:pt idx="1881">
                        <c:v>537.80200000000002</c:v>
                      </c:pt>
                      <c:pt idx="1882">
                        <c:v>537.803</c:v>
                      </c:pt>
                      <c:pt idx="1883">
                        <c:v>537.80399999999997</c:v>
                      </c:pt>
                      <c:pt idx="1884">
                        <c:v>537.80499999999995</c:v>
                      </c:pt>
                      <c:pt idx="1885">
                        <c:v>537.80600000000004</c:v>
                      </c:pt>
                      <c:pt idx="1886">
                        <c:v>537.80700000000002</c:v>
                      </c:pt>
                      <c:pt idx="1887">
                        <c:v>537.80799999999999</c:v>
                      </c:pt>
                      <c:pt idx="1888">
                        <c:v>537.80899999999997</c:v>
                      </c:pt>
                      <c:pt idx="1889">
                        <c:v>537.80999999999995</c:v>
                      </c:pt>
                      <c:pt idx="1890">
                        <c:v>537.81100000000004</c:v>
                      </c:pt>
                      <c:pt idx="1891">
                        <c:v>537.81200000000001</c:v>
                      </c:pt>
                      <c:pt idx="1892">
                        <c:v>537.81299999999999</c:v>
                      </c:pt>
                      <c:pt idx="1893">
                        <c:v>537.81399999999996</c:v>
                      </c:pt>
                      <c:pt idx="1894">
                        <c:v>537.81500000000005</c:v>
                      </c:pt>
                      <c:pt idx="1895">
                        <c:v>537.81600000000003</c:v>
                      </c:pt>
                      <c:pt idx="1896">
                        <c:v>537.81700000000001</c:v>
                      </c:pt>
                      <c:pt idx="1897">
                        <c:v>537.81799999999998</c:v>
                      </c:pt>
                      <c:pt idx="1898">
                        <c:v>537.81899999999996</c:v>
                      </c:pt>
                      <c:pt idx="1899">
                        <c:v>537.82000000000005</c:v>
                      </c:pt>
                      <c:pt idx="1900">
                        <c:v>537.82100000000003</c:v>
                      </c:pt>
                      <c:pt idx="1901">
                        <c:v>537.822</c:v>
                      </c:pt>
                      <c:pt idx="1902">
                        <c:v>537.82299999999998</c:v>
                      </c:pt>
                      <c:pt idx="1903">
                        <c:v>537.82399999999996</c:v>
                      </c:pt>
                      <c:pt idx="1904">
                        <c:v>537.82500000000005</c:v>
                      </c:pt>
                      <c:pt idx="1905">
                        <c:v>537.82600000000002</c:v>
                      </c:pt>
                      <c:pt idx="1906">
                        <c:v>537.827</c:v>
                      </c:pt>
                      <c:pt idx="1907">
                        <c:v>537.82799999999997</c:v>
                      </c:pt>
                      <c:pt idx="1908">
                        <c:v>537.82899999999995</c:v>
                      </c:pt>
                      <c:pt idx="1909">
                        <c:v>537.83000000000004</c:v>
                      </c:pt>
                      <c:pt idx="1910">
                        <c:v>537.83100000000002</c:v>
                      </c:pt>
                      <c:pt idx="1911">
                        <c:v>537.83199999999999</c:v>
                      </c:pt>
                      <c:pt idx="1912">
                        <c:v>537.83299999999997</c:v>
                      </c:pt>
                      <c:pt idx="1913">
                        <c:v>537.83399999999995</c:v>
                      </c:pt>
                      <c:pt idx="1914">
                        <c:v>537.83500000000004</c:v>
                      </c:pt>
                      <c:pt idx="1915">
                        <c:v>537.83600000000001</c:v>
                      </c:pt>
                      <c:pt idx="1916">
                        <c:v>537.83699999999999</c:v>
                      </c:pt>
                      <c:pt idx="1917">
                        <c:v>537.83799999999997</c:v>
                      </c:pt>
                      <c:pt idx="1918">
                        <c:v>537.83900000000006</c:v>
                      </c:pt>
                      <c:pt idx="1919">
                        <c:v>537.84</c:v>
                      </c:pt>
                      <c:pt idx="1920">
                        <c:v>537.84100000000001</c:v>
                      </c:pt>
                      <c:pt idx="1921">
                        <c:v>537.84199999999998</c:v>
                      </c:pt>
                      <c:pt idx="1922">
                        <c:v>537.84299999999996</c:v>
                      </c:pt>
                      <c:pt idx="1923">
                        <c:v>537.84400000000005</c:v>
                      </c:pt>
                      <c:pt idx="1924">
                        <c:v>537.84500000000003</c:v>
                      </c:pt>
                      <c:pt idx="1925">
                        <c:v>537.846</c:v>
                      </c:pt>
                      <c:pt idx="1926">
                        <c:v>537.84699999999998</c:v>
                      </c:pt>
                      <c:pt idx="1927">
                        <c:v>537.84799999999996</c:v>
                      </c:pt>
                      <c:pt idx="1928">
                        <c:v>537.84900000000005</c:v>
                      </c:pt>
                      <c:pt idx="1929">
                        <c:v>537.85</c:v>
                      </c:pt>
                      <c:pt idx="1930">
                        <c:v>537.851</c:v>
                      </c:pt>
                      <c:pt idx="1931">
                        <c:v>537.85199999999998</c:v>
                      </c:pt>
                      <c:pt idx="1932">
                        <c:v>537.85299999999995</c:v>
                      </c:pt>
                      <c:pt idx="1933">
                        <c:v>537.85400000000004</c:v>
                      </c:pt>
                      <c:pt idx="1934">
                        <c:v>537.85500000000002</c:v>
                      </c:pt>
                      <c:pt idx="1935">
                        <c:v>537.85599999999999</c:v>
                      </c:pt>
                      <c:pt idx="1936">
                        <c:v>537.85699999999997</c:v>
                      </c:pt>
                      <c:pt idx="1937">
                        <c:v>537.85799999999995</c:v>
                      </c:pt>
                      <c:pt idx="1938">
                        <c:v>537.85900000000004</c:v>
                      </c:pt>
                      <c:pt idx="1939">
                        <c:v>537.86</c:v>
                      </c:pt>
                      <c:pt idx="1940">
                        <c:v>537.86099999999999</c:v>
                      </c:pt>
                      <c:pt idx="1941">
                        <c:v>537.86199999999997</c:v>
                      </c:pt>
                      <c:pt idx="1942">
                        <c:v>537.86300000000006</c:v>
                      </c:pt>
                      <c:pt idx="1943">
                        <c:v>537.86400000000003</c:v>
                      </c:pt>
                      <c:pt idx="1944">
                        <c:v>537.86500000000001</c:v>
                      </c:pt>
                      <c:pt idx="1945">
                        <c:v>537.86599999999999</c:v>
                      </c:pt>
                      <c:pt idx="1946">
                        <c:v>537.86699999999996</c:v>
                      </c:pt>
                      <c:pt idx="1947">
                        <c:v>537.86800000000005</c:v>
                      </c:pt>
                      <c:pt idx="1948">
                        <c:v>537.86900000000003</c:v>
                      </c:pt>
                      <c:pt idx="1949">
                        <c:v>537.87</c:v>
                      </c:pt>
                      <c:pt idx="1950">
                        <c:v>537.87099999999998</c:v>
                      </c:pt>
                      <c:pt idx="1951">
                        <c:v>537.87199999999996</c:v>
                      </c:pt>
                      <c:pt idx="1952">
                        <c:v>537.87300000000005</c:v>
                      </c:pt>
                      <c:pt idx="1953">
                        <c:v>537.87400000000002</c:v>
                      </c:pt>
                      <c:pt idx="1954">
                        <c:v>537.875</c:v>
                      </c:pt>
                      <c:pt idx="1955">
                        <c:v>537.87599999999998</c:v>
                      </c:pt>
                      <c:pt idx="1956">
                        <c:v>537.87699999999995</c:v>
                      </c:pt>
                      <c:pt idx="1957">
                        <c:v>537.87800000000004</c:v>
                      </c:pt>
                      <c:pt idx="1958">
                        <c:v>537.87900000000002</c:v>
                      </c:pt>
                      <c:pt idx="1959">
                        <c:v>537.88</c:v>
                      </c:pt>
                      <c:pt idx="1960">
                        <c:v>537.88099999999997</c:v>
                      </c:pt>
                      <c:pt idx="1961">
                        <c:v>537.88199999999995</c:v>
                      </c:pt>
                      <c:pt idx="1962">
                        <c:v>537.88300000000004</c:v>
                      </c:pt>
                      <c:pt idx="1963">
                        <c:v>537.88400000000001</c:v>
                      </c:pt>
                      <c:pt idx="1964">
                        <c:v>537.88499999999999</c:v>
                      </c:pt>
                      <c:pt idx="1965">
                        <c:v>537.88599999999997</c:v>
                      </c:pt>
                      <c:pt idx="1966">
                        <c:v>537.88699999999994</c:v>
                      </c:pt>
                      <c:pt idx="1967">
                        <c:v>537.88800000000003</c:v>
                      </c:pt>
                      <c:pt idx="1968">
                        <c:v>537.88900000000001</c:v>
                      </c:pt>
                      <c:pt idx="1969">
                        <c:v>537.89</c:v>
                      </c:pt>
                      <c:pt idx="1970">
                        <c:v>537.89099999999996</c:v>
                      </c:pt>
                      <c:pt idx="1971">
                        <c:v>537.89200000000005</c:v>
                      </c:pt>
                      <c:pt idx="1972">
                        <c:v>537.89300000000003</c:v>
                      </c:pt>
                      <c:pt idx="1973">
                        <c:v>537.89400000000001</c:v>
                      </c:pt>
                      <c:pt idx="1974">
                        <c:v>537.89499999999998</c:v>
                      </c:pt>
                      <c:pt idx="1975">
                        <c:v>537.89599999999996</c:v>
                      </c:pt>
                      <c:pt idx="1976">
                        <c:v>537.89700000000005</c:v>
                      </c:pt>
                      <c:pt idx="1977">
                        <c:v>537.89800000000002</c:v>
                      </c:pt>
                      <c:pt idx="1978">
                        <c:v>537.899</c:v>
                      </c:pt>
                      <c:pt idx="1979">
                        <c:v>537.9</c:v>
                      </c:pt>
                      <c:pt idx="1980">
                        <c:v>537.90099999999995</c:v>
                      </c:pt>
                      <c:pt idx="1981">
                        <c:v>537.90200000000004</c:v>
                      </c:pt>
                      <c:pt idx="1982">
                        <c:v>537.90300000000002</c:v>
                      </c:pt>
                      <c:pt idx="1983">
                        <c:v>537.904</c:v>
                      </c:pt>
                      <c:pt idx="1984">
                        <c:v>537.90499999999997</c:v>
                      </c:pt>
                      <c:pt idx="1985">
                        <c:v>537.90599999999995</c:v>
                      </c:pt>
                      <c:pt idx="1986">
                        <c:v>537.90700000000004</c:v>
                      </c:pt>
                      <c:pt idx="1987">
                        <c:v>537.90800000000002</c:v>
                      </c:pt>
                      <c:pt idx="1988">
                        <c:v>537.90899999999999</c:v>
                      </c:pt>
                      <c:pt idx="1989">
                        <c:v>537.91</c:v>
                      </c:pt>
                      <c:pt idx="1990">
                        <c:v>537.91099999999994</c:v>
                      </c:pt>
                      <c:pt idx="1991">
                        <c:v>537.91200000000003</c:v>
                      </c:pt>
                      <c:pt idx="1992">
                        <c:v>537.91300000000001</c:v>
                      </c:pt>
                      <c:pt idx="1993">
                        <c:v>537.91399999999999</c:v>
                      </c:pt>
                      <c:pt idx="1994">
                        <c:v>537.91499999999996</c:v>
                      </c:pt>
                      <c:pt idx="1995">
                        <c:v>537.91600000000005</c:v>
                      </c:pt>
                      <c:pt idx="1996">
                        <c:v>537.91700000000003</c:v>
                      </c:pt>
                      <c:pt idx="1997">
                        <c:v>537.91800000000001</c:v>
                      </c:pt>
                      <c:pt idx="1998">
                        <c:v>537.91899999999998</c:v>
                      </c:pt>
                      <c:pt idx="1999">
                        <c:v>537.91999999999996</c:v>
                      </c:pt>
                      <c:pt idx="2000">
                        <c:v>537.92100000000005</c:v>
                      </c:pt>
                      <c:pt idx="2001">
                        <c:v>537.92200000000003</c:v>
                      </c:pt>
                      <c:pt idx="2002">
                        <c:v>537.923</c:v>
                      </c:pt>
                      <c:pt idx="2003">
                        <c:v>537.92399999999998</c:v>
                      </c:pt>
                      <c:pt idx="2004">
                        <c:v>537.92499999999995</c:v>
                      </c:pt>
                      <c:pt idx="2005">
                        <c:v>537.92600000000004</c:v>
                      </c:pt>
                      <c:pt idx="2006">
                        <c:v>537.92700000000002</c:v>
                      </c:pt>
                      <c:pt idx="2007">
                        <c:v>537.928</c:v>
                      </c:pt>
                      <c:pt idx="2008">
                        <c:v>537.92899999999997</c:v>
                      </c:pt>
                      <c:pt idx="2009">
                        <c:v>537.92999999999995</c:v>
                      </c:pt>
                      <c:pt idx="2010">
                        <c:v>537.93100000000004</c:v>
                      </c:pt>
                      <c:pt idx="2011">
                        <c:v>537.93200000000002</c:v>
                      </c:pt>
                      <c:pt idx="2012">
                        <c:v>537.93299999999999</c:v>
                      </c:pt>
                      <c:pt idx="2013">
                        <c:v>537.93399999999997</c:v>
                      </c:pt>
                      <c:pt idx="2014">
                        <c:v>537.93499999999995</c:v>
                      </c:pt>
                      <c:pt idx="2015">
                        <c:v>537.93600000000004</c:v>
                      </c:pt>
                      <c:pt idx="2016">
                        <c:v>537.93700000000001</c:v>
                      </c:pt>
                      <c:pt idx="2017">
                        <c:v>537.93799999999999</c:v>
                      </c:pt>
                      <c:pt idx="2018">
                        <c:v>537.93899999999996</c:v>
                      </c:pt>
                      <c:pt idx="2019">
                        <c:v>537.94000000000005</c:v>
                      </c:pt>
                      <c:pt idx="2020">
                        <c:v>537.94100000000003</c:v>
                      </c:pt>
                      <c:pt idx="2021">
                        <c:v>537.94200000000001</c:v>
                      </c:pt>
                      <c:pt idx="2022">
                        <c:v>537.94299999999998</c:v>
                      </c:pt>
                      <c:pt idx="2023">
                        <c:v>537.94399999999996</c:v>
                      </c:pt>
                      <c:pt idx="2024">
                        <c:v>537.94500000000005</c:v>
                      </c:pt>
                      <c:pt idx="2025">
                        <c:v>537.94600000000003</c:v>
                      </c:pt>
                      <c:pt idx="2026">
                        <c:v>537.947</c:v>
                      </c:pt>
                      <c:pt idx="2027">
                        <c:v>537.94799999999998</c:v>
                      </c:pt>
                      <c:pt idx="2028">
                        <c:v>537.94899999999996</c:v>
                      </c:pt>
                      <c:pt idx="2029">
                        <c:v>537.95000000000005</c:v>
                      </c:pt>
                      <c:pt idx="2030">
                        <c:v>537.95100000000002</c:v>
                      </c:pt>
                      <c:pt idx="2031">
                        <c:v>537.952</c:v>
                      </c:pt>
                      <c:pt idx="2032">
                        <c:v>537.95299999999997</c:v>
                      </c:pt>
                      <c:pt idx="2033">
                        <c:v>537.95399999999995</c:v>
                      </c:pt>
                      <c:pt idx="2034">
                        <c:v>537.95500000000004</c:v>
                      </c:pt>
                      <c:pt idx="2035">
                        <c:v>537.95600000000002</c:v>
                      </c:pt>
                      <c:pt idx="2036">
                        <c:v>537.95699999999999</c:v>
                      </c:pt>
                      <c:pt idx="2037">
                        <c:v>537.95799999999997</c:v>
                      </c:pt>
                      <c:pt idx="2038">
                        <c:v>537.95899999999995</c:v>
                      </c:pt>
                      <c:pt idx="2039">
                        <c:v>537.96</c:v>
                      </c:pt>
                      <c:pt idx="2040">
                        <c:v>537.96100000000001</c:v>
                      </c:pt>
                      <c:pt idx="2041">
                        <c:v>537.96199999999999</c:v>
                      </c:pt>
                      <c:pt idx="2042">
                        <c:v>537.96299999999997</c:v>
                      </c:pt>
                      <c:pt idx="2043">
                        <c:v>537.96400000000006</c:v>
                      </c:pt>
                      <c:pt idx="2044">
                        <c:v>537.96500000000003</c:v>
                      </c:pt>
                      <c:pt idx="2045">
                        <c:v>537.96600000000001</c:v>
                      </c:pt>
                      <c:pt idx="2046">
                        <c:v>537.96699999999998</c:v>
                      </c:pt>
                      <c:pt idx="2047">
                        <c:v>537.96799999999996</c:v>
                      </c:pt>
                      <c:pt idx="2048">
                        <c:v>537.96900000000005</c:v>
                      </c:pt>
                      <c:pt idx="2049">
                        <c:v>537.97</c:v>
                      </c:pt>
                      <c:pt idx="2050">
                        <c:v>537.971</c:v>
                      </c:pt>
                      <c:pt idx="2051">
                        <c:v>537.97199999999998</c:v>
                      </c:pt>
                      <c:pt idx="2052">
                        <c:v>537.97299999999996</c:v>
                      </c:pt>
                      <c:pt idx="2053">
                        <c:v>537.97400000000005</c:v>
                      </c:pt>
                      <c:pt idx="2054">
                        <c:v>537.97500000000002</c:v>
                      </c:pt>
                      <c:pt idx="2055">
                        <c:v>537.976</c:v>
                      </c:pt>
                      <c:pt idx="2056">
                        <c:v>537.97699999999998</c:v>
                      </c:pt>
                      <c:pt idx="2057">
                        <c:v>537.97799999999995</c:v>
                      </c:pt>
                      <c:pt idx="2058">
                        <c:v>537.97900000000004</c:v>
                      </c:pt>
                      <c:pt idx="2059">
                        <c:v>537.98</c:v>
                      </c:pt>
                      <c:pt idx="2060">
                        <c:v>537.98099999999999</c:v>
                      </c:pt>
                      <c:pt idx="2061">
                        <c:v>537.98199999999997</c:v>
                      </c:pt>
                      <c:pt idx="2062">
                        <c:v>537.98299999999995</c:v>
                      </c:pt>
                      <c:pt idx="2063">
                        <c:v>537.98400000000004</c:v>
                      </c:pt>
                      <c:pt idx="2064">
                        <c:v>537.98500000000001</c:v>
                      </c:pt>
                      <c:pt idx="2065">
                        <c:v>537.98599999999999</c:v>
                      </c:pt>
                      <c:pt idx="2066">
                        <c:v>537.98699999999997</c:v>
                      </c:pt>
                      <c:pt idx="2067">
                        <c:v>537.98800000000006</c:v>
                      </c:pt>
                      <c:pt idx="2068">
                        <c:v>537.98900000000003</c:v>
                      </c:pt>
                      <c:pt idx="2069">
                        <c:v>537.99</c:v>
                      </c:pt>
                      <c:pt idx="2070">
                        <c:v>537.99099999999999</c:v>
                      </c:pt>
                      <c:pt idx="2071">
                        <c:v>537.99199999999996</c:v>
                      </c:pt>
                      <c:pt idx="2072">
                        <c:v>537.99300000000005</c:v>
                      </c:pt>
                      <c:pt idx="2073">
                        <c:v>537.99400000000003</c:v>
                      </c:pt>
                      <c:pt idx="2074">
                        <c:v>537.995</c:v>
                      </c:pt>
                      <c:pt idx="2075">
                        <c:v>537.99599999999998</c:v>
                      </c:pt>
                      <c:pt idx="2076">
                        <c:v>537.99699999999996</c:v>
                      </c:pt>
                      <c:pt idx="2077">
                        <c:v>537.99800000000005</c:v>
                      </c:pt>
                      <c:pt idx="2078">
                        <c:v>537.99900000000002</c:v>
                      </c:pt>
                      <c:pt idx="2079">
                        <c:v>538</c:v>
                      </c:pt>
                      <c:pt idx="2080">
                        <c:v>538.00099999999998</c:v>
                      </c:pt>
                      <c:pt idx="2081">
                        <c:v>538.00199999999995</c:v>
                      </c:pt>
                      <c:pt idx="2082">
                        <c:v>538.00300000000004</c:v>
                      </c:pt>
                      <c:pt idx="2083">
                        <c:v>538.00400000000002</c:v>
                      </c:pt>
                      <c:pt idx="2084">
                        <c:v>538.005</c:v>
                      </c:pt>
                      <c:pt idx="2085">
                        <c:v>538.00599999999997</c:v>
                      </c:pt>
                      <c:pt idx="2086">
                        <c:v>538.00699999999995</c:v>
                      </c:pt>
                      <c:pt idx="2087">
                        <c:v>538.00800000000004</c:v>
                      </c:pt>
                      <c:pt idx="2088">
                        <c:v>538.00900000000001</c:v>
                      </c:pt>
                      <c:pt idx="2089">
                        <c:v>538.01</c:v>
                      </c:pt>
                      <c:pt idx="2090">
                        <c:v>538.01099999999997</c:v>
                      </c:pt>
                      <c:pt idx="2091">
                        <c:v>538.01199999999994</c:v>
                      </c:pt>
                      <c:pt idx="2092">
                        <c:v>538.01300000000003</c:v>
                      </c:pt>
                      <c:pt idx="2093">
                        <c:v>538.01400000000001</c:v>
                      </c:pt>
                      <c:pt idx="2094">
                        <c:v>538.01499999999999</c:v>
                      </c:pt>
                      <c:pt idx="2095">
                        <c:v>538.01599999999996</c:v>
                      </c:pt>
                      <c:pt idx="2096">
                        <c:v>538.01700000000005</c:v>
                      </c:pt>
                      <c:pt idx="2097">
                        <c:v>538.01800000000003</c:v>
                      </c:pt>
                      <c:pt idx="2098">
                        <c:v>538.01900000000001</c:v>
                      </c:pt>
                      <c:pt idx="2099">
                        <c:v>538.02</c:v>
                      </c:pt>
                      <c:pt idx="2100">
                        <c:v>538.02099999999996</c:v>
                      </c:pt>
                      <c:pt idx="2101">
                        <c:v>538.02200000000005</c:v>
                      </c:pt>
                      <c:pt idx="2102">
                        <c:v>538.02300000000002</c:v>
                      </c:pt>
                      <c:pt idx="2103">
                        <c:v>538.10299999999995</c:v>
                      </c:pt>
                      <c:pt idx="2104">
                        <c:v>538.18299999999999</c:v>
                      </c:pt>
                      <c:pt idx="2105">
                        <c:v>538.26300000000003</c:v>
                      </c:pt>
                      <c:pt idx="2106">
                        <c:v>538.34299999999996</c:v>
                      </c:pt>
                      <c:pt idx="2107">
                        <c:v>538.423</c:v>
                      </c:pt>
                      <c:pt idx="2108">
                        <c:v>538.50300000000004</c:v>
                      </c:pt>
                      <c:pt idx="2109">
                        <c:v>538.58299999999997</c:v>
                      </c:pt>
                      <c:pt idx="2110">
                        <c:v>538.66300000000001</c:v>
                      </c:pt>
                      <c:pt idx="2111">
                        <c:v>538.71600000000001</c:v>
                      </c:pt>
                      <c:pt idx="2112">
                        <c:v>538.76900000000001</c:v>
                      </c:pt>
                      <c:pt idx="2113">
                        <c:v>538.77</c:v>
                      </c:pt>
                      <c:pt idx="2114">
                        <c:v>538.77099999999996</c:v>
                      </c:pt>
                      <c:pt idx="2115">
                        <c:v>538.77200000000005</c:v>
                      </c:pt>
                      <c:pt idx="2116">
                        <c:v>538.77300000000002</c:v>
                      </c:pt>
                      <c:pt idx="2117">
                        <c:v>538.774</c:v>
                      </c:pt>
                      <c:pt idx="2118">
                        <c:v>538.77499999999998</c:v>
                      </c:pt>
                      <c:pt idx="2119">
                        <c:v>538.77599999999995</c:v>
                      </c:pt>
                      <c:pt idx="2120">
                        <c:v>538.77700000000004</c:v>
                      </c:pt>
                      <c:pt idx="2121">
                        <c:v>538.77800000000002</c:v>
                      </c:pt>
                      <c:pt idx="2122">
                        <c:v>538.779</c:v>
                      </c:pt>
                      <c:pt idx="2123">
                        <c:v>538.78</c:v>
                      </c:pt>
                      <c:pt idx="2124">
                        <c:v>538.78099999999995</c:v>
                      </c:pt>
                      <c:pt idx="2125">
                        <c:v>538.78200000000004</c:v>
                      </c:pt>
                      <c:pt idx="2126">
                        <c:v>538.78300000000002</c:v>
                      </c:pt>
                      <c:pt idx="2127">
                        <c:v>538.78399999999999</c:v>
                      </c:pt>
                      <c:pt idx="2128">
                        <c:v>538.78499999999997</c:v>
                      </c:pt>
                      <c:pt idx="2129">
                        <c:v>538.78599999999994</c:v>
                      </c:pt>
                      <c:pt idx="2130">
                        <c:v>538.78700000000003</c:v>
                      </c:pt>
                      <c:pt idx="2131">
                        <c:v>538.78800000000001</c:v>
                      </c:pt>
                      <c:pt idx="2132">
                        <c:v>538.78899999999999</c:v>
                      </c:pt>
                      <c:pt idx="2133">
                        <c:v>538.79</c:v>
                      </c:pt>
                      <c:pt idx="2134">
                        <c:v>538.79100000000005</c:v>
                      </c:pt>
                      <c:pt idx="2135">
                        <c:v>538.79200000000003</c:v>
                      </c:pt>
                      <c:pt idx="2136">
                        <c:v>538.79300000000001</c:v>
                      </c:pt>
                      <c:pt idx="2137">
                        <c:v>538.79399999999998</c:v>
                      </c:pt>
                      <c:pt idx="2138">
                        <c:v>538.79499999999996</c:v>
                      </c:pt>
                      <c:pt idx="2139">
                        <c:v>538.79600000000005</c:v>
                      </c:pt>
                      <c:pt idx="2140">
                        <c:v>538.79700000000003</c:v>
                      </c:pt>
                      <c:pt idx="2141">
                        <c:v>538.798</c:v>
                      </c:pt>
                      <c:pt idx="2142">
                        <c:v>538.79899999999998</c:v>
                      </c:pt>
                      <c:pt idx="2143">
                        <c:v>538.79999999999995</c:v>
                      </c:pt>
                      <c:pt idx="2144">
                        <c:v>538.80100000000004</c:v>
                      </c:pt>
                      <c:pt idx="2145">
                        <c:v>538.80200000000002</c:v>
                      </c:pt>
                      <c:pt idx="2146">
                        <c:v>538.803</c:v>
                      </c:pt>
                      <c:pt idx="2147">
                        <c:v>538.80399999999997</c:v>
                      </c:pt>
                      <c:pt idx="2148">
                        <c:v>538.80499999999995</c:v>
                      </c:pt>
                      <c:pt idx="2149">
                        <c:v>538.80600000000004</c:v>
                      </c:pt>
                      <c:pt idx="2150">
                        <c:v>538.80700000000002</c:v>
                      </c:pt>
                      <c:pt idx="2151">
                        <c:v>538.80799999999999</c:v>
                      </c:pt>
                      <c:pt idx="2152">
                        <c:v>538.80899999999997</c:v>
                      </c:pt>
                      <c:pt idx="2153">
                        <c:v>538.80999999999995</c:v>
                      </c:pt>
                      <c:pt idx="2154">
                        <c:v>538.81100000000004</c:v>
                      </c:pt>
                      <c:pt idx="2155">
                        <c:v>538.81200000000001</c:v>
                      </c:pt>
                      <c:pt idx="2156">
                        <c:v>538.81299999999999</c:v>
                      </c:pt>
                      <c:pt idx="2157">
                        <c:v>538.81399999999996</c:v>
                      </c:pt>
                      <c:pt idx="2158">
                        <c:v>538.81500000000005</c:v>
                      </c:pt>
                      <c:pt idx="2159">
                        <c:v>538.81600000000003</c:v>
                      </c:pt>
                      <c:pt idx="2160">
                        <c:v>538.81700000000001</c:v>
                      </c:pt>
                      <c:pt idx="2161">
                        <c:v>538.81799999999998</c:v>
                      </c:pt>
                      <c:pt idx="2162">
                        <c:v>538.81899999999996</c:v>
                      </c:pt>
                      <c:pt idx="2163">
                        <c:v>538.82000000000005</c:v>
                      </c:pt>
                      <c:pt idx="2164">
                        <c:v>538.82100000000003</c:v>
                      </c:pt>
                      <c:pt idx="2165">
                        <c:v>538.822</c:v>
                      </c:pt>
                      <c:pt idx="2166">
                        <c:v>538.82299999999998</c:v>
                      </c:pt>
                      <c:pt idx="2167">
                        <c:v>538.82399999999996</c:v>
                      </c:pt>
                      <c:pt idx="2168">
                        <c:v>538.82500000000005</c:v>
                      </c:pt>
                      <c:pt idx="2169">
                        <c:v>538.82600000000002</c:v>
                      </c:pt>
                      <c:pt idx="2170">
                        <c:v>538.827</c:v>
                      </c:pt>
                      <c:pt idx="2171">
                        <c:v>538.82799999999997</c:v>
                      </c:pt>
                      <c:pt idx="2172">
                        <c:v>538.82899999999995</c:v>
                      </c:pt>
                      <c:pt idx="2173">
                        <c:v>538.83000000000004</c:v>
                      </c:pt>
                      <c:pt idx="2174">
                        <c:v>538.83100000000002</c:v>
                      </c:pt>
                      <c:pt idx="2175">
                        <c:v>538.83199999999999</c:v>
                      </c:pt>
                      <c:pt idx="2176">
                        <c:v>538.83299999999997</c:v>
                      </c:pt>
                      <c:pt idx="2177">
                        <c:v>538.83399999999995</c:v>
                      </c:pt>
                      <c:pt idx="2178">
                        <c:v>538.83500000000004</c:v>
                      </c:pt>
                      <c:pt idx="2179">
                        <c:v>538.83600000000001</c:v>
                      </c:pt>
                      <c:pt idx="2180">
                        <c:v>538.83699999999999</c:v>
                      </c:pt>
                      <c:pt idx="2181">
                        <c:v>538.83799999999997</c:v>
                      </c:pt>
                      <c:pt idx="2182">
                        <c:v>538.83900000000006</c:v>
                      </c:pt>
                      <c:pt idx="2183">
                        <c:v>538.84</c:v>
                      </c:pt>
                      <c:pt idx="2184">
                        <c:v>538.84100000000001</c:v>
                      </c:pt>
                      <c:pt idx="2185">
                        <c:v>538.84199999999998</c:v>
                      </c:pt>
                      <c:pt idx="2186">
                        <c:v>538.84299999999996</c:v>
                      </c:pt>
                      <c:pt idx="2187">
                        <c:v>538.84400000000005</c:v>
                      </c:pt>
                      <c:pt idx="2188">
                        <c:v>538.84500000000003</c:v>
                      </c:pt>
                      <c:pt idx="2189">
                        <c:v>538.846</c:v>
                      </c:pt>
                      <c:pt idx="2190">
                        <c:v>538.84699999999998</c:v>
                      </c:pt>
                      <c:pt idx="2191">
                        <c:v>538.84799999999996</c:v>
                      </c:pt>
                      <c:pt idx="2192">
                        <c:v>538.84900000000005</c:v>
                      </c:pt>
                      <c:pt idx="2193">
                        <c:v>538.85</c:v>
                      </c:pt>
                      <c:pt idx="2194">
                        <c:v>538.851</c:v>
                      </c:pt>
                      <c:pt idx="2195">
                        <c:v>538.85199999999998</c:v>
                      </c:pt>
                      <c:pt idx="2196">
                        <c:v>538.85299999999995</c:v>
                      </c:pt>
                      <c:pt idx="2197">
                        <c:v>538.85400000000004</c:v>
                      </c:pt>
                      <c:pt idx="2198">
                        <c:v>538.85500000000002</c:v>
                      </c:pt>
                      <c:pt idx="2199">
                        <c:v>538.85599999999999</c:v>
                      </c:pt>
                      <c:pt idx="2200">
                        <c:v>538.85699999999997</c:v>
                      </c:pt>
                      <c:pt idx="2201">
                        <c:v>538.85799999999995</c:v>
                      </c:pt>
                      <c:pt idx="2202">
                        <c:v>538.85900000000004</c:v>
                      </c:pt>
                      <c:pt idx="2203">
                        <c:v>538.86</c:v>
                      </c:pt>
                      <c:pt idx="2204">
                        <c:v>538.86099999999999</c:v>
                      </c:pt>
                      <c:pt idx="2205">
                        <c:v>538.86199999999997</c:v>
                      </c:pt>
                      <c:pt idx="2206">
                        <c:v>538.86300000000006</c:v>
                      </c:pt>
                      <c:pt idx="2207">
                        <c:v>538.86400000000003</c:v>
                      </c:pt>
                      <c:pt idx="2208">
                        <c:v>538.86500000000001</c:v>
                      </c:pt>
                      <c:pt idx="2209">
                        <c:v>538.86599999999999</c:v>
                      </c:pt>
                      <c:pt idx="2210">
                        <c:v>538.86699999999996</c:v>
                      </c:pt>
                      <c:pt idx="2211">
                        <c:v>538.86800000000005</c:v>
                      </c:pt>
                      <c:pt idx="2212">
                        <c:v>538.86900000000003</c:v>
                      </c:pt>
                      <c:pt idx="2213">
                        <c:v>538.87</c:v>
                      </c:pt>
                      <c:pt idx="2214">
                        <c:v>538.87099999999998</c:v>
                      </c:pt>
                      <c:pt idx="2215">
                        <c:v>538.87199999999996</c:v>
                      </c:pt>
                      <c:pt idx="2216">
                        <c:v>538.87300000000005</c:v>
                      </c:pt>
                      <c:pt idx="2217">
                        <c:v>538.87400000000002</c:v>
                      </c:pt>
                      <c:pt idx="2218">
                        <c:v>538.875</c:v>
                      </c:pt>
                      <c:pt idx="2219">
                        <c:v>538.87599999999998</c:v>
                      </c:pt>
                      <c:pt idx="2220">
                        <c:v>538.87699999999995</c:v>
                      </c:pt>
                      <c:pt idx="2221">
                        <c:v>538.87800000000004</c:v>
                      </c:pt>
                      <c:pt idx="2222">
                        <c:v>538.87900000000002</c:v>
                      </c:pt>
                      <c:pt idx="2223">
                        <c:v>538.88</c:v>
                      </c:pt>
                      <c:pt idx="2224">
                        <c:v>538.88099999999997</c:v>
                      </c:pt>
                      <c:pt idx="2225">
                        <c:v>538.88199999999995</c:v>
                      </c:pt>
                      <c:pt idx="2226">
                        <c:v>538.88300000000004</c:v>
                      </c:pt>
                      <c:pt idx="2227">
                        <c:v>538.88400000000001</c:v>
                      </c:pt>
                      <c:pt idx="2228">
                        <c:v>538.88499999999999</c:v>
                      </c:pt>
                      <c:pt idx="2229">
                        <c:v>538.88599999999997</c:v>
                      </c:pt>
                      <c:pt idx="2230">
                        <c:v>538.88699999999994</c:v>
                      </c:pt>
                      <c:pt idx="2231">
                        <c:v>538.88800000000003</c:v>
                      </c:pt>
                      <c:pt idx="2232">
                        <c:v>538.88900000000001</c:v>
                      </c:pt>
                      <c:pt idx="2233">
                        <c:v>538.89</c:v>
                      </c:pt>
                      <c:pt idx="2234">
                        <c:v>538.89099999999996</c:v>
                      </c:pt>
                      <c:pt idx="2235">
                        <c:v>538.89200000000005</c:v>
                      </c:pt>
                      <c:pt idx="2236">
                        <c:v>538.89300000000003</c:v>
                      </c:pt>
                      <c:pt idx="2237">
                        <c:v>538.89400000000001</c:v>
                      </c:pt>
                      <c:pt idx="2238">
                        <c:v>538.89499999999998</c:v>
                      </c:pt>
                      <c:pt idx="2239">
                        <c:v>538.89599999999996</c:v>
                      </c:pt>
                      <c:pt idx="2240">
                        <c:v>538.89700000000005</c:v>
                      </c:pt>
                      <c:pt idx="2241">
                        <c:v>538.89800000000002</c:v>
                      </c:pt>
                      <c:pt idx="2242">
                        <c:v>538.899</c:v>
                      </c:pt>
                      <c:pt idx="2243">
                        <c:v>538.9</c:v>
                      </c:pt>
                      <c:pt idx="2244">
                        <c:v>538.90099999999995</c:v>
                      </c:pt>
                      <c:pt idx="2245">
                        <c:v>538.90200000000004</c:v>
                      </c:pt>
                      <c:pt idx="2246">
                        <c:v>538.90300000000002</c:v>
                      </c:pt>
                      <c:pt idx="2247">
                        <c:v>538.904</c:v>
                      </c:pt>
                      <c:pt idx="2248">
                        <c:v>538.90499999999997</c:v>
                      </c:pt>
                      <c:pt idx="2249">
                        <c:v>538.90599999999995</c:v>
                      </c:pt>
                      <c:pt idx="2250">
                        <c:v>538.90700000000004</c:v>
                      </c:pt>
                      <c:pt idx="2251">
                        <c:v>538.90800000000002</c:v>
                      </c:pt>
                      <c:pt idx="2252">
                        <c:v>538.90899999999999</c:v>
                      </c:pt>
                      <c:pt idx="2253">
                        <c:v>538.91</c:v>
                      </c:pt>
                      <c:pt idx="2254">
                        <c:v>538.91099999999994</c:v>
                      </c:pt>
                      <c:pt idx="2255">
                        <c:v>538.91200000000003</c:v>
                      </c:pt>
                      <c:pt idx="2256">
                        <c:v>538.91300000000001</c:v>
                      </c:pt>
                      <c:pt idx="2257">
                        <c:v>538.91399999999999</c:v>
                      </c:pt>
                      <c:pt idx="2258">
                        <c:v>538.91499999999996</c:v>
                      </c:pt>
                      <c:pt idx="2259">
                        <c:v>538.91600000000005</c:v>
                      </c:pt>
                      <c:pt idx="2260">
                        <c:v>538.91700000000003</c:v>
                      </c:pt>
                      <c:pt idx="2261">
                        <c:v>538.91800000000001</c:v>
                      </c:pt>
                      <c:pt idx="2262">
                        <c:v>538.91899999999998</c:v>
                      </c:pt>
                      <c:pt idx="2263">
                        <c:v>538.91999999999996</c:v>
                      </c:pt>
                      <c:pt idx="2264">
                        <c:v>538.92100000000005</c:v>
                      </c:pt>
                      <c:pt idx="2265">
                        <c:v>538.92200000000003</c:v>
                      </c:pt>
                      <c:pt idx="2266">
                        <c:v>538.923</c:v>
                      </c:pt>
                      <c:pt idx="2267">
                        <c:v>538.92399999999998</c:v>
                      </c:pt>
                      <c:pt idx="2268">
                        <c:v>538.92499999999995</c:v>
                      </c:pt>
                      <c:pt idx="2269">
                        <c:v>538.92600000000004</c:v>
                      </c:pt>
                      <c:pt idx="2270">
                        <c:v>538.92700000000002</c:v>
                      </c:pt>
                      <c:pt idx="2271">
                        <c:v>538.928</c:v>
                      </c:pt>
                      <c:pt idx="2272">
                        <c:v>538.92899999999997</c:v>
                      </c:pt>
                      <c:pt idx="2273">
                        <c:v>538.92999999999995</c:v>
                      </c:pt>
                      <c:pt idx="2274">
                        <c:v>538.93100000000004</c:v>
                      </c:pt>
                      <c:pt idx="2275">
                        <c:v>538.93200000000002</c:v>
                      </c:pt>
                      <c:pt idx="2276">
                        <c:v>538.93299999999999</c:v>
                      </c:pt>
                      <c:pt idx="2277">
                        <c:v>538.93399999999997</c:v>
                      </c:pt>
                      <c:pt idx="2278">
                        <c:v>538.93499999999995</c:v>
                      </c:pt>
                      <c:pt idx="2279">
                        <c:v>538.93600000000004</c:v>
                      </c:pt>
                      <c:pt idx="2280">
                        <c:v>538.93700000000001</c:v>
                      </c:pt>
                      <c:pt idx="2281">
                        <c:v>538.93799999999999</c:v>
                      </c:pt>
                      <c:pt idx="2282">
                        <c:v>538.93899999999996</c:v>
                      </c:pt>
                      <c:pt idx="2283">
                        <c:v>538.94000000000005</c:v>
                      </c:pt>
                      <c:pt idx="2284">
                        <c:v>538.94100000000003</c:v>
                      </c:pt>
                      <c:pt idx="2285">
                        <c:v>538.94200000000001</c:v>
                      </c:pt>
                      <c:pt idx="2286">
                        <c:v>538.94299999999998</c:v>
                      </c:pt>
                      <c:pt idx="2287">
                        <c:v>538.94399999999996</c:v>
                      </c:pt>
                      <c:pt idx="2288">
                        <c:v>538.94500000000005</c:v>
                      </c:pt>
                      <c:pt idx="2289">
                        <c:v>538.94600000000003</c:v>
                      </c:pt>
                      <c:pt idx="2290">
                        <c:v>538.947</c:v>
                      </c:pt>
                      <c:pt idx="2291">
                        <c:v>538.94799999999998</c:v>
                      </c:pt>
                      <c:pt idx="2292">
                        <c:v>538.94899999999996</c:v>
                      </c:pt>
                      <c:pt idx="2293">
                        <c:v>538.95000000000005</c:v>
                      </c:pt>
                      <c:pt idx="2294">
                        <c:v>538.95100000000002</c:v>
                      </c:pt>
                      <c:pt idx="2295">
                        <c:v>538.952</c:v>
                      </c:pt>
                      <c:pt idx="2296">
                        <c:v>538.95299999999997</c:v>
                      </c:pt>
                      <c:pt idx="2297">
                        <c:v>538.95399999999995</c:v>
                      </c:pt>
                      <c:pt idx="2298">
                        <c:v>538.95500000000004</c:v>
                      </c:pt>
                      <c:pt idx="2299">
                        <c:v>538.95600000000002</c:v>
                      </c:pt>
                      <c:pt idx="2300">
                        <c:v>538.95699999999999</c:v>
                      </c:pt>
                      <c:pt idx="2301">
                        <c:v>538.95799999999997</c:v>
                      </c:pt>
                      <c:pt idx="2302">
                        <c:v>538.95899999999995</c:v>
                      </c:pt>
                      <c:pt idx="2303">
                        <c:v>538.96</c:v>
                      </c:pt>
                      <c:pt idx="2304">
                        <c:v>538.96100000000001</c:v>
                      </c:pt>
                      <c:pt idx="2305">
                        <c:v>538.96199999999999</c:v>
                      </c:pt>
                      <c:pt idx="2306">
                        <c:v>538.96299999999997</c:v>
                      </c:pt>
                      <c:pt idx="2307">
                        <c:v>538.96400000000006</c:v>
                      </c:pt>
                      <c:pt idx="2308">
                        <c:v>538.96500000000003</c:v>
                      </c:pt>
                      <c:pt idx="2309">
                        <c:v>538.96600000000001</c:v>
                      </c:pt>
                      <c:pt idx="2310">
                        <c:v>538.96699999999998</c:v>
                      </c:pt>
                      <c:pt idx="2311">
                        <c:v>538.96799999999996</c:v>
                      </c:pt>
                      <c:pt idx="2312">
                        <c:v>538.96900000000005</c:v>
                      </c:pt>
                      <c:pt idx="2313">
                        <c:v>538.97</c:v>
                      </c:pt>
                      <c:pt idx="2314">
                        <c:v>538.971</c:v>
                      </c:pt>
                      <c:pt idx="2315">
                        <c:v>538.97199999999998</c:v>
                      </c:pt>
                      <c:pt idx="2316">
                        <c:v>538.97299999999996</c:v>
                      </c:pt>
                      <c:pt idx="2317">
                        <c:v>538.97400000000005</c:v>
                      </c:pt>
                      <c:pt idx="2318">
                        <c:v>538.97500000000002</c:v>
                      </c:pt>
                      <c:pt idx="2319">
                        <c:v>538.976</c:v>
                      </c:pt>
                      <c:pt idx="2320">
                        <c:v>538.97699999999998</c:v>
                      </c:pt>
                      <c:pt idx="2321">
                        <c:v>538.97799999999995</c:v>
                      </c:pt>
                      <c:pt idx="2322">
                        <c:v>538.97900000000004</c:v>
                      </c:pt>
                      <c:pt idx="2323">
                        <c:v>538.98</c:v>
                      </c:pt>
                      <c:pt idx="2324">
                        <c:v>538.98099999999999</c:v>
                      </c:pt>
                      <c:pt idx="2325">
                        <c:v>538.98199999999997</c:v>
                      </c:pt>
                      <c:pt idx="2326">
                        <c:v>538.98299999999995</c:v>
                      </c:pt>
                      <c:pt idx="2327">
                        <c:v>538.98400000000004</c:v>
                      </c:pt>
                      <c:pt idx="2328">
                        <c:v>538.98500000000001</c:v>
                      </c:pt>
                      <c:pt idx="2329">
                        <c:v>538.98599999999999</c:v>
                      </c:pt>
                      <c:pt idx="2330">
                        <c:v>538.98699999999997</c:v>
                      </c:pt>
                      <c:pt idx="2331">
                        <c:v>538.98800000000006</c:v>
                      </c:pt>
                      <c:pt idx="2332">
                        <c:v>538.98900000000003</c:v>
                      </c:pt>
                      <c:pt idx="2333">
                        <c:v>538.99</c:v>
                      </c:pt>
                      <c:pt idx="2334">
                        <c:v>538.99099999999999</c:v>
                      </c:pt>
                      <c:pt idx="2335">
                        <c:v>538.99199999999996</c:v>
                      </c:pt>
                      <c:pt idx="2336">
                        <c:v>538.99300000000005</c:v>
                      </c:pt>
                      <c:pt idx="2337">
                        <c:v>538.99400000000003</c:v>
                      </c:pt>
                      <c:pt idx="2338">
                        <c:v>538.995</c:v>
                      </c:pt>
                      <c:pt idx="2339">
                        <c:v>538.99599999999998</c:v>
                      </c:pt>
                      <c:pt idx="2340">
                        <c:v>538.99699999999996</c:v>
                      </c:pt>
                      <c:pt idx="2341">
                        <c:v>538.99800000000005</c:v>
                      </c:pt>
                      <c:pt idx="2342">
                        <c:v>538.99900000000002</c:v>
                      </c:pt>
                      <c:pt idx="2343">
                        <c:v>539</c:v>
                      </c:pt>
                      <c:pt idx="2344">
                        <c:v>539.00099999999998</c:v>
                      </c:pt>
                      <c:pt idx="2345">
                        <c:v>539.00199999999995</c:v>
                      </c:pt>
                      <c:pt idx="2346">
                        <c:v>539.00300000000004</c:v>
                      </c:pt>
                      <c:pt idx="2347">
                        <c:v>539.00400000000002</c:v>
                      </c:pt>
                      <c:pt idx="2348">
                        <c:v>539.005</c:v>
                      </c:pt>
                      <c:pt idx="2349">
                        <c:v>539.00599999999997</c:v>
                      </c:pt>
                      <c:pt idx="2350">
                        <c:v>539.00699999999995</c:v>
                      </c:pt>
                      <c:pt idx="2351">
                        <c:v>539.00800000000004</c:v>
                      </c:pt>
                      <c:pt idx="2352">
                        <c:v>539.00900000000001</c:v>
                      </c:pt>
                      <c:pt idx="2353">
                        <c:v>539.01</c:v>
                      </c:pt>
                      <c:pt idx="2354">
                        <c:v>539.01099999999997</c:v>
                      </c:pt>
                      <c:pt idx="2355">
                        <c:v>539.01199999999994</c:v>
                      </c:pt>
                      <c:pt idx="2356">
                        <c:v>539.01300000000003</c:v>
                      </c:pt>
                      <c:pt idx="2357">
                        <c:v>539.01400000000001</c:v>
                      </c:pt>
                      <c:pt idx="2358">
                        <c:v>539.01499999999999</c:v>
                      </c:pt>
                      <c:pt idx="2359">
                        <c:v>539.01599999999996</c:v>
                      </c:pt>
                      <c:pt idx="2360">
                        <c:v>539.01700000000005</c:v>
                      </c:pt>
                      <c:pt idx="2361">
                        <c:v>539.01800000000003</c:v>
                      </c:pt>
                      <c:pt idx="2362">
                        <c:v>539.01900000000001</c:v>
                      </c:pt>
                      <c:pt idx="2363">
                        <c:v>539.02</c:v>
                      </c:pt>
                      <c:pt idx="2364">
                        <c:v>539.02099999999996</c:v>
                      </c:pt>
                      <c:pt idx="2365">
                        <c:v>539.02200000000005</c:v>
                      </c:pt>
                      <c:pt idx="2366">
                        <c:v>539.02300000000002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'Isotopic Distribution Modelling'!$C$2:$C$2368</c15:sqref>
                        </c15:formulaRef>
                      </c:ext>
                    </c:extLst>
                    <c:numCache>
                      <c:formatCode>0.00E+00</c:formatCode>
                      <c:ptCount val="2367"/>
                      <c:pt idx="0">
                        <c:v>1.7328199999999999E-8</c:v>
                      </c:pt>
                      <c:pt idx="1">
                        <c:v>2.2934900000000001E-8</c:v>
                      </c:pt>
                      <c:pt idx="2">
                        <c:v>3.0288400000000001E-8</c:v>
                      </c:pt>
                      <c:pt idx="3">
                        <c:v>3.9911199999999997E-8</c:v>
                      </c:pt>
                      <c:pt idx="4">
                        <c:v>5.2474800000000001E-8</c:v>
                      </c:pt>
                      <c:pt idx="5">
                        <c:v>6.8840600000000006E-8</c:v>
                      </c:pt>
                      <c:pt idx="6">
                        <c:v>9.0110599999999997E-8</c:v>
                      </c:pt>
                      <c:pt idx="7">
                        <c:v>1.17691E-7</c:v>
                      </c:pt>
                      <c:pt idx="8">
                        <c:v>1.5337400000000001E-7</c:v>
                      </c:pt>
                      <c:pt idx="9">
                        <c:v>1.9943200000000001E-7</c:v>
                      </c:pt>
                      <c:pt idx="10">
                        <c:v>2.5874800000000001E-7</c:v>
                      </c:pt>
                      <c:pt idx="11">
                        <c:v>3.3496199999999998E-7</c:v>
                      </c:pt>
                      <c:pt idx="12">
                        <c:v>4.3266600000000002E-7</c:v>
                      </c:pt>
                      <c:pt idx="13">
                        <c:v>5.5763099999999997E-7</c:v>
                      </c:pt>
                      <c:pt idx="14">
                        <c:v>7.1709899999999995E-7</c:v>
                      </c:pt>
                      <c:pt idx="15">
                        <c:v>9.2012900000000005E-7</c:v>
                      </c:pt>
                      <c:pt idx="16">
                        <c:v>1.17803E-6</c:v>
                      </c:pt>
                      <c:pt idx="17">
                        <c:v>1.5048800000000001E-6</c:v>
                      </c:pt>
                      <c:pt idx="18">
                        <c:v>1.91815E-6</c:v>
                      </c:pt>
                      <c:pt idx="19">
                        <c:v>2.43951E-6</c:v>
                      </c:pt>
                      <c:pt idx="20">
                        <c:v>3.0957100000000001E-6</c:v>
                      </c:pt>
                      <c:pt idx="21">
                        <c:v>3.9197300000000003E-6</c:v>
                      </c:pt>
                      <c:pt idx="22">
                        <c:v>4.9520899999999997E-6</c:v>
                      </c:pt>
                      <c:pt idx="23">
                        <c:v>6.2425099999999998E-6</c:v>
                      </c:pt>
                      <c:pt idx="24">
                        <c:v>7.8517699999999995E-6</c:v>
                      </c:pt>
                      <c:pt idx="25">
                        <c:v>9.8540099999999999E-6</c:v>
                      </c:pt>
                      <c:pt idx="26">
                        <c:v>1.2339499999999999E-5</c:v>
                      </c:pt>
                      <c:pt idx="27">
                        <c:v>1.54176E-5</c:v>
                      </c:pt>
                      <c:pt idx="28">
                        <c:v>1.9221000000000001E-5</c:v>
                      </c:pt>
                      <c:pt idx="29">
                        <c:v>2.3909599999999999E-5</c:v>
                      </c:pt>
                      <c:pt idx="30">
                        <c:v>2.9675999999999998E-5</c:v>
                      </c:pt>
                      <c:pt idx="31">
                        <c:v>3.6751600000000002E-5</c:v>
                      </c:pt>
                      <c:pt idx="32">
                        <c:v>4.5413600000000002E-5</c:v>
                      </c:pt>
                      <c:pt idx="33">
                        <c:v>5.5992799999999997E-5</c:v>
                      </c:pt>
                      <c:pt idx="34">
                        <c:v>6.8883599999999999E-5</c:v>
                      </c:pt>
                      <c:pt idx="35">
                        <c:v>8.4554699999999999E-5</c:v>
                      </c:pt>
                      <c:pt idx="36" formatCode="General">
                        <c:v>1.0356099999999999E-4</c:v>
                      </c:pt>
                      <c:pt idx="37" formatCode="General">
                        <c:v>1.2655899999999999E-4</c:v>
                      </c:pt>
                      <c:pt idx="38" formatCode="General">
                        <c:v>1.54322E-4</c:v>
                      </c:pt>
                      <c:pt idx="39" formatCode="General">
                        <c:v>1.8775899999999999E-4</c:v>
                      </c:pt>
                      <c:pt idx="40" formatCode="General">
                        <c:v>2.2793499999999999E-4</c:v>
                      </c:pt>
                      <c:pt idx="41" formatCode="General">
                        <c:v>2.76094E-4</c:v>
                      </c:pt>
                      <c:pt idx="42" formatCode="General">
                        <c:v>3.3368900000000002E-4</c:v>
                      </c:pt>
                      <c:pt idx="43" formatCode="General">
                        <c:v>4.0240600000000001E-4</c:v>
                      </c:pt>
                      <c:pt idx="44" formatCode="General">
                        <c:v>4.8420000000000001E-4</c:v>
                      </c:pt>
                      <c:pt idx="45" formatCode="General">
                        <c:v>5.8133000000000002E-4</c:v>
                      </c:pt>
                      <c:pt idx="46" formatCode="General">
                        <c:v>6.96399E-4</c:v>
                      </c:pt>
                      <c:pt idx="47" formatCode="General">
                        <c:v>8.3239800000000004E-4</c:v>
                      </c:pt>
                      <c:pt idx="48" formatCode="General">
                        <c:v>9.9275399999999999E-4</c:v>
                      </c:pt>
                      <c:pt idx="49" formatCode="General">
                        <c:v>1.1813800000000001E-3</c:v>
                      </c:pt>
                      <c:pt idx="50" formatCode="General">
                        <c:v>1.4027340000000001E-3</c:v>
                      </c:pt>
                      <c:pt idx="51" formatCode="General">
                        <c:v>1.6618760000000001E-3</c:v>
                      </c:pt>
                      <c:pt idx="52" formatCode="General">
                        <c:v>1.964534E-3</c:v>
                      </c:pt>
                      <c:pt idx="53" formatCode="General">
                        <c:v>2.3171720000000002E-3</c:v>
                      </c:pt>
                      <c:pt idx="54" formatCode="General">
                        <c:v>2.7270580000000001E-3</c:v>
                      </c:pt>
                      <c:pt idx="55" formatCode="General">
                        <c:v>3.2023450000000001E-3</c:v>
                      </c:pt>
                      <c:pt idx="56" formatCode="General">
                        <c:v>3.7521439999999998E-3</c:v>
                      </c:pt>
                      <c:pt idx="57" formatCode="General">
                        <c:v>4.3866039999999997E-3</c:v>
                      </c:pt>
                      <c:pt idx="58" formatCode="General">
                        <c:v>5.1169950000000001E-3</c:v>
                      </c:pt>
                      <c:pt idx="59" formatCode="General">
                        <c:v>5.9557869999999997E-3</c:v>
                      </c:pt>
                      <c:pt idx="60" formatCode="General">
                        <c:v>6.9167309999999997E-3</c:v>
                      </c:pt>
                      <c:pt idx="61" formatCode="General">
                        <c:v>8.0149399999999999E-3</c:v>
                      </c:pt>
                      <c:pt idx="62" formatCode="General">
                        <c:v>9.266959E-3</c:v>
                      </c:pt>
                      <c:pt idx="63" formatCode="General">
                        <c:v>1.069084E-2</c:v>
                      </c:pt>
                      <c:pt idx="64" formatCode="General">
                        <c:v>1.2306200999999999E-2</c:v>
                      </c:pt>
                      <c:pt idx="65" formatCode="General">
                        <c:v>1.4134282999999999E-2</c:v>
                      </c:pt>
                      <c:pt idx="66" formatCode="General">
                        <c:v>1.6197992000000001E-2</c:v>
                      </c:pt>
                      <c:pt idx="67" formatCode="General">
                        <c:v>1.8521927000000001E-2</c:v>
                      </c:pt>
                      <c:pt idx="68" formatCode="General">
                        <c:v>2.1132397000000001E-2</c:v>
                      </c:pt>
                      <c:pt idx="69" formatCode="General">
                        <c:v>2.4057414999999999E-2</c:v>
                      </c:pt>
                      <c:pt idx="70" formatCode="General">
                        <c:v>2.7326673999999999E-2</c:v>
                      </c:pt>
                      <c:pt idx="71" formatCode="General">
                        <c:v>3.0971495000000002E-2</c:v>
                      </c:pt>
                      <c:pt idx="72" formatCode="General">
                        <c:v>3.5024761000000001E-2</c:v>
                      </c:pt>
                      <c:pt idx="73" formatCode="General">
                        <c:v>3.9520805999999999E-2</c:v>
                      </c:pt>
                      <c:pt idx="74" formatCode="General">
                        <c:v>4.4495287000000001E-2</c:v>
                      </c:pt>
                      <c:pt idx="75" formatCode="General">
                        <c:v>4.9985016E-2</c:v>
                      </c:pt>
                      <c:pt idx="76" formatCode="General">
                        <c:v>5.6027760000000003E-2</c:v>
                      </c:pt>
                      <c:pt idx="77" formatCode="General">
                        <c:v>6.2662005000000007E-2</c:v>
                      </c:pt>
                      <c:pt idx="78" formatCode="General">
                        <c:v>6.9926681000000004E-2</c:v>
                      </c:pt>
                      <c:pt idx="79" formatCode="General">
                        <c:v>7.7860851999999994E-2</c:v>
                      </c:pt>
                      <c:pt idx="80" formatCode="General">
                        <c:v>8.6503362E-2</c:v>
                      </c:pt>
                      <c:pt idx="81" formatCode="General">
                        <c:v>9.5892453000000002E-2</c:v>
                      </c:pt>
                      <c:pt idx="82" formatCode="General">
                        <c:v>0.106065336</c:v>
                      </c:pt>
                      <c:pt idx="83" formatCode="General">
                        <c:v>0.117057736</c:v>
                      </c:pt>
                      <c:pt idx="84" formatCode="General">
                        <c:v>0.128903399</c:v>
                      </c:pt>
                      <c:pt idx="85" formatCode="General">
                        <c:v>0.14163357700000001</c:v>
                      </c:pt>
                      <c:pt idx="86" formatCode="General">
                        <c:v>0.15527648099999999</c:v>
                      </c:pt>
                      <c:pt idx="87" formatCode="General">
                        <c:v>0.16985672399999999</c:v>
                      </c:pt>
                      <c:pt idx="88" formatCode="General">
                        <c:v>0.18539474</c:v>
                      </c:pt>
                      <c:pt idx="89" formatCode="General">
                        <c:v>0.201906209</c:v>
                      </c:pt>
                      <c:pt idx="90" formatCode="General">
                        <c:v>0.21940147700000001</c:v>
                      </c:pt>
                      <c:pt idx="91" formatCode="General">
                        <c:v>0.23788498</c:v>
                      </c:pt>
                      <c:pt idx="92" formatCode="General">
                        <c:v>0.25735469700000002</c:v>
                      </c:pt>
                      <c:pt idx="93" formatCode="General">
                        <c:v>0.277801625</c:v>
                      </c:pt>
                      <c:pt idx="94" formatCode="General">
                        <c:v>0.29920928499999999</c:v>
                      </c:pt>
                      <c:pt idx="95" formatCode="General">
                        <c:v>0.32155328799999999</c:v>
                      </c:pt>
                      <c:pt idx="96" formatCode="General">
                        <c:v>0.34480094500000003</c:v>
                      </c:pt>
                      <c:pt idx="97" formatCode="General">
                        <c:v>0.36891094699999999</c:v>
                      </c:pt>
                      <c:pt idx="98" formatCode="General">
                        <c:v>0.39383312500000001</c:v>
                      </c:pt>
                      <c:pt idx="99" formatCode="General">
                        <c:v>0.41950828600000001</c:v>
                      </c:pt>
                      <c:pt idx="100" formatCode="General">
                        <c:v>0.44586814899999999</c:v>
                      </c:pt>
                      <c:pt idx="101" formatCode="General">
                        <c:v>0.472835373</c:v>
                      </c:pt>
                      <c:pt idx="102" formatCode="General">
                        <c:v>0.50032369499999996</c:v>
                      </c:pt>
                      <c:pt idx="103" formatCode="General">
                        <c:v>0.52823817900000003</c:v>
                      </c:pt>
                      <c:pt idx="104" formatCode="General">
                        <c:v>0.556475575</c:v>
                      </c:pt>
                      <c:pt idx="105" formatCode="General">
                        <c:v>0.58492479200000003</c:v>
                      </c:pt>
                      <c:pt idx="106" formatCode="General">
                        <c:v>0.613467494</c:v>
                      </c:pt>
                      <c:pt idx="107" formatCode="General">
                        <c:v>0.64197879800000002</c:v>
                      </c:pt>
                      <c:pt idx="108" formatCode="General">
                        <c:v>0.67032809000000004</c:v>
                      </c:pt>
                      <c:pt idx="109" formatCode="General">
                        <c:v>0.69837993799999998</c:v>
                      </c:pt>
                      <c:pt idx="110" formatCode="General">
                        <c:v>0.72599511000000005</c:v>
                      </c:pt>
                      <c:pt idx="111" formatCode="General">
                        <c:v>0.75303166499999996</c:v>
                      </c:pt>
                      <c:pt idx="112" formatCode="General">
                        <c:v>0.77934613399999997</c:v>
                      </c:pt>
                      <c:pt idx="113" formatCode="General">
                        <c:v>0.80479475199999995</c:v>
                      </c:pt>
                      <c:pt idx="114" formatCode="General">
                        <c:v>0.829234743</c:v>
                      </c:pt>
                      <c:pt idx="115" formatCode="General">
                        <c:v>0.852525635</c:v>
                      </c:pt>
                      <c:pt idx="116" formatCode="General">
                        <c:v>0.87453059499999997</c:v>
                      </c:pt>
                      <c:pt idx="117" formatCode="General">
                        <c:v>0.89511775500000001</c:v>
                      </c:pt>
                      <c:pt idx="118" formatCode="General">
                        <c:v>0.91416152500000003</c:v>
                      </c:pt>
                      <c:pt idx="119" formatCode="General">
                        <c:v>0.931543864</c:v>
                      </c:pt>
                      <c:pt idx="120" formatCode="General">
                        <c:v>0.94715549700000001</c:v>
                      </c:pt>
                      <c:pt idx="121" formatCode="General">
                        <c:v>0.96089705400000003</c:v>
                      </c:pt>
                      <c:pt idx="122" formatCode="General">
                        <c:v>0.97268012699999995</c:v>
                      </c:pt>
                      <c:pt idx="123" formatCode="General">
                        <c:v>0.98242821599999997</c:v>
                      </c:pt>
                      <c:pt idx="124" formatCode="General">
                        <c:v>0.99007755600000003</c:v>
                      </c:pt>
                      <c:pt idx="125" formatCode="General">
                        <c:v>0.99557780699999998</c:v>
                      </c:pt>
                      <c:pt idx="126" formatCode="General">
                        <c:v>0.99889261399999996</c:v>
                      </c:pt>
                      <c:pt idx="127" formatCode="General">
                        <c:v>1</c:v>
                      </c:pt>
                      <c:pt idx="128" formatCode="General">
                        <c:v>0.99889261399999996</c:v>
                      </c:pt>
                      <c:pt idx="129" formatCode="General">
                        <c:v>0.99557780699999998</c:v>
                      </c:pt>
                      <c:pt idx="130" formatCode="General">
                        <c:v>0.99007755600000003</c:v>
                      </c:pt>
                      <c:pt idx="131" formatCode="General">
                        <c:v>0.98242821599999997</c:v>
                      </c:pt>
                      <c:pt idx="132" formatCode="General">
                        <c:v>0.97268012699999995</c:v>
                      </c:pt>
                      <c:pt idx="133" formatCode="General">
                        <c:v>0.96089705400000003</c:v>
                      </c:pt>
                      <c:pt idx="134" formatCode="General">
                        <c:v>0.94715549700000001</c:v>
                      </c:pt>
                      <c:pt idx="135" formatCode="General">
                        <c:v>0.931543864</c:v>
                      </c:pt>
                      <c:pt idx="136" formatCode="General">
                        <c:v>0.91416152500000003</c:v>
                      </c:pt>
                      <c:pt idx="137" formatCode="General">
                        <c:v>0.89511775500000001</c:v>
                      </c:pt>
                      <c:pt idx="138" formatCode="General">
                        <c:v>0.87453059499999997</c:v>
                      </c:pt>
                      <c:pt idx="139" formatCode="General">
                        <c:v>0.852525635</c:v>
                      </c:pt>
                      <c:pt idx="140" formatCode="General">
                        <c:v>0.829234743</c:v>
                      </c:pt>
                      <c:pt idx="141" formatCode="General">
                        <c:v>0.80479475199999995</c:v>
                      </c:pt>
                      <c:pt idx="142" formatCode="General">
                        <c:v>0.77934613399999997</c:v>
                      </c:pt>
                      <c:pt idx="143" formatCode="General">
                        <c:v>0.75303166499999996</c:v>
                      </c:pt>
                      <c:pt idx="144" formatCode="General">
                        <c:v>0.72599511000000005</c:v>
                      </c:pt>
                      <c:pt idx="145" formatCode="General">
                        <c:v>0.69837993799999998</c:v>
                      </c:pt>
                      <c:pt idx="146" formatCode="General">
                        <c:v>0.67032809000000004</c:v>
                      </c:pt>
                      <c:pt idx="147" formatCode="General">
                        <c:v>0.64197879800000002</c:v>
                      </c:pt>
                      <c:pt idx="148" formatCode="General">
                        <c:v>0.613467494</c:v>
                      </c:pt>
                      <c:pt idx="149" formatCode="General">
                        <c:v>0.58492479200000003</c:v>
                      </c:pt>
                      <c:pt idx="150" formatCode="General">
                        <c:v>0.556475575</c:v>
                      </c:pt>
                      <c:pt idx="151" formatCode="General">
                        <c:v>0.52823817900000003</c:v>
                      </c:pt>
                      <c:pt idx="152" formatCode="General">
                        <c:v>0.50032369499999996</c:v>
                      </c:pt>
                      <c:pt idx="153" formatCode="General">
                        <c:v>0.472835373</c:v>
                      </c:pt>
                      <c:pt idx="154" formatCode="General">
                        <c:v>0.44586814899999999</c:v>
                      </c:pt>
                      <c:pt idx="155" formatCode="General">
                        <c:v>0.41950828600000001</c:v>
                      </c:pt>
                      <c:pt idx="156" formatCode="General">
                        <c:v>0.39383312500000001</c:v>
                      </c:pt>
                      <c:pt idx="157" formatCode="General">
                        <c:v>0.36891094699999999</c:v>
                      </c:pt>
                      <c:pt idx="158" formatCode="General">
                        <c:v>0.34480094500000003</c:v>
                      </c:pt>
                      <c:pt idx="159" formatCode="General">
                        <c:v>0.32155328799999999</c:v>
                      </c:pt>
                      <c:pt idx="160" formatCode="General">
                        <c:v>0.29920928499999999</c:v>
                      </c:pt>
                      <c:pt idx="161" formatCode="General">
                        <c:v>0.277801625</c:v>
                      </c:pt>
                      <c:pt idx="162" formatCode="General">
                        <c:v>0.25735469700000002</c:v>
                      </c:pt>
                      <c:pt idx="163" formatCode="General">
                        <c:v>0.23788498</c:v>
                      </c:pt>
                      <c:pt idx="164" formatCode="General">
                        <c:v>0.21940147700000001</c:v>
                      </c:pt>
                      <c:pt idx="165" formatCode="General">
                        <c:v>0.201906209</c:v>
                      </c:pt>
                      <c:pt idx="166" formatCode="General">
                        <c:v>0.18539474</c:v>
                      </c:pt>
                      <c:pt idx="167" formatCode="General">
                        <c:v>0.16985672399999999</c:v>
                      </c:pt>
                      <c:pt idx="168" formatCode="General">
                        <c:v>0.15527648099999999</c:v>
                      </c:pt>
                      <c:pt idx="169" formatCode="General">
                        <c:v>0.14163357700000001</c:v>
                      </c:pt>
                      <c:pt idx="170" formatCode="General">
                        <c:v>0.128903399</c:v>
                      </c:pt>
                      <c:pt idx="171" formatCode="General">
                        <c:v>0.117057736</c:v>
                      </c:pt>
                      <c:pt idx="172" formatCode="General">
                        <c:v>0.106065336</c:v>
                      </c:pt>
                      <c:pt idx="173" formatCode="General">
                        <c:v>9.5892453000000002E-2</c:v>
                      </c:pt>
                      <c:pt idx="174" formatCode="General">
                        <c:v>8.6503362E-2</c:v>
                      </c:pt>
                      <c:pt idx="175" formatCode="General">
                        <c:v>7.7860851999999994E-2</c:v>
                      </c:pt>
                      <c:pt idx="176" formatCode="General">
                        <c:v>6.9926681000000004E-2</c:v>
                      </c:pt>
                      <c:pt idx="177" formatCode="General">
                        <c:v>6.2662005000000007E-2</c:v>
                      </c:pt>
                      <c:pt idx="178" formatCode="General">
                        <c:v>5.6027760000000003E-2</c:v>
                      </c:pt>
                      <c:pt idx="179" formatCode="General">
                        <c:v>4.9985016E-2</c:v>
                      </c:pt>
                      <c:pt idx="180" formatCode="General">
                        <c:v>4.4495287000000001E-2</c:v>
                      </c:pt>
                      <c:pt idx="181" formatCode="General">
                        <c:v>3.9520805999999999E-2</c:v>
                      </c:pt>
                      <c:pt idx="182" formatCode="General">
                        <c:v>3.5024761000000001E-2</c:v>
                      </c:pt>
                      <c:pt idx="183" formatCode="General">
                        <c:v>3.0971495000000002E-2</c:v>
                      </c:pt>
                      <c:pt idx="184" formatCode="General">
                        <c:v>2.7326673999999999E-2</c:v>
                      </c:pt>
                      <c:pt idx="185" formatCode="General">
                        <c:v>2.4057414999999999E-2</c:v>
                      </c:pt>
                      <c:pt idx="186" formatCode="General">
                        <c:v>2.1132397000000001E-2</c:v>
                      </c:pt>
                      <c:pt idx="187" formatCode="General">
                        <c:v>1.8521927000000001E-2</c:v>
                      </c:pt>
                      <c:pt idx="188" formatCode="General">
                        <c:v>1.6197992000000001E-2</c:v>
                      </c:pt>
                      <c:pt idx="189" formatCode="General">
                        <c:v>1.4134282999999999E-2</c:v>
                      </c:pt>
                      <c:pt idx="190" formatCode="General">
                        <c:v>1.2306200999999999E-2</c:v>
                      </c:pt>
                      <c:pt idx="191" formatCode="General">
                        <c:v>1.069084E-2</c:v>
                      </c:pt>
                      <c:pt idx="192" formatCode="General">
                        <c:v>9.266959E-3</c:v>
                      </c:pt>
                      <c:pt idx="193" formatCode="General">
                        <c:v>8.0149399999999999E-3</c:v>
                      </c:pt>
                      <c:pt idx="194" formatCode="General">
                        <c:v>6.9167309999999997E-3</c:v>
                      </c:pt>
                      <c:pt idx="195" formatCode="General">
                        <c:v>5.9557869999999997E-3</c:v>
                      </c:pt>
                      <c:pt idx="196" formatCode="General">
                        <c:v>5.1169950000000001E-3</c:v>
                      </c:pt>
                      <c:pt idx="197" formatCode="General">
                        <c:v>4.3866039999999997E-3</c:v>
                      </c:pt>
                      <c:pt idx="198" formatCode="General">
                        <c:v>3.7521439999999998E-3</c:v>
                      </c:pt>
                      <c:pt idx="199" formatCode="General">
                        <c:v>3.2023450000000001E-3</c:v>
                      </c:pt>
                      <c:pt idx="200" formatCode="General">
                        <c:v>2.7270580000000001E-3</c:v>
                      </c:pt>
                      <c:pt idx="201" formatCode="General">
                        <c:v>2.3171720000000002E-3</c:v>
                      </c:pt>
                      <c:pt idx="202" formatCode="General">
                        <c:v>1.964534E-3</c:v>
                      </c:pt>
                      <c:pt idx="203" formatCode="General">
                        <c:v>1.6618760000000001E-3</c:v>
                      </c:pt>
                      <c:pt idx="204" formatCode="General">
                        <c:v>1.4027340000000001E-3</c:v>
                      </c:pt>
                      <c:pt idx="205" formatCode="General">
                        <c:v>1.1813800000000001E-3</c:v>
                      </c:pt>
                      <c:pt idx="206" formatCode="General">
                        <c:v>9.9275399999999999E-4</c:v>
                      </c:pt>
                      <c:pt idx="207" formatCode="General">
                        <c:v>8.3239800000000004E-4</c:v>
                      </c:pt>
                      <c:pt idx="208" formatCode="General">
                        <c:v>6.96399E-4</c:v>
                      </c:pt>
                      <c:pt idx="209" formatCode="General">
                        <c:v>5.8133000000000002E-4</c:v>
                      </c:pt>
                      <c:pt idx="210" formatCode="General">
                        <c:v>4.8420000000000001E-4</c:v>
                      </c:pt>
                      <c:pt idx="211" formatCode="General">
                        <c:v>4.0240600000000001E-4</c:v>
                      </c:pt>
                      <c:pt idx="212" formatCode="General">
                        <c:v>3.3368900000000002E-4</c:v>
                      </c:pt>
                      <c:pt idx="213" formatCode="General">
                        <c:v>2.76094E-4</c:v>
                      </c:pt>
                      <c:pt idx="214" formatCode="General">
                        <c:v>2.2793499999999999E-4</c:v>
                      </c:pt>
                      <c:pt idx="215" formatCode="General">
                        <c:v>1.8775899999999999E-4</c:v>
                      </c:pt>
                      <c:pt idx="216" formatCode="General">
                        <c:v>1.54322E-4</c:v>
                      </c:pt>
                      <c:pt idx="217" formatCode="General">
                        <c:v>1.2655899999999999E-4</c:v>
                      </c:pt>
                      <c:pt idx="218" formatCode="General">
                        <c:v>1.0356099999999999E-4</c:v>
                      </c:pt>
                      <c:pt idx="219">
                        <c:v>8.4554699999999999E-5</c:v>
                      </c:pt>
                      <c:pt idx="220">
                        <c:v>6.8883599999999999E-5</c:v>
                      </c:pt>
                      <c:pt idx="221">
                        <c:v>5.5992799999999997E-5</c:v>
                      </c:pt>
                      <c:pt idx="222">
                        <c:v>4.5413600000000002E-5</c:v>
                      </c:pt>
                      <c:pt idx="223">
                        <c:v>3.6751600000000002E-5</c:v>
                      </c:pt>
                      <c:pt idx="224">
                        <c:v>2.9675999999999998E-5</c:v>
                      </c:pt>
                      <c:pt idx="225">
                        <c:v>2.3909599999999999E-5</c:v>
                      </c:pt>
                      <c:pt idx="226">
                        <c:v>1.9221000000000001E-5</c:v>
                      </c:pt>
                      <c:pt idx="227">
                        <c:v>1.54176E-5</c:v>
                      </c:pt>
                      <c:pt idx="228">
                        <c:v>1.2339499999999999E-5</c:v>
                      </c:pt>
                      <c:pt idx="229">
                        <c:v>9.8540099999999999E-6</c:v>
                      </c:pt>
                      <c:pt idx="230">
                        <c:v>7.8517699999999995E-6</c:v>
                      </c:pt>
                      <c:pt idx="231">
                        <c:v>6.2425099999999998E-6</c:v>
                      </c:pt>
                      <c:pt idx="232">
                        <c:v>4.9520899999999997E-6</c:v>
                      </c:pt>
                      <c:pt idx="233">
                        <c:v>3.9197300000000003E-6</c:v>
                      </c:pt>
                      <c:pt idx="234">
                        <c:v>3.0957100000000001E-6</c:v>
                      </c:pt>
                      <c:pt idx="235">
                        <c:v>2.43951E-6</c:v>
                      </c:pt>
                      <c:pt idx="236">
                        <c:v>1.91815E-6</c:v>
                      </c:pt>
                      <c:pt idx="237">
                        <c:v>1.5048800000000001E-6</c:v>
                      </c:pt>
                      <c:pt idx="238">
                        <c:v>1.17803E-6</c:v>
                      </c:pt>
                      <c:pt idx="239">
                        <c:v>9.2012900000000005E-7</c:v>
                      </c:pt>
                      <c:pt idx="240">
                        <c:v>7.1709899999999995E-7</c:v>
                      </c:pt>
                      <c:pt idx="241">
                        <c:v>5.5763099999999997E-7</c:v>
                      </c:pt>
                      <c:pt idx="242">
                        <c:v>4.3266600000000002E-7</c:v>
                      </c:pt>
                      <c:pt idx="243">
                        <c:v>3.3496199999999998E-7</c:v>
                      </c:pt>
                      <c:pt idx="244">
                        <c:v>2.5874800000000001E-7</c:v>
                      </c:pt>
                      <c:pt idx="245">
                        <c:v>1.9943200000000001E-7</c:v>
                      </c:pt>
                      <c:pt idx="246">
                        <c:v>1.5337400000000001E-7</c:v>
                      </c:pt>
                      <c:pt idx="247">
                        <c:v>1.17691E-7</c:v>
                      </c:pt>
                      <c:pt idx="248">
                        <c:v>9.0110599999999997E-8</c:v>
                      </c:pt>
                      <c:pt idx="249">
                        <c:v>6.8840600000000006E-8</c:v>
                      </c:pt>
                      <c:pt idx="250">
                        <c:v>5.2474800000000001E-8</c:v>
                      </c:pt>
                      <c:pt idx="251">
                        <c:v>3.9911199999999997E-8</c:v>
                      </c:pt>
                      <c:pt idx="252">
                        <c:v>3.0288400000000001E-8</c:v>
                      </c:pt>
                      <c:pt idx="253">
                        <c:v>2.2934900000000001E-8</c:v>
                      </c:pt>
                      <c:pt idx="254">
                        <c:v>1.7328199999999999E-8</c:v>
                      </c:pt>
                      <c:pt idx="255">
                        <c:v>9.4963200000000006E-9</c:v>
                      </c:pt>
                      <c:pt idx="256">
                        <c:v>5.5803899999999996E-9</c:v>
                      </c:pt>
                      <c:pt idx="257">
                        <c:v>3.6224299999999999E-9</c:v>
                      </c:pt>
                      <c:pt idx="258">
                        <c:v>2.64345E-9</c:v>
                      </c:pt>
                      <c:pt idx="259">
                        <c:v>2.1539599999999999E-9</c:v>
                      </c:pt>
                      <c:pt idx="260">
                        <c:v>1.9092099999999999E-9</c:v>
                      </c:pt>
                      <c:pt idx="261">
                        <c:v>1.78684E-9</c:v>
                      </c:pt>
                      <c:pt idx="262">
                        <c:v>1.7256499999999999E-9</c:v>
                      </c:pt>
                      <c:pt idx="263">
                        <c:v>1.6950599999999999E-9</c:v>
                      </c:pt>
                      <c:pt idx="264">
                        <c:v>1.6644699999999999E-9</c:v>
                      </c:pt>
                      <c:pt idx="265">
                        <c:v>2.2030200000000001E-9</c:v>
                      </c:pt>
                      <c:pt idx="266">
                        <c:v>2.9093699999999998E-9</c:v>
                      </c:pt>
                      <c:pt idx="267">
                        <c:v>3.8336900000000002E-9</c:v>
                      </c:pt>
                      <c:pt idx="268">
                        <c:v>5.0404899999999998E-9</c:v>
                      </c:pt>
                      <c:pt idx="269">
                        <c:v>6.6125200000000002E-9</c:v>
                      </c:pt>
                      <c:pt idx="270">
                        <c:v>8.6556099999999996E-9</c:v>
                      </c:pt>
                      <c:pt idx="271">
                        <c:v>1.1304900000000001E-8</c:v>
                      </c:pt>
                      <c:pt idx="272">
                        <c:v>1.4732399999999999E-8</c:v>
                      </c:pt>
                      <c:pt idx="273">
                        <c:v>1.91565E-8</c:v>
                      </c:pt>
                      <c:pt idx="274">
                        <c:v>2.4854100000000001E-8</c:v>
                      </c:pt>
                      <c:pt idx="275">
                        <c:v>3.2174900000000003E-8</c:v>
                      </c:pt>
                      <c:pt idx="276">
                        <c:v>4.1559899999999997E-8</c:v>
                      </c:pt>
                      <c:pt idx="277">
                        <c:v>5.3563500000000002E-8</c:v>
                      </c:pt>
                      <c:pt idx="278">
                        <c:v>6.8881299999999996E-8</c:v>
                      </c:pt>
                      <c:pt idx="279">
                        <c:v>8.83834E-8</c:v>
                      </c:pt>
                      <c:pt idx="280">
                        <c:v>1.13156E-7</c:v>
                      </c:pt>
                      <c:pt idx="281">
                        <c:v>1.4455200000000001E-7</c:v>
                      </c:pt>
                      <c:pt idx="282">
                        <c:v>1.84249E-7</c:v>
                      </c:pt>
                      <c:pt idx="283">
                        <c:v>2.3432900000000001E-7</c:v>
                      </c:pt>
                      <c:pt idx="284">
                        <c:v>2.9736000000000001E-7</c:v>
                      </c:pt>
                      <c:pt idx="285">
                        <c:v>3.76511E-7</c:v>
                      </c:pt>
                      <c:pt idx="286">
                        <c:v>4.7567599999999998E-7</c:v>
                      </c:pt>
                      <c:pt idx="287">
                        <c:v>5.9962700000000005E-7</c:v>
                      </c:pt>
                      <c:pt idx="288">
                        <c:v>7.5420500000000005E-7</c:v>
                      </c:pt>
                      <c:pt idx="289">
                        <c:v>9.4653099999999997E-7</c:v>
                      </c:pt>
                      <c:pt idx="290">
                        <c:v>1.1852699999999999E-6</c:v>
                      </c:pt>
                      <c:pt idx="291">
                        <c:v>1.48095E-6</c:v>
                      </c:pt>
                      <c:pt idx="292">
                        <c:v>1.8462800000000001E-6</c:v>
                      </c:pt>
                      <c:pt idx="293">
                        <c:v>2.29664E-6</c:v>
                      </c:pt>
                      <c:pt idx="294">
                        <c:v>2.8505399999999999E-6</c:v>
                      </c:pt>
                      <c:pt idx="295">
                        <c:v>3.5301899999999998E-6</c:v>
                      </c:pt>
                      <c:pt idx="296">
                        <c:v>4.3622200000000001E-6</c:v>
                      </c:pt>
                      <c:pt idx="297">
                        <c:v>5.3784099999999999E-6</c:v>
                      </c:pt>
                      <c:pt idx="298">
                        <c:v>6.6166500000000004E-6</c:v>
                      </c:pt>
                      <c:pt idx="299">
                        <c:v>8.1219400000000004E-6</c:v>
                      </c:pt>
                      <c:pt idx="300">
                        <c:v>9.9476100000000001E-6</c:v>
                      </c:pt>
                      <c:pt idx="301">
                        <c:v>1.21567E-5</c:v>
                      </c:pt>
                      <c:pt idx="302">
                        <c:v>1.48235E-5</c:v>
                      </c:pt>
                      <c:pt idx="303">
                        <c:v>1.80353E-5</c:v>
                      </c:pt>
                      <c:pt idx="304">
                        <c:v>2.1894400000000002E-5</c:v>
                      </c:pt>
                      <c:pt idx="305">
                        <c:v>2.6520400000000001E-5</c:v>
                      </c:pt>
                      <c:pt idx="306">
                        <c:v>3.2052699999999999E-5</c:v>
                      </c:pt>
                      <c:pt idx="307">
                        <c:v>3.8653299999999998E-5</c:v>
                      </c:pt>
                      <c:pt idx="308">
                        <c:v>4.65101E-5</c:v>
                      </c:pt>
                      <c:pt idx="309">
                        <c:v>5.58399E-5</c:v>
                      </c:pt>
                      <c:pt idx="310">
                        <c:v>6.6892900000000005E-5</c:v>
                      </c:pt>
                      <c:pt idx="311">
                        <c:v>7.9956299999999999E-5</c:v>
                      </c:pt>
                      <c:pt idx="312">
                        <c:v>9.5359399999999994E-5</c:v>
                      </c:pt>
                      <c:pt idx="313" formatCode="General">
                        <c:v>1.13478E-4</c:v>
                      </c:pt>
                      <c:pt idx="314" formatCode="General">
                        <c:v>1.3474E-4</c:v>
                      </c:pt>
                      <c:pt idx="315" formatCode="General">
                        <c:v>1.5963199999999999E-4</c:v>
                      </c:pt>
                      <c:pt idx="316" formatCode="General">
                        <c:v>1.8870399999999999E-4</c:v>
                      </c:pt>
                      <c:pt idx="317" formatCode="General">
                        <c:v>2.2257700000000001E-4</c:v>
                      </c:pt>
                      <c:pt idx="318" formatCode="General">
                        <c:v>2.6194899999999998E-4</c:v>
                      </c:pt>
                      <c:pt idx="319" formatCode="General">
                        <c:v>3.0760299999999999E-4</c:v>
                      </c:pt>
                      <c:pt idx="320" formatCode="General">
                        <c:v>3.6041399999999998E-4</c:v>
                      </c:pt>
                      <c:pt idx="321" formatCode="General">
                        <c:v>4.2135700000000002E-4</c:v>
                      </c:pt>
                      <c:pt idx="322" formatCode="General">
                        <c:v>4.9151499999999999E-4</c:v>
                      </c:pt>
                      <c:pt idx="323" formatCode="General">
                        <c:v>5.7208599999999997E-4</c:v>
                      </c:pt>
                      <c:pt idx="324" formatCode="General">
                        <c:v>6.6438999999999995E-4</c:v>
                      </c:pt>
                      <c:pt idx="325" formatCode="General">
                        <c:v>7.6987900000000001E-4</c:v>
                      </c:pt>
                      <c:pt idx="326" formatCode="General">
                        <c:v>8.9014200000000002E-4</c:v>
                      </c:pt>
                      <c:pt idx="327" formatCode="General">
                        <c:v>1.026913E-3</c:v>
                      </c:pt>
                      <c:pt idx="328" formatCode="General">
                        <c:v>1.182078E-3</c:v>
                      </c:pt>
                      <c:pt idx="329" formatCode="General">
                        <c:v>1.357675E-3</c:v>
                      </c:pt>
                      <c:pt idx="330" formatCode="General">
                        <c:v>1.555905E-3</c:v>
                      </c:pt>
                      <c:pt idx="331" formatCode="General">
                        <c:v>1.7791319999999999E-3</c:v>
                      </c:pt>
                      <c:pt idx="332" formatCode="General">
                        <c:v>2.0298820000000002E-3</c:v>
                      </c:pt>
                      <c:pt idx="333" formatCode="General">
                        <c:v>2.3108460000000001E-3</c:v>
                      </c:pt>
                      <c:pt idx="334" formatCode="General">
                        <c:v>2.6248759999999999E-3</c:v>
                      </c:pt>
                      <c:pt idx="335" formatCode="General">
                        <c:v>2.9749809999999998E-3</c:v>
                      </c:pt>
                      <c:pt idx="336" formatCode="General">
                        <c:v>3.3643190000000002E-3</c:v>
                      </c:pt>
                      <c:pt idx="337" formatCode="General">
                        <c:v>3.7961890000000002E-3</c:v>
                      </c:pt>
                      <c:pt idx="338" formatCode="General">
                        <c:v>4.2740139999999996E-3</c:v>
                      </c:pt>
                      <c:pt idx="339" formatCode="General">
                        <c:v>4.8013329999999996E-3</c:v>
                      </c:pt>
                      <c:pt idx="340" formatCode="General">
                        <c:v>5.3817709999999996E-3</c:v>
                      </c:pt>
                      <c:pt idx="341" formatCode="General">
                        <c:v>6.0190269999999997E-3</c:v>
                      </c:pt>
                      <c:pt idx="342" formatCode="General">
                        <c:v>6.7168380000000001E-3</c:v>
                      </c:pt>
                      <c:pt idx="343" formatCode="General">
                        <c:v>7.478958E-3</c:v>
                      </c:pt>
                      <c:pt idx="344" formatCode="General">
                        <c:v>8.3091190000000002E-3</c:v>
                      </c:pt>
                      <c:pt idx="345" formatCode="General">
                        <c:v>9.2109919999999994E-3</c:v>
                      </c:pt>
                      <c:pt idx="346" formatCode="General">
                        <c:v>1.0188153E-2</c:v>
                      </c:pt>
                      <c:pt idx="347" formatCode="General">
                        <c:v>1.1244031999999999E-2</c:v>
                      </c:pt>
                      <c:pt idx="348" formatCode="General">
                        <c:v>1.2381873E-2</c:v>
                      </c:pt>
                      <c:pt idx="349" formatCode="General">
                        <c:v>1.3604676E-2</c:v>
                      </c:pt>
                      <c:pt idx="350" formatCode="General">
                        <c:v>1.4915151E-2</c:v>
                      </c:pt>
                      <c:pt idx="351" formatCode="General">
                        <c:v>1.6315663000000001E-2</c:v>
                      </c:pt>
                      <c:pt idx="352" formatCode="General">
                        <c:v>1.7808174E-2</c:v>
                      </c:pt>
                      <c:pt idx="353" formatCode="General">
                        <c:v>1.9394189999999999E-2</c:v>
                      </c:pt>
                      <c:pt idx="354" formatCode="General">
                        <c:v>2.1074705999999999E-2</c:v>
                      </c:pt>
                      <c:pt idx="355" formatCode="General">
                        <c:v>2.2850147000000001E-2</c:v>
                      </c:pt>
                      <c:pt idx="356" formatCode="General">
                        <c:v>2.4720319000000001E-2</c:v>
                      </c:pt>
                      <c:pt idx="357" formatCode="General">
                        <c:v>2.6684357999999998E-2</c:v>
                      </c:pt>
                      <c:pt idx="358" formatCode="General">
                        <c:v>2.8740680000000001E-2</c:v>
                      </c:pt>
                      <c:pt idx="359" formatCode="General">
                        <c:v>3.0886943E-2</c:v>
                      </c:pt>
                      <c:pt idx="360" formatCode="General">
                        <c:v>3.3120007E-2</c:v>
                      </c:pt>
                      <c:pt idx="361" formatCode="General">
                        <c:v>3.5435903999999997E-2</c:v>
                      </c:pt>
                      <c:pt idx="362" formatCode="General">
                        <c:v>3.7829815000000003E-2</c:v>
                      </c:pt>
                      <c:pt idx="363" formatCode="General">
                        <c:v>4.0296053999999998E-2</c:v>
                      </c:pt>
                      <c:pt idx="364" formatCode="General">
                        <c:v>4.2828062E-2</c:v>
                      </c:pt>
                      <c:pt idx="365" formatCode="General">
                        <c:v>4.5418410999999999E-2</c:v>
                      </c:pt>
                      <c:pt idx="366" formatCode="General">
                        <c:v>4.8058812999999999E-2</c:v>
                      </c:pt>
                      <c:pt idx="367" formatCode="General">
                        <c:v>5.0740151999999997E-2</c:v>
                      </c:pt>
                      <c:pt idx="368" formatCode="General">
                        <c:v>5.3452507000000003E-2</c:v>
                      </c:pt>
                      <c:pt idx="369" formatCode="General">
                        <c:v>5.6185209E-2</c:v>
                      </c:pt>
                      <c:pt idx="370" formatCode="General">
                        <c:v>5.8926891000000002E-2</c:v>
                      </c:pt>
                      <c:pt idx="371" formatCode="General">
                        <c:v>6.1665557000000003E-2</c:v>
                      </c:pt>
                      <c:pt idx="372" formatCode="General">
                        <c:v>6.4388661E-2</c:v>
                      </c:pt>
                      <c:pt idx="373" formatCode="General">
                        <c:v>6.7083192999999999E-2</c:v>
                      </c:pt>
                      <c:pt idx="374" formatCode="General">
                        <c:v>6.9735780999999997E-2</c:v>
                      </c:pt>
                      <c:pt idx="375" formatCode="General">
                        <c:v>7.2332788999999995E-2</c:v>
                      </c:pt>
                      <c:pt idx="376" formatCode="General">
                        <c:v>7.4860437000000002E-2</c:v>
                      </c:pt>
                      <c:pt idx="377" formatCode="General">
                        <c:v>7.7304915000000002E-2</c:v>
                      </c:pt>
                      <c:pt idx="378" formatCode="General">
                        <c:v>7.9652508999999996E-2</c:v>
                      </c:pt>
                      <c:pt idx="379" formatCode="General">
                        <c:v>8.1889725999999996E-2</c:v>
                      </c:pt>
                      <c:pt idx="380" formatCode="General">
                        <c:v>8.4003421999999994E-2</c:v>
                      </c:pt>
                      <c:pt idx="381" formatCode="General">
                        <c:v>8.5980930999999997E-2</c:v>
                      </c:pt>
                      <c:pt idx="382" formatCode="General">
                        <c:v>8.7810188999999997E-2</c:v>
                      </c:pt>
                      <c:pt idx="383" formatCode="General">
                        <c:v>8.9479856999999996E-2</c:v>
                      </c:pt>
                      <c:pt idx="384" formatCode="General">
                        <c:v>9.0979438999999995E-2</c:v>
                      </c:pt>
                      <c:pt idx="385" formatCode="General">
                        <c:v>9.2299390999999995E-2</c:v>
                      </c:pt>
                      <c:pt idx="386" formatCode="General">
                        <c:v>9.3431218999999996E-2</c:v>
                      </c:pt>
                      <c:pt idx="387" formatCode="General">
                        <c:v>9.4367575999999995E-2</c:v>
                      </c:pt>
                      <c:pt idx="388" formatCode="General">
                        <c:v>9.5102336999999995E-2</c:v>
                      </c:pt>
                      <c:pt idx="389" formatCode="General">
                        <c:v>9.5630666000000003E-2</c:v>
                      </c:pt>
                      <c:pt idx="390" formatCode="General">
                        <c:v>9.5949070999999997E-2</c:v>
                      </c:pt>
                      <c:pt idx="391" formatCode="General">
                        <c:v>9.6055442000000005E-2</c:v>
                      </c:pt>
                      <c:pt idx="392" formatCode="General">
                        <c:v>9.5949070999999997E-2</c:v>
                      </c:pt>
                      <c:pt idx="393" formatCode="General">
                        <c:v>9.5630666000000003E-2</c:v>
                      </c:pt>
                      <c:pt idx="394" formatCode="General">
                        <c:v>9.5102336999999995E-2</c:v>
                      </c:pt>
                      <c:pt idx="395" formatCode="General">
                        <c:v>9.4367575999999995E-2</c:v>
                      </c:pt>
                      <c:pt idx="396" formatCode="General">
                        <c:v>9.3431218999999996E-2</c:v>
                      </c:pt>
                      <c:pt idx="397" formatCode="General">
                        <c:v>9.2299390999999995E-2</c:v>
                      </c:pt>
                      <c:pt idx="398" formatCode="General">
                        <c:v>9.0979438999999995E-2</c:v>
                      </c:pt>
                      <c:pt idx="399" formatCode="General">
                        <c:v>8.9479856999999996E-2</c:v>
                      </c:pt>
                      <c:pt idx="400" formatCode="General">
                        <c:v>8.7810188999999997E-2</c:v>
                      </c:pt>
                      <c:pt idx="401" formatCode="General">
                        <c:v>8.5980930999999997E-2</c:v>
                      </c:pt>
                      <c:pt idx="402" formatCode="General">
                        <c:v>8.4003421999999994E-2</c:v>
                      </c:pt>
                      <c:pt idx="403" formatCode="General">
                        <c:v>8.1889725999999996E-2</c:v>
                      </c:pt>
                      <c:pt idx="404" formatCode="General">
                        <c:v>7.9652508999999996E-2</c:v>
                      </c:pt>
                      <c:pt idx="405" formatCode="General">
                        <c:v>7.7304915000000002E-2</c:v>
                      </c:pt>
                      <c:pt idx="406" formatCode="General">
                        <c:v>7.4860437000000002E-2</c:v>
                      </c:pt>
                      <c:pt idx="407" formatCode="General">
                        <c:v>7.2332788999999995E-2</c:v>
                      </c:pt>
                      <c:pt idx="408" formatCode="General">
                        <c:v>6.9735780999999997E-2</c:v>
                      </c:pt>
                      <c:pt idx="409" formatCode="General">
                        <c:v>6.7083192999999999E-2</c:v>
                      </c:pt>
                      <c:pt idx="410" formatCode="General">
                        <c:v>6.4388661E-2</c:v>
                      </c:pt>
                      <c:pt idx="411" formatCode="General">
                        <c:v>6.1665557000000003E-2</c:v>
                      </c:pt>
                      <c:pt idx="412" formatCode="General">
                        <c:v>5.8926891000000002E-2</c:v>
                      </c:pt>
                      <c:pt idx="413" formatCode="General">
                        <c:v>5.6185209E-2</c:v>
                      </c:pt>
                      <c:pt idx="414" formatCode="General">
                        <c:v>5.3452507000000003E-2</c:v>
                      </c:pt>
                      <c:pt idx="415" formatCode="General">
                        <c:v>5.0740151999999997E-2</c:v>
                      </c:pt>
                      <c:pt idx="416" formatCode="General">
                        <c:v>4.8058812999999999E-2</c:v>
                      </c:pt>
                      <c:pt idx="417" formatCode="General">
                        <c:v>4.5418410999999999E-2</c:v>
                      </c:pt>
                      <c:pt idx="418" formatCode="General">
                        <c:v>4.2828062E-2</c:v>
                      </c:pt>
                      <c:pt idx="419" formatCode="General">
                        <c:v>4.0296053999999998E-2</c:v>
                      </c:pt>
                      <c:pt idx="420" formatCode="General">
                        <c:v>3.7829815000000003E-2</c:v>
                      </c:pt>
                      <c:pt idx="421" formatCode="General">
                        <c:v>3.5435903999999997E-2</c:v>
                      </c:pt>
                      <c:pt idx="422" formatCode="General">
                        <c:v>3.3120007E-2</c:v>
                      </c:pt>
                      <c:pt idx="423" formatCode="General">
                        <c:v>3.0886943E-2</c:v>
                      </c:pt>
                      <c:pt idx="424" formatCode="General">
                        <c:v>2.8740680000000001E-2</c:v>
                      </c:pt>
                      <c:pt idx="425" formatCode="General">
                        <c:v>2.6684357999999998E-2</c:v>
                      </c:pt>
                      <c:pt idx="426" formatCode="General">
                        <c:v>2.4720319000000001E-2</c:v>
                      </c:pt>
                      <c:pt idx="427" formatCode="General">
                        <c:v>2.2850147000000001E-2</c:v>
                      </c:pt>
                      <c:pt idx="428" formatCode="General">
                        <c:v>2.1074705999999999E-2</c:v>
                      </c:pt>
                      <c:pt idx="429" formatCode="General">
                        <c:v>1.9394189999999999E-2</c:v>
                      </c:pt>
                      <c:pt idx="430" formatCode="General">
                        <c:v>1.7808174E-2</c:v>
                      </c:pt>
                      <c:pt idx="431" formatCode="General">
                        <c:v>1.6315663000000001E-2</c:v>
                      </c:pt>
                      <c:pt idx="432" formatCode="General">
                        <c:v>1.4915151E-2</c:v>
                      </c:pt>
                      <c:pt idx="433" formatCode="General">
                        <c:v>1.3604676E-2</c:v>
                      </c:pt>
                      <c:pt idx="434" formatCode="General">
                        <c:v>1.2381873E-2</c:v>
                      </c:pt>
                      <c:pt idx="435" formatCode="General">
                        <c:v>1.1244031999999999E-2</c:v>
                      </c:pt>
                      <c:pt idx="436" formatCode="General">
                        <c:v>1.0188153E-2</c:v>
                      </c:pt>
                      <c:pt idx="437" formatCode="General">
                        <c:v>9.2109919999999994E-3</c:v>
                      </c:pt>
                      <c:pt idx="438" formatCode="General">
                        <c:v>8.3091190000000002E-3</c:v>
                      </c:pt>
                      <c:pt idx="439" formatCode="General">
                        <c:v>7.478958E-3</c:v>
                      </c:pt>
                      <c:pt idx="440" formatCode="General">
                        <c:v>6.7168380000000001E-3</c:v>
                      </c:pt>
                      <c:pt idx="441" formatCode="General">
                        <c:v>6.0190269999999997E-3</c:v>
                      </c:pt>
                      <c:pt idx="442" formatCode="General">
                        <c:v>5.3817709999999996E-3</c:v>
                      </c:pt>
                      <c:pt idx="443" formatCode="General">
                        <c:v>4.8013329999999996E-3</c:v>
                      </c:pt>
                      <c:pt idx="444" formatCode="General">
                        <c:v>4.2740139999999996E-3</c:v>
                      </c:pt>
                      <c:pt idx="445" formatCode="General">
                        <c:v>3.7961890000000002E-3</c:v>
                      </c:pt>
                      <c:pt idx="446" formatCode="General">
                        <c:v>3.3643190000000002E-3</c:v>
                      </c:pt>
                      <c:pt idx="447" formatCode="General">
                        <c:v>2.9749809999999998E-3</c:v>
                      </c:pt>
                      <c:pt idx="448" formatCode="General">
                        <c:v>2.6248759999999999E-3</c:v>
                      </c:pt>
                      <c:pt idx="449" formatCode="General">
                        <c:v>2.3108460000000001E-3</c:v>
                      </c:pt>
                      <c:pt idx="450" formatCode="General">
                        <c:v>2.0298820000000002E-3</c:v>
                      </c:pt>
                      <c:pt idx="451" formatCode="General">
                        <c:v>1.7791319999999999E-3</c:v>
                      </c:pt>
                      <c:pt idx="452" formatCode="General">
                        <c:v>1.555905E-3</c:v>
                      </c:pt>
                      <c:pt idx="453" formatCode="General">
                        <c:v>1.357675E-3</c:v>
                      </c:pt>
                      <c:pt idx="454" formatCode="General">
                        <c:v>1.182078E-3</c:v>
                      </c:pt>
                      <c:pt idx="455" formatCode="General">
                        <c:v>1.026913E-3</c:v>
                      </c:pt>
                      <c:pt idx="456" formatCode="General">
                        <c:v>8.9014200000000002E-4</c:v>
                      </c:pt>
                      <c:pt idx="457" formatCode="General">
                        <c:v>7.6987900000000001E-4</c:v>
                      </c:pt>
                      <c:pt idx="458" formatCode="General">
                        <c:v>6.6438999999999995E-4</c:v>
                      </c:pt>
                      <c:pt idx="459" formatCode="General">
                        <c:v>5.7208599999999997E-4</c:v>
                      </c:pt>
                      <c:pt idx="460" formatCode="General">
                        <c:v>4.9151499999999999E-4</c:v>
                      </c:pt>
                      <c:pt idx="461" formatCode="General">
                        <c:v>4.2135700000000002E-4</c:v>
                      </c:pt>
                      <c:pt idx="462" formatCode="General">
                        <c:v>3.6041399999999998E-4</c:v>
                      </c:pt>
                      <c:pt idx="463" formatCode="General">
                        <c:v>3.0760299999999999E-4</c:v>
                      </c:pt>
                      <c:pt idx="464" formatCode="General">
                        <c:v>2.6194899999999998E-4</c:v>
                      </c:pt>
                      <c:pt idx="465" formatCode="General">
                        <c:v>2.2257700000000001E-4</c:v>
                      </c:pt>
                      <c:pt idx="466" formatCode="General">
                        <c:v>1.8870399999999999E-4</c:v>
                      </c:pt>
                      <c:pt idx="467" formatCode="General">
                        <c:v>1.5963199999999999E-4</c:v>
                      </c:pt>
                      <c:pt idx="468" formatCode="General">
                        <c:v>1.3474E-4</c:v>
                      </c:pt>
                      <c:pt idx="469" formatCode="General">
                        <c:v>1.13478E-4</c:v>
                      </c:pt>
                      <c:pt idx="470">
                        <c:v>9.5359399999999994E-5</c:v>
                      </c:pt>
                      <c:pt idx="471">
                        <c:v>7.9956299999999999E-5</c:v>
                      </c:pt>
                      <c:pt idx="472">
                        <c:v>6.6892900000000005E-5</c:v>
                      </c:pt>
                      <c:pt idx="473">
                        <c:v>5.58399E-5</c:v>
                      </c:pt>
                      <c:pt idx="474">
                        <c:v>4.65101E-5</c:v>
                      </c:pt>
                      <c:pt idx="475">
                        <c:v>3.8653299999999998E-5</c:v>
                      </c:pt>
                      <c:pt idx="476">
                        <c:v>3.2052699999999999E-5</c:v>
                      </c:pt>
                      <c:pt idx="477">
                        <c:v>2.6520400000000001E-5</c:v>
                      </c:pt>
                      <c:pt idx="478">
                        <c:v>2.1894400000000002E-5</c:v>
                      </c:pt>
                      <c:pt idx="479">
                        <c:v>1.80353E-5</c:v>
                      </c:pt>
                      <c:pt idx="480">
                        <c:v>1.48235E-5</c:v>
                      </c:pt>
                      <c:pt idx="481">
                        <c:v>1.21567E-5</c:v>
                      </c:pt>
                      <c:pt idx="482">
                        <c:v>9.9476100000000001E-6</c:v>
                      </c:pt>
                      <c:pt idx="483">
                        <c:v>8.1219400000000004E-6</c:v>
                      </c:pt>
                      <c:pt idx="484">
                        <c:v>6.6166500000000004E-6</c:v>
                      </c:pt>
                      <c:pt idx="485">
                        <c:v>5.3784099999999999E-6</c:v>
                      </c:pt>
                      <c:pt idx="486">
                        <c:v>4.3622200000000001E-6</c:v>
                      </c:pt>
                      <c:pt idx="487">
                        <c:v>3.5301899999999998E-6</c:v>
                      </c:pt>
                      <c:pt idx="488">
                        <c:v>2.8505399999999999E-6</c:v>
                      </c:pt>
                      <c:pt idx="489">
                        <c:v>2.29664E-6</c:v>
                      </c:pt>
                      <c:pt idx="490">
                        <c:v>1.8462800000000001E-6</c:v>
                      </c:pt>
                      <c:pt idx="491">
                        <c:v>1.48095E-6</c:v>
                      </c:pt>
                      <c:pt idx="492">
                        <c:v>1.1852699999999999E-6</c:v>
                      </c:pt>
                      <c:pt idx="493">
                        <c:v>9.4653099999999997E-7</c:v>
                      </c:pt>
                      <c:pt idx="494">
                        <c:v>7.5420500000000005E-7</c:v>
                      </c:pt>
                      <c:pt idx="495">
                        <c:v>5.9962700000000005E-7</c:v>
                      </c:pt>
                      <c:pt idx="496">
                        <c:v>4.7567599999999998E-7</c:v>
                      </c:pt>
                      <c:pt idx="497">
                        <c:v>3.76511E-7</c:v>
                      </c:pt>
                      <c:pt idx="498">
                        <c:v>2.9736000000000001E-7</c:v>
                      </c:pt>
                      <c:pt idx="499">
                        <c:v>2.3432900000000001E-7</c:v>
                      </c:pt>
                      <c:pt idx="500">
                        <c:v>1.84249E-7</c:v>
                      </c:pt>
                      <c:pt idx="501">
                        <c:v>1.4455200000000001E-7</c:v>
                      </c:pt>
                      <c:pt idx="502">
                        <c:v>1.13156E-7</c:v>
                      </c:pt>
                      <c:pt idx="503">
                        <c:v>8.83834E-8</c:v>
                      </c:pt>
                      <c:pt idx="504">
                        <c:v>6.8881299999999996E-8</c:v>
                      </c:pt>
                      <c:pt idx="505">
                        <c:v>5.3563500000000002E-8</c:v>
                      </c:pt>
                      <c:pt idx="506">
                        <c:v>4.1559899999999997E-8</c:v>
                      </c:pt>
                      <c:pt idx="507">
                        <c:v>3.2174900000000003E-8</c:v>
                      </c:pt>
                      <c:pt idx="508">
                        <c:v>2.4854100000000001E-8</c:v>
                      </c:pt>
                      <c:pt idx="509">
                        <c:v>1.91565E-8</c:v>
                      </c:pt>
                      <c:pt idx="510">
                        <c:v>1.4732399999999999E-8</c:v>
                      </c:pt>
                      <c:pt idx="511">
                        <c:v>1.1304900000000001E-8</c:v>
                      </c:pt>
                      <c:pt idx="512">
                        <c:v>8.6556099999999996E-9</c:v>
                      </c:pt>
                      <c:pt idx="513">
                        <c:v>6.6125200000000002E-9</c:v>
                      </c:pt>
                      <c:pt idx="514">
                        <c:v>5.0404899999999998E-9</c:v>
                      </c:pt>
                      <c:pt idx="515">
                        <c:v>3.8336900000000002E-9</c:v>
                      </c:pt>
                      <c:pt idx="516">
                        <c:v>2.9093699999999998E-9</c:v>
                      </c:pt>
                      <c:pt idx="517">
                        <c:v>2.2030200000000001E-9</c:v>
                      </c:pt>
                      <c:pt idx="518">
                        <c:v>1.6644699999999999E-9</c:v>
                      </c:pt>
                      <c:pt idx="519">
                        <c:v>4.0997599999999999E-9</c:v>
                      </c:pt>
                      <c:pt idx="520">
                        <c:v>5.3174099999999997E-9</c:v>
                      </c:pt>
                      <c:pt idx="521">
                        <c:v>5.9262300000000001E-9</c:v>
                      </c:pt>
                      <c:pt idx="522">
                        <c:v>6.2306399999999999E-9</c:v>
                      </c:pt>
                      <c:pt idx="523">
                        <c:v>6.3828500000000001E-9</c:v>
                      </c:pt>
                      <c:pt idx="524">
                        <c:v>6.4589499999999999E-9</c:v>
                      </c:pt>
                      <c:pt idx="525">
                        <c:v>6.4970000000000002E-9</c:v>
                      </c:pt>
                      <c:pt idx="526">
                        <c:v>6.5160299999999999E-9</c:v>
                      </c:pt>
                      <c:pt idx="527">
                        <c:v>6.5255399999999998E-9</c:v>
                      </c:pt>
                      <c:pt idx="528">
                        <c:v>6.5350499999999997E-9</c:v>
                      </c:pt>
                      <c:pt idx="529">
                        <c:v>8.6495300000000004E-9</c:v>
                      </c:pt>
                      <c:pt idx="530">
                        <c:v>1.14228E-8</c:v>
                      </c:pt>
                      <c:pt idx="531">
                        <c:v>1.5051899999999999E-8</c:v>
                      </c:pt>
                      <c:pt idx="532">
                        <c:v>1.9790099999999999E-8</c:v>
                      </c:pt>
                      <c:pt idx="533">
                        <c:v>2.5962199999999999E-8</c:v>
                      </c:pt>
                      <c:pt idx="534">
                        <c:v>3.3983799999999998E-8</c:v>
                      </c:pt>
                      <c:pt idx="535">
                        <c:v>4.4385499999999997E-8</c:v>
                      </c:pt>
                      <c:pt idx="536">
                        <c:v>5.7842500000000003E-8</c:v>
                      </c:pt>
                      <c:pt idx="537">
                        <c:v>7.5212699999999997E-8</c:v>
                      </c:pt>
                      <c:pt idx="538">
                        <c:v>9.7582700000000005E-8</c:v>
                      </c:pt>
                      <c:pt idx="539">
                        <c:v>1.2632599999999999E-7</c:v>
                      </c:pt>
                      <c:pt idx="540">
                        <c:v>1.63173E-7</c:v>
                      </c:pt>
                      <c:pt idx="541">
                        <c:v>2.10302E-7</c:v>
                      </c:pt>
                      <c:pt idx="542">
                        <c:v>2.7044300000000001E-7</c:v>
                      </c:pt>
                      <c:pt idx="543">
                        <c:v>3.4701199999999998E-7</c:v>
                      </c:pt>
                      <c:pt idx="544">
                        <c:v>4.4427500000000003E-7</c:v>
                      </c:pt>
                      <c:pt idx="545">
                        <c:v>5.6754100000000004E-7</c:v>
                      </c:pt>
                      <c:pt idx="546">
                        <c:v>7.2340199999999998E-7</c:v>
                      </c:pt>
                      <c:pt idx="547">
                        <c:v>9.2002500000000003E-7</c:v>
                      </c:pt>
                      <c:pt idx="548">
                        <c:v>1.1675E-6</c:v>
                      </c:pt>
                      <c:pt idx="549">
                        <c:v>1.4782699999999999E-6</c:v>
                      </c:pt>
                      <c:pt idx="550">
                        <c:v>1.86761E-6</c:v>
                      </c:pt>
                      <c:pt idx="551">
                        <c:v>2.3542700000000001E-6</c:v>
                      </c:pt>
                      <c:pt idx="552">
                        <c:v>2.9611700000000001E-6</c:v>
                      </c:pt>
                      <c:pt idx="553">
                        <c:v>3.71629E-6</c:v>
                      </c:pt>
                      <c:pt idx="554">
                        <c:v>4.6536400000000001E-6</c:v>
                      </c:pt>
                      <c:pt idx="555">
                        <c:v>5.8145099999999998E-6</c:v>
                      </c:pt>
                      <c:pt idx="556">
                        <c:v>7.2489000000000002E-6</c:v>
                      </c:pt>
                      <c:pt idx="557">
                        <c:v>9.0171200000000002E-6</c:v>
                      </c:pt>
                      <c:pt idx="558">
                        <c:v>1.11918E-5</c:v>
                      </c:pt>
                      <c:pt idx="559">
                        <c:v>1.38603E-5</c:v>
                      </c:pt>
                      <c:pt idx="560">
                        <c:v>1.7127000000000001E-5</c:v>
                      </c:pt>
                      <c:pt idx="561">
                        <c:v>2.1116800000000001E-5</c:v>
                      </c:pt>
                      <c:pt idx="562">
                        <c:v>2.5978399999999998E-5</c:v>
                      </c:pt>
                      <c:pt idx="563">
                        <c:v>3.1888499999999998E-5</c:v>
                      </c:pt>
                      <c:pt idx="564">
                        <c:v>3.9056500000000001E-5</c:v>
                      </c:pt>
                      <c:pt idx="565">
                        <c:v>4.7729899999999998E-5</c:v>
                      </c:pt>
                      <c:pt idx="566">
                        <c:v>5.8200199999999999E-5</c:v>
                      </c:pt>
                      <c:pt idx="567">
                        <c:v>7.0810300000000002E-5</c:v>
                      </c:pt>
                      <c:pt idx="568">
                        <c:v>8.5962000000000001E-5</c:v>
                      </c:pt>
                      <c:pt idx="569" formatCode="General">
                        <c:v>1.04125E-4</c:v>
                      </c:pt>
                      <c:pt idx="570" formatCode="General">
                        <c:v>1.2584599999999999E-4</c:v>
                      </c:pt>
                      <c:pt idx="571" formatCode="General">
                        <c:v>1.5176100000000001E-4</c:v>
                      </c:pt>
                      <c:pt idx="572" formatCode="General">
                        <c:v>1.82609E-4</c:v>
                      </c:pt>
                      <c:pt idx="573" formatCode="General">
                        <c:v>2.1923999999999999E-4</c:v>
                      </c:pt>
                      <c:pt idx="574" formatCode="General">
                        <c:v>2.6263600000000001E-4</c:v>
                      </c:pt>
                      <c:pt idx="575" formatCode="General">
                        <c:v>3.1392600000000002E-4</c:v>
                      </c:pt>
                      <c:pt idx="576" formatCode="General">
                        <c:v>3.7440200000000002E-4</c:v>
                      </c:pt>
                      <c:pt idx="577" formatCode="General">
                        <c:v>4.45539E-4</c:v>
                      </c:pt>
                      <c:pt idx="578" formatCode="General">
                        <c:v>5.2901900000000004E-4</c:v>
                      </c:pt>
                      <c:pt idx="579" formatCode="General">
                        <c:v>6.2675100000000004E-4</c:v>
                      </c:pt>
                      <c:pt idx="580" formatCode="General">
                        <c:v>7.4089399999999997E-4</c:v>
                      </c:pt>
                      <c:pt idx="581" formatCode="General">
                        <c:v>8.7388500000000003E-4</c:v>
                      </c:pt>
                      <c:pt idx="582" formatCode="General">
                        <c:v>1.028468E-3</c:v>
                      </c:pt>
                      <c:pt idx="583" formatCode="General">
                        <c:v>1.207715E-3</c:v>
                      </c:pt>
                      <c:pt idx="584" formatCode="General">
                        <c:v>1.415063E-3</c:v>
                      </c:pt>
                      <c:pt idx="585" formatCode="General">
                        <c:v>1.65434E-3</c:v>
                      </c:pt>
                      <c:pt idx="586" formatCode="General">
                        <c:v>1.929795E-3</c:v>
                      </c:pt>
                      <c:pt idx="587" formatCode="General">
                        <c:v>2.246133E-3</c:v>
                      </c:pt>
                      <c:pt idx="588" formatCode="General">
                        <c:v>2.6085380000000001E-3</c:v>
                      </c:pt>
                      <c:pt idx="589" formatCode="General">
                        <c:v>3.0227100000000001E-3</c:v>
                      </c:pt>
                      <c:pt idx="590" formatCode="General">
                        <c:v>3.4948900000000001E-3</c:v>
                      </c:pt>
                      <c:pt idx="591" formatCode="General">
                        <c:v>4.0318840000000003E-3</c:v>
                      </c:pt>
                      <c:pt idx="592" formatCode="General">
                        <c:v>4.6410929999999998E-3</c:v>
                      </c:pt>
                      <c:pt idx="593" formatCode="General">
                        <c:v>5.3305260000000004E-3</c:v>
                      </c:pt>
                      <c:pt idx="594" formatCode="General">
                        <c:v>6.1088210000000004E-3</c:v>
                      </c:pt>
                      <c:pt idx="595" formatCode="General">
                        <c:v>6.9852569999999999E-3</c:v>
                      </c:pt>
                      <c:pt idx="596" formatCode="General">
                        <c:v>7.9697559999999997E-3</c:v>
                      </c:pt>
                      <c:pt idx="597" formatCode="General">
                        <c:v>9.0728809999999997E-3</c:v>
                      </c:pt>
                      <c:pt idx="598" formatCode="General">
                        <c:v>1.0305831E-2</c:v>
                      </c:pt>
                      <c:pt idx="599" formatCode="General">
                        <c:v>1.1680418999999999E-2</c:v>
                      </c:pt>
                      <c:pt idx="600" formatCode="General">
                        <c:v>1.3209045000000001E-2</c:v>
                      </c:pt>
                      <c:pt idx="601" formatCode="General">
                        <c:v>1.4904659000000001E-2</c:v>
                      </c:pt>
                      <c:pt idx="602" formatCode="General">
                        <c:v>1.6780706999999999E-2</c:v>
                      </c:pt>
                      <c:pt idx="603" formatCode="General">
                        <c:v>1.8851072999999999E-2</c:v>
                      </c:pt>
                      <c:pt idx="604" formatCode="General">
                        <c:v>2.1129999999999999E-2</c:v>
                      </c:pt>
                      <c:pt idx="605" formatCode="General">
                        <c:v>2.3632002999999999E-2</c:v>
                      </c:pt>
                      <c:pt idx="606" formatCode="General">
                        <c:v>2.6371762999999999E-2</c:v>
                      </c:pt>
                      <c:pt idx="607" formatCode="General">
                        <c:v>2.9364011999999998E-2</c:v>
                      </c:pt>
                      <c:pt idx="608" formatCode="General">
                        <c:v>3.2623401000000003E-2</c:v>
                      </c:pt>
                      <c:pt idx="609" formatCode="General">
                        <c:v>3.6164350999999997E-2</c:v>
                      </c:pt>
                      <c:pt idx="610" formatCode="General">
                        <c:v>4.0000896000000001E-2</c:v>
                      </c:pt>
                      <c:pt idx="611" formatCode="General">
                        <c:v>4.4146509E-2</c:v>
                      </c:pt>
                      <c:pt idx="612" formatCode="General">
                        <c:v>4.8613917E-2</c:v>
                      </c:pt>
                      <c:pt idx="613" formatCode="General">
                        <c:v>5.3414905999999998E-2</c:v>
                      </c:pt>
                      <c:pt idx="614" formatCode="General">
                        <c:v>5.8560116000000002E-2</c:v>
                      </c:pt>
                      <c:pt idx="615" formatCode="General">
                        <c:v>6.4058827999999998E-2</c:v>
                      </c:pt>
                      <c:pt idx="616" formatCode="General">
                        <c:v>6.9918750000000002E-2</c:v>
                      </c:pt>
                      <c:pt idx="617" formatCode="General">
                        <c:v>7.6145795000000002E-2</c:v>
                      </c:pt>
                      <c:pt idx="618" formatCode="General">
                        <c:v>8.2743863000000001E-2</c:v>
                      </c:pt>
                      <c:pt idx="619" formatCode="General">
                        <c:v>8.9714630000000004E-2</c:v>
                      </c:pt>
                      <c:pt idx="620" formatCode="General">
                        <c:v>9.7057331999999996E-2</c:v>
                      </c:pt>
                      <c:pt idx="621" formatCode="General">
                        <c:v>0.104768573</c:v>
                      </c:pt>
                      <c:pt idx="622" formatCode="General">
                        <c:v>0.11284213999999999</c:v>
                      </c:pt>
                      <c:pt idx="623" formatCode="General">
                        <c:v>0.12126883400000001</c:v>
                      </c:pt>
                      <c:pt idx="624" formatCode="General">
                        <c:v>0.13003632700000001</c:v>
                      </c:pt>
                      <c:pt idx="625" formatCode="General">
                        <c:v>0.13912904100000001</c:v>
                      </c:pt>
                      <c:pt idx="626" formatCode="General">
                        <c:v>0.14852805299999999</c:v>
                      </c:pt>
                      <c:pt idx="627" formatCode="General">
                        <c:v>0.158211042</c:v>
                      </c:pt>
                      <c:pt idx="628" formatCode="General">
                        <c:v>0.168152255</c:v>
                      </c:pt>
                      <c:pt idx="629" formatCode="General">
                        <c:v>0.17832252500000001</c:v>
                      </c:pt>
                      <c:pt idx="630" formatCode="General">
                        <c:v>0.18868931999999999</c:v>
                      </c:pt>
                      <c:pt idx="631" formatCode="General">
                        <c:v>0.19921683400000001</c:v>
                      </c:pt>
                      <c:pt idx="632" formatCode="General">
                        <c:v>0.20986613000000001</c:v>
                      </c:pt>
                      <c:pt idx="633" formatCode="General">
                        <c:v>0.22059531099999999</c:v>
                      </c:pt>
                      <c:pt idx="634" formatCode="General">
                        <c:v>0.231359748</c:v>
                      </c:pt>
                      <c:pt idx="635" formatCode="General">
                        <c:v>0.24211234400000001</c:v>
                      </c:pt>
                      <c:pt idx="636" formatCode="General">
                        <c:v>0.25280384</c:v>
                      </c:pt>
                      <c:pt idx="637" formatCode="General">
                        <c:v>0.26338315899999998</c:v>
                      </c:pt>
                      <c:pt idx="638" formatCode="General">
                        <c:v>0.27379779300000001</c:v>
                      </c:pt>
                      <c:pt idx="639" formatCode="General">
                        <c:v>0.28399421000000002</c:v>
                      </c:pt>
                      <c:pt idx="640" formatCode="General">
                        <c:v>0.29391830400000002</c:v>
                      </c:pt>
                      <c:pt idx="641" formatCode="General">
                        <c:v>0.30351585599999997</c:v>
                      </c:pt>
                      <c:pt idx="642" formatCode="General">
                        <c:v>0.312733019</c:v>
                      </c:pt>
                      <c:pt idx="643" formatCode="General">
                        <c:v>0.32151681700000001</c:v>
                      </c:pt>
                      <c:pt idx="644" formatCode="General">
                        <c:v>0.32981564699999999</c:v>
                      </c:pt>
                      <c:pt idx="645" formatCode="General">
                        <c:v>0.33757977500000003</c:v>
                      </c:pt>
                      <c:pt idx="646" formatCode="General">
                        <c:v>0.34476183700000002</c:v>
                      </c:pt>
                      <c:pt idx="647" formatCode="General">
                        <c:v>0.35131731700000002</c:v>
                      </c:pt>
                      <c:pt idx="648" formatCode="General">
                        <c:v>0.35720500199999999</c:v>
                      </c:pt>
                      <c:pt idx="649" formatCode="General">
                        <c:v>0.36238741699999999</c:v>
                      </c:pt>
                      <c:pt idx="650" formatCode="General">
                        <c:v>0.36683122000000001</c:v>
                      </c:pt>
                      <c:pt idx="651" formatCode="General">
                        <c:v>0.37050756099999999</c:v>
                      </c:pt>
                      <c:pt idx="652" formatCode="General">
                        <c:v>0.37339239000000002</c:v>
                      </c:pt>
                      <c:pt idx="653" formatCode="General">
                        <c:v>0.375466725</c:v>
                      </c:pt>
                      <c:pt idx="654" formatCode="General">
                        <c:v>0.37671685300000002</c:v>
                      </c:pt>
                      <c:pt idx="655" formatCode="General">
                        <c:v>0.37713448599999999</c:v>
                      </c:pt>
                      <c:pt idx="656" formatCode="General">
                        <c:v>0.37671685300000002</c:v>
                      </c:pt>
                      <c:pt idx="657" formatCode="General">
                        <c:v>0.375466725</c:v>
                      </c:pt>
                      <c:pt idx="658" formatCode="General">
                        <c:v>0.37339239000000002</c:v>
                      </c:pt>
                      <c:pt idx="659" formatCode="General">
                        <c:v>0.37050756099999999</c:v>
                      </c:pt>
                      <c:pt idx="660" formatCode="General">
                        <c:v>0.36683122000000001</c:v>
                      </c:pt>
                      <c:pt idx="661" formatCode="General">
                        <c:v>0.36238741699999999</c:v>
                      </c:pt>
                      <c:pt idx="662" formatCode="General">
                        <c:v>0.35720500199999999</c:v>
                      </c:pt>
                      <c:pt idx="663" formatCode="General">
                        <c:v>0.35131731700000002</c:v>
                      </c:pt>
                      <c:pt idx="664" formatCode="General">
                        <c:v>0.34476183700000002</c:v>
                      </c:pt>
                      <c:pt idx="665" formatCode="General">
                        <c:v>0.33757977500000003</c:v>
                      </c:pt>
                      <c:pt idx="666" formatCode="General">
                        <c:v>0.32981564699999999</c:v>
                      </c:pt>
                      <c:pt idx="667" formatCode="General">
                        <c:v>0.32151681700000001</c:v>
                      </c:pt>
                      <c:pt idx="668" formatCode="General">
                        <c:v>0.312733019</c:v>
                      </c:pt>
                      <c:pt idx="669" formatCode="General">
                        <c:v>0.30351585599999997</c:v>
                      </c:pt>
                      <c:pt idx="670" formatCode="General">
                        <c:v>0.29391830400000002</c:v>
                      </c:pt>
                      <c:pt idx="671" formatCode="General">
                        <c:v>0.28399421000000002</c:v>
                      </c:pt>
                      <c:pt idx="672" formatCode="General">
                        <c:v>0.27379779300000001</c:v>
                      </c:pt>
                      <c:pt idx="673" formatCode="General">
                        <c:v>0.26338315899999998</c:v>
                      </c:pt>
                      <c:pt idx="674" formatCode="General">
                        <c:v>0.25280384</c:v>
                      </c:pt>
                      <c:pt idx="675" formatCode="General">
                        <c:v>0.24211234400000001</c:v>
                      </c:pt>
                      <c:pt idx="676" formatCode="General">
                        <c:v>0.231359748</c:v>
                      </c:pt>
                      <c:pt idx="677" formatCode="General">
                        <c:v>0.22059531099999999</c:v>
                      </c:pt>
                      <c:pt idx="678" formatCode="General">
                        <c:v>0.20986613000000001</c:v>
                      </c:pt>
                      <c:pt idx="679" formatCode="General">
                        <c:v>0.19921683400000001</c:v>
                      </c:pt>
                      <c:pt idx="680" formatCode="General">
                        <c:v>0.18868931999999999</c:v>
                      </c:pt>
                      <c:pt idx="681" formatCode="General">
                        <c:v>0.17832252500000001</c:v>
                      </c:pt>
                      <c:pt idx="682" formatCode="General">
                        <c:v>0.168152255</c:v>
                      </c:pt>
                      <c:pt idx="683" formatCode="General">
                        <c:v>0.158211042</c:v>
                      </c:pt>
                      <c:pt idx="684" formatCode="General">
                        <c:v>0.14852805299999999</c:v>
                      </c:pt>
                      <c:pt idx="685" formatCode="General">
                        <c:v>0.13912904100000001</c:v>
                      </c:pt>
                      <c:pt idx="686" formatCode="General">
                        <c:v>0.13003632700000001</c:v>
                      </c:pt>
                      <c:pt idx="687" formatCode="General">
                        <c:v>0.12126883400000001</c:v>
                      </c:pt>
                      <c:pt idx="688" formatCode="General">
                        <c:v>0.11284213999999999</c:v>
                      </c:pt>
                      <c:pt idx="689" formatCode="General">
                        <c:v>0.104768573</c:v>
                      </c:pt>
                      <c:pt idx="690" formatCode="General">
                        <c:v>9.7057331999999996E-2</c:v>
                      </c:pt>
                      <c:pt idx="691" formatCode="General">
                        <c:v>8.9714630000000004E-2</c:v>
                      </c:pt>
                      <c:pt idx="692" formatCode="General">
                        <c:v>8.2743863000000001E-2</c:v>
                      </c:pt>
                      <c:pt idx="693" formatCode="General">
                        <c:v>7.6145795000000002E-2</c:v>
                      </c:pt>
                      <c:pt idx="694" formatCode="General">
                        <c:v>6.9918750000000002E-2</c:v>
                      </c:pt>
                      <c:pt idx="695" formatCode="General">
                        <c:v>6.4058827999999998E-2</c:v>
                      </c:pt>
                      <c:pt idx="696" formatCode="General">
                        <c:v>5.8560116000000002E-2</c:v>
                      </c:pt>
                      <c:pt idx="697" formatCode="General">
                        <c:v>5.3414905999999998E-2</c:v>
                      </c:pt>
                      <c:pt idx="698" formatCode="General">
                        <c:v>4.8613917E-2</c:v>
                      </c:pt>
                      <c:pt idx="699" formatCode="General">
                        <c:v>4.4146509E-2</c:v>
                      </c:pt>
                      <c:pt idx="700" formatCode="General">
                        <c:v>4.0000896000000001E-2</c:v>
                      </c:pt>
                      <c:pt idx="701" formatCode="General">
                        <c:v>3.6164350999999997E-2</c:v>
                      </c:pt>
                      <c:pt idx="702" formatCode="General">
                        <c:v>3.2623401000000003E-2</c:v>
                      </c:pt>
                      <c:pt idx="703" formatCode="General">
                        <c:v>2.9364011999999998E-2</c:v>
                      </c:pt>
                      <c:pt idx="704" formatCode="General">
                        <c:v>2.6371762999999999E-2</c:v>
                      </c:pt>
                      <c:pt idx="705" formatCode="General">
                        <c:v>2.3632002999999999E-2</c:v>
                      </c:pt>
                      <c:pt idx="706" formatCode="General">
                        <c:v>2.1129999999999999E-2</c:v>
                      </c:pt>
                      <c:pt idx="707" formatCode="General">
                        <c:v>1.8851072999999999E-2</c:v>
                      </c:pt>
                      <c:pt idx="708" formatCode="General">
                        <c:v>1.6780706999999999E-2</c:v>
                      </c:pt>
                      <c:pt idx="709" formatCode="General">
                        <c:v>1.4904659000000001E-2</c:v>
                      </c:pt>
                      <c:pt idx="710" formatCode="General">
                        <c:v>1.3209045000000001E-2</c:v>
                      </c:pt>
                      <c:pt idx="711" formatCode="General">
                        <c:v>1.1680418999999999E-2</c:v>
                      </c:pt>
                      <c:pt idx="712" formatCode="General">
                        <c:v>1.0305831E-2</c:v>
                      </c:pt>
                      <c:pt idx="713" formatCode="General">
                        <c:v>9.0728809999999997E-3</c:v>
                      </c:pt>
                      <c:pt idx="714" formatCode="General">
                        <c:v>7.9697559999999997E-3</c:v>
                      </c:pt>
                      <c:pt idx="715" formatCode="General">
                        <c:v>6.9852569999999999E-3</c:v>
                      </c:pt>
                      <c:pt idx="716" formatCode="General">
                        <c:v>6.1088210000000004E-3</c:v>
                      </c:pt>
                      <c:pt idx="717" formatCode="General">
                        <c:v>5.3305260000000004E-3</c:v>
                      </c:pt>
                      <c:pt idx="718" formatCode="General">
                        <c:v>4.6410929999999998E-3</c:v>
                      </c:pt>
                      <c:pt idx="719" formatCode="General">
                        <c:v>4.0318840000000003E-3</c:v>
                      </c:pt>
                      <c:pt idx="720" formatCode="General">
                        <c:v>3.4948900000000001E-3</c:v>
                      </c:pt>
                      <c:pt idx="721" formatCode="General">
                        <c:v>3.0227100000000001E-3</c:v>
                      </c:pt>
                      <c:pt idx="722" formatCode="General">
                        <c:v>2.6085380000000001E-3</c:v>
                      </c:pt>
                      <c:pt idx="723" formatCode="General">
                        <c:v>2.246133E-3</c:v>
                      </c:pt>
                      <c:pt idx="724" formatCode="General">
                        <c:v>1.929795E-3</c:v>
                      </c:pt>
                      <c:pt idx="725" formatCode="General">
                        <c:v>1.65434E-3</c:v>
                      </c:pt>
                      <c:pt idx="726" formatCode="General">
                        <c:v>1.415063E-3</c:v>
                      </c:pt>
                      <c:pt idx="727" formatCode="General">
                        <c:v>1.207715E-3</c:v>
                      </c:pt>
                      <c:pt idx="728" formatCode="General">
                        <c:v>1.028468E-3</c:v>
                      </c:pt>
                      <c:pt idx="729" formatCode="General">
                        <c:v>8.7388500000000003E-4</c:v>
                      </c:pt>
                      <c:pt idx="730" formatCode="General">
                        <c:v>7.4089399999999997E-4</c:v>
                      </c:pt>
                      <c:pt idx="731" formatCode="General">
                        <c:v>6.2675100000000004E-4</c:v>
                      </c:pt>
                      <c:pt idx="732" formatCode="General">
                        <c:v>5.2901900000000004E-4</c:v>
                      </c:pt>
                      <c:pt idx="733" formatCode="General">
                        <c:v>4.45539E-4</c:v>
                      </c:pt>
                      <c:pt idx="734" formatCode="General">
                        <c:v>3.7440200000000002E-4</c:v>
                      </c:pt>
                      <c:pt idx="735" formatCode="General">
                        <c:v>3.1392600000000002E-4</c:v>
                      </c:pt>
                      <c:pt idx="736" formatCode="General">
                        <c:v>2.6263600000000001E-4</c:v>
                      </c:pt>
                      <c:pt idx="737" formatCode="General">
                        <c:v>2.1923999999999999E-4</c:v>
                      </c:pt>
                      <c:pt idx="738" formatCode="General">
                        <c:v>1.82609E-4</c:v>
                      </c:pt>
                      <c:pt idx="739" formatCode="General">
                        <c:v>1.5176100000000001E-4</c:v>
                      </c:pt>
                      <c:pt idx="740" formatCode="General">
                        <c:v>1.2584599999999999E-4</c:v>
                      </c:pt>
                      <c:pt idx="741" formatCode="General">
                        <c:v>1.04125E-4</c:v>
                      </c:pt>
                      <c:pt idx="742">
                        <c:v>8.5962000000000001E-5</c:v>
                      </c:pt>
                      <c:pt idx="743">
                        <c:v>7.0810300000000002E-5</c:v>
                      </c:pt>
                      <c:pt idx="744">
                        <c:v>5.8200199999999999E-5</c:v>
                      </c:pt>
                      <c:pt idx="745">
                        <c:v>4.7729899999999998E-5</c:v>
                      </c:pt>
                      <c:pt idx="746">
                        <c:v>3.9056500000000001E-5</c:v>
                      </c:pt>
                      <c:pt idx="747">
                        <c:v>3.1888499999999998E-5</c:v>
                      </c:pt>
                      <c:pt idx="748">
                        <c:v>2.5978399999999998E-5</c:v>
                      </c:pt>
                      <c:pt idx="749">
                        <c:v>2.1116800000000001E-5</c:v>
                      </c:pt>
                      <c:pt idx="750">
                        <c:v>1.7127000000000001E-5</c:v>
                      </c:pt>
                      <c:pt idx="751">
                        <c:v>1.38603E-5</c:v>
                      </c:pt>
                      <c:pt idx="752">
                        <c:v>1.11918E-5</c:v>
                      </c:pt>
                      <c:pt idx="753">
                        <c:v>9.0171200000000002E-6</c:v>
                      </c:pt>
                      <c:pt idx="754">
                        <c:v>7.2489000000000002E-6</c:v>
                      </c:pt>
                      <c:pt idx="755">
                        <c:v>5.8145099999999998E-6</c:v>
                      </c:pt>
                      <c:pt idx="756">
                        <c:v>4.6536400000000001E-6</c:v>
                      </c:pt>
                      <c:pt idx="757">
                        <c:v>3.71629E-6</c:v>
                      </c:pt>
                      <c:pt idx="758">
                        <c:v>2.9611700000000001E-6</c:v>
                      </c:pt>
                      <c:pt idx="759">
                        <c:v>2.3542700000000001E-6</c:v>
                      </c:pt>
                      <c:pt idx="760">
                        <c:v>1.86761E-6</c:v>
                      </c:pt>
                      <c:pt idx="761">
                        <c:v>1.4782699999999999E-6</c:v>
                      </c:pt>
                      <c:pt idx="762">
                        <c:v>1.1675E-6</c:v>
                      </c:pt>
                      <c:pt idx="763">
                        <c:v>9.2002500000000003E-7</c:v>
                      </c:pt>
                      <c:pt idx="764">
                        <c:v>7.2340199999999998E-7</c:v>
                      </c:pt>
                      <c:pt idx="765">
                        <c:v>5.6754100000000004E-7</c:v>
                      </c:pt>
                      <c:pt idx="766">
                        <c:v>4.4427500000000003E-7</c:v>
                      </c:pt>
                      <c:pt idx="767">
                        <c:v>3.4701199999999998E-7</c:v>
                      </c:pt>
                      <c:pt idx="768">
                        <c:v>2.7044300000000001E-7</c:v>
                      </c:pt>
                      <c:pt idx="769">
                        <c:v>2.10302E-7</c:v>
                      </c:pt>
                      <c:pt idx="770">
                        <c:v>1.63173E-7</c:v>
                      </c:pt>
                      <c:pt idx="771">
                        <c:v>1.2632599999999999E-7</c:v>
                      </c:pt>
                      <c:pt idx="772">
                        <c:v>9.7582700000000005E-8</c:v>
                      </c:pt>
                      <c:pt idx="773">
                        <c:v>7.5212699999999997E-8</c:v>
                      </c:pt>
                      <c:pt idx="774">
                        <c:v>5.7842500000000003E-8</c:v>
                      </c:pt>
                      <c:pt idx="775">
                        <c:v>4.4385499999999997E-8</c:v>
                      </c:pt>
                      <c:pt idx="776">
                        <c:v>3.3983799999999998E-8</c:v>
                      </c:pt>
                      <c:pt idx="777">
                        <c:v>2.5962199999999999E-8</c:v>
                      </c:pt>
                      <c:pt idx="778">
                        <c:v>1.9790099999999999E-8</c:v>
                      </c:pt>
                      <c:pt idx="779">
                        <c:v>1.5051899999999999E-8</c:v>
                      </c:pt>
                      <c:pt idx="780">
                        <c:v>1.14228E-8</c:v>
                      </c:pt>
                      <c:pt idx="781">
                        <c:v>8.6495300000000004E-9</c:v>
                      </c:pt>
                      <c:pt idx="782">
                        <c:v>6.5350499999999997E-9</c:v>
                      </c:pt>
                      <c:pt idx="783">
                        <c:v>3.5757E-9</c:v>
                      </c:pt>
                      <c:pt idx="784">
                        <c:v>2.09602E-9</c:v>
                      </c:pt>
                      <c:pt idx="785">
                        <c:v>1.35618E-9</c:v>
                      </c:pt>
                      <c:pt idx="786">
                        <c:v>9.8626500000000001E-10</c:v>
                      </c:pt>
                      <c:pt idx="787">
                        <c:v>8.0130599999999996E-10</c:v>
                      </c:pt>
                      <c:pt idx="788">
                        <c:v>7.0882599999999999E-10</c:v>
                      </c:pt>
                      <c:pt idx="789">
                        <c:v>6.6258599999999995E-10</c:v>
                      </c:pt>
                      <c:pt idx="790">
                        <c:v>6.3946600000000003E-10</c:v>
                      </c:pt>
                      <c:pt idx="791">
                        <c:v>6.2790600000000002E-10</c:v>
                      </c:pt>
                      <c:pt idx="792">
                        <c:v>6.1634600000000001E-10</c:v>
                      </c:pt>
                      <c:pt idx="793">
                        <c:v>8.1576999999999997E-10</c:v>
                      </c:pt>
                      <c:pt idx="794">
                        <c:v>1.07733E-9</c:v>
                      </c:pt>
                      <c:pt idx="795">
                        <c:v>1.4195999999999999E-9</c:v>
                      </c:pt>
                      <c:pt idx="796">
                        <c:v>1.8664799999999999E-9</c:v>
                      </c:pt>
                      <c:pt idx="797">
                        <c:v>2.4485900000000001E-9</c:v>
                      </c:pt>
                      <c:pt idx="798">
                        <c:v>3.20514E-9</c:v>
                      </c:pt>
                      <c:pt idx="799">
                        <c:v>4.1861699999999998E-9</c:v>
                      </c:pt>
                      <c:pt idx="800">
                        <c:v>5.4553499999999998E-9</c:v>
                      </c:pt>
                      <c:pt idx="801">
                        <c:v>7.0936000000000004E-9</c:v>
                      </c:pt>
                      <c:pt idx="802">
                        <c:v>9.2033999999999999E-9</c:v>
                      </c:pt>
                      <c:pt idx="803">
                        <c:v>1.19143E-8</c:v>
                      </c:pt>
                      <c:pt idx="804">
                        <c:v>1.53895E-8</c:v>
                      </c:pt>
                      <c:pt idx="805">
                        <c:v>1.9834399999999999E-8</c:v>
                      </c:pt>
                      <c:pt idx="806">
                        <c:v>2.5506500000000001E-8</c:v>
                      </c:pt>
                      <c:pt idx="807">
                        <c:v>3.2728099999999999E-8</c:v>
                      </c:pt>
                      <c:pt idx="808">
                        <c:v>4.1901300000000002E-8</c:v>
                      </c:pt>
                      <c:pt idx="809">
                        <c:v>5.3526900000000001E-8</c:v>
                      </c:pt>
                      <c:pt idx="810">
                        <c:v>6.8226799999999995E-8</c:v>
                      </c:pt>
                      <c:pt idx="811">
                        <c:v>8.6771099999999995E-8</c:v>
                      </c:pt>
                      <c:pt idx="812">
                        <c:v>1.10111E-7</c:v>
                      </c:pt>
                      <c:pt idx="813">
                        <c:v>1.3942099999999999E-7</c:v>
                      </c:pt>
                      <c:pt idx="814">
                        <c:v>1.7614099999999999E-7</c:v>
                      </c:pt>
                      <c:pt idx="815">
                        <c:v>2.2204E-7</c:v>
                      </c:pt>
                      <c:pt idx="816">
                        <c:v>2.7928E-7</c:v>
                      </c:pt>
                      <c:pt idx="817">
                        <c:v>3.5049699999999999E-7</c:v>
                      </c:pt>
                      <c:pt idx="818">
                        <c:v>4.38902E-7</c:v>
                      </c:pt>
                      <c:pt idx="819">
                        <c:v>5.4838900000000003E-7</c:v>
                      </c:pt>
                      <c:pt idx="820">
                        <c:v>6.8367099999999995E-7</c:v>
                      </c:pt>
                      <c:pt idx="821">
                        <c:v>8.5043899999999996E-7</c:v>
                      </c:pt>
                      <c:pt idx="822">
                        <c:v>1.05555E-6</c:v>
                      </c:pt>
                      <c:pt idx="823">
                        <c:v>1.3072200000000001E-6</c:v>
                      </c:pt>
                      <c:pt idx="824">
                        <c:v>1.6153100000000001E-6</c:v>
                      </c:pt>
                      <c:pt idx="825">
                        <c:v>1.99161E-6</c:v>
                      </c:pt>
                      <c:pt idx="826">
                        <c:v>2.4501200000000002E-6</c:v>
                      </c:pt>
                      <c:pt idx="827">
                        <c:v>3.00753E-6</c:v>
                      </c:pt>
                      <c:pt idx="828">
                        <c:v>3.6835700000000002E-6</c:v>
                      </c:pt>
                      <c:pt idx="829">
                        <c:v>4.5015900000000004E-6</c:v>
                      </c:pt>
                      <c:pt idx="830">
                        <c:v>5.4890899999999998E-6</c:v>
                      </c:pt>
                      <c:pt idx="831">
                        <c:v>6.6784000000000003E-6</c:v>
                      </c:pt>
                      <c:pt idx="832">
                        <c:v>8.1074100000000004E-6</c:v>
                      </c:pt>
                      <c:pt idx="833">
                        <c:v>9.8204E-6</c:v>
                      </c:pt>
                      <c:pt idx="834">
                        <c:v>1.1868999999999999E-5</c:v>
                      </c:pt>
                      <c:pt idx="835">
                        <c:v>1.43132E-5</c:v>
                      </c:pt>
                      <c:pt idx="836">
                        <c:v>1.72225E-5</c:v>
                      </c:pt>
                      <c:pt idx="837">
                        <c:v>2.0677299999999999E-5</c:v>
                      </c:pt>
                      <c:pt idx="838">
                        <c:v>2.4770199999999999E-5</c:v>
                      </c:pt>
                      <c:pt idx="839">
                        <c:v>2.9607600000000001E-5</c:v>
                      </c:pt>
                      <c:pt idx="840">
                        <c:v>3.5311300000000002E-5</c:v>
                      </c:pt>
                      <c:pt idx="841">
                        <c:v>4.2020500000000002E-5</c:v>
                      </c:pt>
                      <c:pt idx="842">
                        <c:v>4.98939E-5</c:v>
                      </c:pt>
                      <c:pt idx="843">
                        <c:v>5.9111299999999998E-5</c:v>
                      </c:pt>
                      <c:pt idx="844">
                        <c:v>6.9876500000000001E-5</c:v>
                      </c:pt>
                      <c:pt idx="845">
                        <c:v>8.2419500000000006E-5</c:v>
                      </c:pt>
                      <c:pt idx="846">
                        <c:v>9.6998700000000004E-5</c:v>
                      </c:pt>
                      <c:pt idx="847" formatCode="General">
                        <c:v>1.13904E-4</c:v>
                      </c:pt>
                      <c:pt idx="848" formatCode="General">
                        <c:v>1.3346000000000001E-4</c:v>
                      </c:pt>
                      <c:pt idx="849" formatCode="General">
                        <c:v>1.5602699999999999E-4</c:v>
                      </c:pt>
                      <c:pt idx="850" formatCode="General">
                        <c:v>1.8200599999999999E-4</c:v>
                      </c:pt>
                      <c:pt idx="851" formatCode="General">
                        <c:v>2.1184099999999999E-4</c:v>
                      </c:pt>
                      <c:pt idx="852" formatCode="General">
                        <c:v>2.4602100000000002E-4</c:v>
                      </c:pt>
                      <c:pt idx="853" formatCode="General">
                        <c:v>2.8508299999999999E-4</c:v>
                      </c:pt>
                      <c:pt idx="854" formatCode="General">
                        <c:v>3.2961699999999999E-4</c:v>
                      </c:pt>
                      <c:pt idx="855" formatCode="General">
                        <c:v>3.8026299999999999E-4</c:v>
                      </c:pt>
                      <c:pt idx="856" formatCode="General">
                        <c:v>4.3771899999999999E-4</c:v>
                      </c:pt>
                      <c:pt idx="857" formatCode="General">
                        <c:v>5.0274200000000003E-4</c:v>
                      </c:pt>
                      <c:pt idx="858" formatCode="General">
                        <c:v>5.7614600000000004E-4</c:v>
                      </c:pt>
                      <c:pt idx="859" formatCode="General">
                        <c:v>6.5880699999999997E-4</c:v>
                      </c:pt>
                      <c:pt idx="860" formatCode="General">
                        <c:v>7.5165799999999999E-4</c:v>
                      </c:pt>
                      <c:pt idx="861" formatCode="General">
                        <c:v>8.5569800000000001E-4</c:v>
                      </c:pt>
                      <c:pt idx="862" formatCode="General">
                        <c:v>9.7198300000000005E-4</c:v>
                      </c:pt>
                      <c:pt idx="863" formatCode="General">
                        <c:v>1.101625E-3</c:v>
                      </c:pt>
                      <c:pt idx="864" formatCode="General">
                        <c:v>1.245796E-3</c:v>
                      </c:pt>
                      <c:pt idx="865" formatCode="General">
                        <c:v>1.405716E-3</c:v>
                      </c:pt>
                      <c:pt idx="866" formatCode="General">
                        <c:v>1.5826530000000001E-3</c:v>
                      </c:pt>
                      <c:pt idx="867" formatCode="General">
                        <c:v>1.777917E-3</c:v>
                      </c:pt>
                      <c:pt idx="868" formatCode="General">
                        <c:v>1.9928519999999998E-3</c:v>
                      </c:pt>
                      <c:pt idx="869" formatCode="General">
                        <c:v>2.2288249999999998E-3</c:v>
                      </c:pt>
                      <c:pt idx="870" formatCode="General">
                        <c:v>2.4872230000000002E-3</c:v>
                      </c:pt>
                      <c:pt idx="871" formatCode="General">
                        <c:v>2.769433E-3</c:v>
                      </c:pt>
                      <c:pt idx="872" formatCode="General">
                        <c:v>3.076839E-3</c:v>
                      </c:pt>
                      <c:pt idx="873" formatCode="General">
                        <c:v>3.4107989999999999E-3</c:v>
                      </c:pt>
                      <c:pt idx="874" formatCode="General">
                        <c:v>3.7726389999999999E-3</c:v>
                      </c:pt>
                      <c:pt idx="875" formatCode="General">
                        <c:v>4.1636269999999996E-3</c:v>
                      </c:pt>
                      <c:pt idx="876" formatCode="General">
                        <c:v>4.5849660000000002E-3</c:v>
                      </c:pt>
                      <c:pt idx="877" formatCode="General">
                        <c:v>5.0377659999999999E-3</c:v>
                      </c:pt>
                      <c:pt idx="878" formatCode="General">
                        <c:v>5.52303E-3</c:v>
                      </c:pt>
                      <c:pt idx="879" formatCode="General">
                        <c:v>6.0416350000000001E-3</c:v>
                      </c:pt>
                      <c:pt idx="880" formatCode="General">
                        <c:v>6.5943069999999998E-3</c:v>
                      </c:pt>
                      <c:pt idx="881" formatCode="General">
                        <c:v>7.1816040000000003E-3</c:v>
                      </c:pt>
                      <c:pt idx="882" formatCode="General">
                        <c:v>7.8038930000000001E-3</c:v>
                      </c:pt>
                      <c:pt idx="883" formatCode="General">
                        <c:v>8.4613329999999997E-3</c:v>
                      </c:pt>
                      <c:pt idx="884" formatCode="General">
                        <c:v>9.1538509999999993E-3</c:v>
                      </c:pt>
                      <c:pt idx="885" formatCode="General">
                        <c:v>9.8811279999999994E-3</c:v>
                      </c:pt>
                      <c:pt idx="886" formatCode="General">
                        <c:v>1.0642577E-2</c:v>
                      </c:pt>
                      <c:pt idx="887" formatCode="General">
                        <c:v>1.1437331E-2</c:v>
                      </c:pt>
                      <c:pt idx="888" formatCode="General">
                        <c:v>1.2264227000000001E-2</c:v>
                      </c:pt>
                      <c:pt idx="889" formatCode="General">
                        <c:v>1.3121796E-2</c:v>
                      </c:pt>
                      <c:pt idx="890" formatCode="General">
                        <c:v>1.4008253E-2</c:v>
                      </c:pt>
                      <c:pt idx="891" formatCode="General">
                        <c:v>1.4921492999999999E-2</c:v>
                      </c:pt>
                      <c:pt idx="892" formatCode="General">
                        <c:v>1.5859088E-2</c:v>
                      </c:pt>
                      <c:pt idx="893" formatCode="General">
                        <c:v>1.6818284999999999E-2</c:v>
                      </c:pt>
                      <c:pt idx="894" formatCode="General">
                        <c:v>1.7796017000000001E-2</c:v>
                      </c:pt>
                      <c:pt idx="895" formatCode="General">
                        <c:v>1.8788908E-2</c:v>
                      </c:pt>
                      <c:pt idx="896" formatCode="General">
                        <c:v>1.9793284000000001E-2</c:v>
                      </c:pt>
                      <c:pt idx="897" formatCode="General">
                        <c:v>2.0805193999999999E-2</c:v>
                      </c:pt>
                      <c:pt idx="898" formatCode="General">
                        <c:v>2.1820429999999998E-2</c:v>
                      </c:pt>
                      <c:pt idx="899" formatCode="General">
                        <c:v>2.2834548999999999E-2</c:v>
                      </c:pt>
                      <c:pt idx="900" formatCode="General">
                        <c:v>2.3842905000000001E-2</c:v>
                      </c:pt>
                      <c:pt idx="901" formatCode="General">
                        <c:v>2.4840681E-2</c:v>
                      </c:pt>
                      <c:pt idx="902" formatCode="General">
                        <c:v>2.5822926E-2</c:v>
                      </c:pt>
                      <c:pt idx="903" formatCode="General">
                        <c:v>2.6784589000000001E-2</c:v>
                      </c:pt>
                      <c:pt idx="904" formatCode="General">
                        <c:v>2.7720569E-2</c:v>
                      </c:pt>
                      <c:pt idx="905" formatCode="General">
                        <c:v>2.8625751000000001E-2</c:v>
                      </c:pt>
                      <c:pt idx="906" formatCode="General">
                        <c:v>2.9495057000000002E-2</c:v>
                      </c:pt>
                      <c:pt idx="907" formatCode="General">
                        <c:v>3.0323491000000001E-2</c:v>
                      </c:pt>
                      <c:pt idx="908" formatCode="General">
                        <c:v>3.1106185000000001E-2</c:v>
                      </c:pt>
                      <c:pt idx="909" formatCode="General">
                        <c:v>3.1838449999999997E-2</c:v>
                      </c:pt>
                      <c:pt idx="910" formatCode="General">
                        <c:v>3.2515818000000002E-2</c:v>
                      </c:pt>
                      <c:pt idx="911" formatCode="General">
                        <c:v>3.3134090999999997E-2</c:v>
                      </c:pt>
                      <c:pt idx="912" formatCode="General">
                        <c:v>3.3689380999999997E-2</c:v>
                      </c:pt>
                      <c:pt idx="913" formatCode="General">
                        <c:v>3.4178155000000002E-2</c:v>
                      </c:pt>
                      <c:pt idx="914" formatCode="General">
                        <c:v>3.4597267000000001E-2</c:v>
                      </c:pt>
                      <c:pt idx="915" formatCode="General">
                        <c:v>3.4943996999999997E-2</c:v>
                      </c:pt>
                      <c:pt idx="916" formatCode="General">
                        <c:v>3.5216075999999999E-2</c:v>
                      </c:pt>
                      <c:pt idx="917" formatCode="General">
                        <c:v>3.5411715000000003E-2</c:v>
                      </c:pt>
                      <c:pt idx="918" formatCode="General">
                        <c:v>3.5529618999999998E-2</c:v>
                      </c:pt>
                      <c:pt idx="919" formatCode="General">
                        <c:v>3.5569007999999999E-2</c:v>
                      </c:pt>
                      <c:pt idx="920" formatCode="General">
                        <c:v>3.5529618999999998E-2</c:v>
                      </c:pt>
                      <c:pt idx="921" formatCode="General">
                        <c:v>3.5411715000000003E-2</c:v>
                      </c:pt>
                      <c:pt idx="922" formatCode="General">
                        <c:v>3.5216075999999999E-2</c:v>
                      </c:pt>
                      <c:pt idx="923" formatCode="General">
                        <c:v>3.4943996999999997E-2</c:v>
                      </c:pt>
                      <c:pt idx="924" formatCode="General">
                        <c:v>3.4597267000000001E-2</c:v>
                      </c:pt>
                      <c:pt idx="925" formatCode="General">
                        <c:v>3.4178155000000002E-2</c:v>
                      </c:pt>
                      <c:pt idx="926" formatCode="General">
                        <c:v>3.3689380999999997E-2</c:v>
                      </c:pt>
                      <c:pt idx="927" formatCode="General">
                        <c:v>3.3134090999999997E-2</c:v>
                      </c:pt>
                      <c:pt idx="928" formatCode="General">
                        <c:v>3.2515818000000002E-2</c:v>
                      </c:pt>
                      <c:pt idx="929" formatCode="General">
                        <c:v>3.1838449999999997E-2</c:v>
                      </c:pt>
                      <c:pt idx="930" formatCode="General">
                        <c:v>3.1106185000000001E-2</c:v>
                      </c:pt>
                      <c:pt idx="931" formatCode="General">
                        <c:v>3.0323491000000001E-2</c:v>
                      </c:pt>
                      <c:pt idx="932" formatCode="General">
                        <c:v>2.9495057000000002E-2</c:v>
                      </c:pt>
                      <c:pt idx="933" formatCode="General">
                        <c:v>2.8625751000000001E-2</c:v>
                      </c:pt>
                      <c:pt idx="934" formatCode="General">
                        <c:v>2.7720569E-2</c:v>
                      </c:pt>
                      <c:pt idx="935" formatCode="General">
                        <c:v>2.6784589000000001E-2</c:v>
                      </c:pt>
                      <c:pt idx="936" formatCode="General">
                        <c:v>2.5822926E-2</c:v>
                      </c:pt>
                      <c:pt idx="937" formatCode="General">
                        <c:v>2.4840681E-2</c:v>
                      </c:pt>
                      <c:pt idx="938" formatCode="General">
                        <c:v>2.3842905000000001E-2</c:v>
                      </c:pt>
                      <c:pt idx="939" formatCode="General">
                        <c:v>2.2834548999999999E-2</c:v>
                      </c:pt>
                      <c:pt idx="940" formatCode="General">
                        <c:v>2.1820429999999998E-2</c:v>
                      </c:pt>
                      <c:pt idx="941" formatCode="General">
                        <c:v>2.0805193999999999E-2</c:v>
                      </c:pt>
                      <c:pt idx="942" formatCode="General">
                        <c:v>1.9793284000000001E-2</c:v>
                      </c:pt>
                      <c:pt idx="943" formatCode="General">
                        <c:v>1.8788908E-2</c:v>
                      </c:pt>
                      <c:pt idx="944" formatCode="General">
                        <c:v>1.7796017000000001E-2</c:v>
                      </c:pt>
                      <c:pt idx="945" formatCode="General">
                        <c:v>1.6818284999999999E-2</c:v>
                      </c:pt>
                      <c:pt idx="946" formatCode="General">
                        <c:v>1.5859088E-2</c:v>
                      </c:pt>
                      <c:pt idx="947" formatCode="General">
                        <c:v>1.4921492999999999E-2</c:v>
                      </c:pt>
                      <c:pt idx="948" formatCode="General">
                        <c:v>1.4008253E-2</c:v>
                      </c:pt>
                      <c:pt idx="949" formatCode="General">
                        <c:v>1.3121796E-2</c:v>
                      </c:pt>
                      <c:pt idx="950" formatCode="General">
                        <c:v>1.2264227000000001E-2</c:v>
                      </c:pt>
                      <c:pt idx="951" formatCode="General">
                        <c:v>1.1437331E-2</c:v>
                      </c:pt>
                      <c:pt idx="952" formatCode="General">
                        <c:v>1.0642577E-2</c:v>
                      </c:pt>
                      <c:pt idx="953" formatCode="General">
                        <c:v>9.8811279999999994E-3</c:v>
                      </c:pt>
                      <c:pt idx="954" formatCode="General">
                        <c:v>9.1538509999999993E-3</c:v>
                      </c:pt>
                      <c:pt idx="955" formatCode="General">
                        <c:v>8.4613329999999997E-3</c:v>
                      </c:pt>
                      <c:pt idx="956" formatCode="General">
                        <c:v>7.8038930000000001E-3</c:v>
                      </c:pt>
                      <c:pt idx="957" formatCode="General">
                        <c:v>7.1816040000000003E-3</c:v>
                      </c:pt>
                      <c:pt idx="958" formatCode="General">
                        <c:v>6.5943069999999998E-3</c:v>
                      </c:pt>
                      <c:pt idx="959" formatCode="General">
                        <c:v>6.0416350000000001E-3</c:v>
                      </c:pt>
                      <c:pt idx="960" formatCode="General">
                        <c:v>5.52303E-3</c:v>
                      </c:pt>
                      <c:pt idx="961" formatCode="General">
                        <c:v>5.0377659999999999E-3</c:v>
                      </c:pt>
                      <c:pt idx="962" formatCode="General">
                        <c:v>4.5849660000000002E-3</c:v>
                      </c:pt>
                      <c:pt idx="963" formatCode="General">
                        <c:v>4.1636269999999996E-3</c:v>
                      </c:pt>
                      <c:pt idx="964" formatCode="General">
                        <c:v>3.7726389999999999E-3</c:v>
                      </c:pt>
                      <c:pt idx="965" formatCode="General">
                        <c:v>3.4107989999999999E-3</c:v>
                      </c:pt>
                      <c:pt idx="966" formatCode="General">
                        <c:v>3.076839E-3</c:v>
                      </c:pt>
                      <c:pt idx="967" formatCode="General">
                        <c:v>2.769433E-3</c:v>
                      </c:pt>
                      <c:pt idx="968" formatCode="General">
                        <c:v>2.4872230000000002E-3</c:v>
                      </c:pt>
                      <c:pt idx="969" formatCode="General">
                        <c:v>2.2288249999999998E-3</c:v>
                      </c:pt>
                      <c:pt idx="970" formatCode="General">
                        <c:v>1.9928519999999998E-3</c:v>
                      </c:pt>
                      <c:pt idx="971" formatCode="General">
                        <c:v>1.777917E-3</c:v>
                      </c:pt>
                      <c:pt idx="972" formatCode="General">
                        <c:v>1.5826530000000001E-3</c:v>
                      </c:pt>
                      <c:pt idx="973" formatCode="General">
                        <c:v>1.405716E-3</c:v>
                      </c:pt>
                      <c:pt idx="974" formatCode="General">
                        <c:v>1.245796E-3</c:v>
                      </c:pt>
                      <c:pt idx="975" formatCode="General">
                        <c:v>1.101625E-3</c:v>
                      </c:pt>
                      <c:pt idx="976" formatCode="General">
                        <c:v>9.7198300000000005E-4</c:v>
                      </c:pt>
                      <c:pt idx="977" formatCode="General">
                        <c:v>8.5569800000000001E-4</c:v>
                      </c:pt>
                      <c:pt idx="978" formatCode="General">
                        <c:v>7.5165799999999999E-4</c:v>
                      </c:pt>
                      <c:pt idx="979" formatCode="General">
                        <c:v>6.5880699999999997E-4</c:v>
                      </c:pt>
                      <c:pt idx="980" formatCode="General">
                        <c:v>5.7614600000000004E-4</c:v>
                      </c:pt>
                      <c:pt idx="981" formatCode="General">
                        <c:v>5.0274200000000003E-4</c:v>
                      </c:pt>
                      <c:pt idx="982" formatCode="General">
                        <c:v>4.3771899999999999E-4</c:v>
                      </c:pt>
                      <c:pt idx="983" formatCode="General">
                        <c:v>3.8026299999999999E-4</c:v>
                      </c:pt>
                      <c:pt idx="984" formatCode="General">
                        <c:v>3.2961699999999999E-4</c:v>
                      </c:pt>
                      <c:pt idx="985" formatCode="General">
                        <c:v>2.8508299999999999E-4</c:v>
                      </c:pt>
                      <c:pt idx="986" formatCode="General">
                        <c:v>2.4602100000000002E-4</c:v>
                      </c:pt>
                      <c:pt idx="987" formatCode="General">
                        <c:v>2.1184099999999999E-4</c:v>
                      </c:pt>
                      <c:pt idx="988" formatCode="General">
                        <c:v>1.8200599999999999E-4</c:v>
                      </c:pt>
                      <c:pt idx="989" formatCode="General">
                        <c:v>1.5602699999999999E-4</c:v>
                      </c:pt>
                      <c:pt idx="990" formatCode="General">
                        <c:v>1.3346000000000001E-4</c:v>
                      </c:pt>
                      <c:pt idx="991" formatCode="General">
                        <c:v>1.13904E-4</c:v>
                      </c:pt>
                      <c:pt idx="992">
                        <c:v>9.6998700000000004E-5</c:v>
                      </c:pt>
                      <c:pt idx="993">
                        <c:v>8.2419500000000006E-5</c:v>
                      </c:pt>
                      <c:pt idx="994">
                        <c:v>6.9876500000000001E-5</c:v>
                      </c:pt>
                      <c:pt idx="995">
                        <c:v>5.9111299999999998E-5</c:v>
                      </c:pt>
                      <c:pt idx="996">
                        <c:v>4.98939E-5</c:v>
                      </c:pt>
                      <c:pt idx="997">
                        <c:v>4.2020500000000002E-5</c:v>
                      </c:pt>
                      <c:pt idx="998">
                        <c:v>3.5311300000000002E-5</c:v>
                      </c:pt>
                      <c:pt idx="999">
                        <c:v>2.9607600000000001E-5</c:v>
                      </c:pt>
                      <c:pt idx="1000">
                        <c:v>2.4770199999999999E-5</c:v>
                      </c:pt>
                      <c:pt idx="1001">
                        <c:v>2.0677299999999999E-5</c:v>
                      </c:pt>
                      <c:pt idx="1002">
                        <c:v>1.72225E-5</c:v>
                      </c:pt>
                      <c:pt idx="1003">
                        <c:v>1.43132E-5</c:v>
                      </c:pt>
                      <c:pt idx="1004">
                        <c:v>1.1868999999999999E-5</c:v>
                      </c:pt>
                      <c:pt idx="1005">
                        <c:v>9.8204E-6</c:v>
                      </c:pt>
                      <c:pt idx="1006">
                        <c:v>8.1074100000000004E-6</c:v>
                      </c:pt>
                      <c:pt idx="1007">
                        <c:v>6.6784000000000003E-6</c:v>
                      </c:pt>
                      <c:pt idx="1008">
                        <c:v>5.4890899999999998E-6</c:v>
                      </c:pt>
                      <c:pt idx="1009">
                        <c:v>4.5015900000000004E-6</c:v>
                      </c:pt>
                      <c:pt idx="1010">
                        <c:v>3.6835700000000002E-6</c:v>
                      </c:pt>
                      <c:pt idx="1011">
                        <c:v>3.00753E-6</c:v>
                      </c:pt>
                      <c:pt idx="1012">
                        <c:v>2.4501200000000002E-6</c:v>
                      </c:pt>
                      <c:pt idx="1013">
                        <c:v>1.99161E-6</c:v>
                      </c:pt>
                      <c:pt idx="1014">
                        <c:v>1.6153100000000001E-6</c:v>
                      </c:pt>
                      <c:pt idx="1015">
                        <c:v>1.3072200000000001E-6</c:v>
                      </c:pt>
                      <c:pt idx="1016">
                        <c:v>1.05555E-6</c:v>
                      </c:pt>
                      <c:pt idx="1017">
                        <c:v>8.5043899999999996E-7</c:v>
                      </c:pt>
                      <c:pt idx="1018">
                        <c:v>6.8367099999999995E-7</c:v>
                      </c:pt>
                      <c:pt idx="1019">
                        <c:v>5.4838900000000003E-7</c:v>
                      </c:pt>
                      <c:pt idx="1020">
                        <c:v>4.38902E-7</c:v>
                      </c:pt>
                      <c:pt idx="1021">
                        <c:v>3.5049699999999999E-7</c:v>
                      </c:pt>
                      <c:pt idx="1022">
                        <c:v>2.7928E-7</c:v>
                      </c:pt>
                      <c:pt idx="1023">
                        <c:v>2.2204E-7</c:v>
                      </c:pt>
                      <c:pt idx="1024">
                        <c:v>1.7614099999999999E-7</c:v>
                      </c:pt>
                      <c:pt idx="1025">
                        <c:v>1.3942099999999999E-7</c:v>
                      </c:pt>
                      <c:pt idx="1026">
                        <c:v>1.10111E-7</c:v>
                      </c:pt>
                      <c:pt idx="1027">
                        <c:v>8.6771099999999995E-8</c:v>
                      </c:pt>
                      <c:pt idx="1028">
                        <c:v>6.8226799999999995E-8</c:v>
                      </c:pt>
                      <c:pt idx="1029">
                        <c:v>5.3526900000000001E-8</c:v>
                      </c:pt>
                      <c:pt idx="1030">
                        <c:v>4.1901300000000002E-8</c:v>
                      </c:pt>
                      <c:pt idx="1031">
                        <c:v>3.2728099999999999E-8</c:v>
                      </c:pt>
                      <c:pt idx="1032">
                        <c:v>2.5506500000000001E-8</c:v>
                      </c:pt>
                      <c:pt idx="1033">
                        <c:v>1.9834399999999999E-8</c:v>
                      </c:pt>
                      <c:pt idx="1034">
                        <c:v>1.53895E-8</c:v>
                      </c:pt>
                      <c:pt idx="1035">
                        <c:v>1.19143E-8</c:v>
                      </c:pt>
                      <c:pt idx="1036">
                        <c:v>9.2033999999999999E-9</c:v>
                      </c:pt>
                      <c:pt idx="1037">
                        <c:v>7.0936000000000004E-9</c:v>
                      </c:pt>
                      <c:pt idx="1038">
                        <c:v>5.4553499999999998E-9</c:v>
                      </c:pt>
                      <c:pt idx="1039">
                        <c:v>4.1861699999999998E-9</c:v>
                      </c:pt>
                      <c:pt idx="1040">
                        <c:v>3.20514E-9</c:v>
                      </c:pt>
                      <c:pt idx="1041">
                        <c:v>2.4485900000000001E-9</c:v>
                      </c:pt>
                      <c:pt idx="1042">
                        <c:v>1.8664799999999999E-9</c:v>
                      </c:pt>
                      <c:pt idx="1043">
                        <c:v>1.4195999999999999E-9</c:v>
                      </c:pt>
                      <c:pt idx="1044">
                        <c:v>1.07733E-9</c:v>
                      </c:pt>
                      <c:pt idx="1045">
                        <c:v>8.1576999999999997E-10</c:v>
                      </c:pt>
                      <c:pt idx="1046">
                        <c:v>6.1634600000000001E-10</c:v>
                      </c:pt>
                      <c:pt idx="1047">
                        <c:v>4.7437799999999995E-10</c:v>
                      </c:pt>
                      <c:pt idx="1048">
                        <c:v>4.0339499999999998E-10</c:v>
                      </c:pt>
                      <c:pt idx="1049">
                        <c:v>3.6790300000000002E-10</c:v>
                      </c:pt>
                      <c:pt idx="1050">
                        <c:v>3.5015699999999998E-10</c:v>
                      </c:pt>
                      <c:pt idx="1051">
                        <c:v>3.4128400000000002E-10</c:v>
                      </c:pt>
                      <c:pt idx="1052">
                        <c:v>3.3684700000000001E-10</c:v>
                      </c:pt>
                      <c:pt idx="1053">
                        <c:v>3.34629E-10</c:v>
                      </c:pt>
                      <c:pt idx="1054">
                        <c:v>3.3352E-10</c:v>
                      </c:pt>
                      <c:pt idx="1055">
                        <c:v>3.32965E-10</c:v>
                      </c:pt>
                      <c:pt idx="1056">
                        <c:v>3.32411E-10</c:v>
                      </c:pt>
                      <c:pt idx="1057">
                        <c:v>4.3996499999999999E-10</c:v>
                      </c:pt>
                      <c:pt idx="1058">
                        <c:v>5.8103100000000002E-10</c:v>
                      </c:pt>
                      <c:pt idx="1059">
                        <c:v>7.6562799999999995E-10</c:v>
                      </c:pt>
                      <c:pt idx="1060">
                        <c:v>1.0066399999999999E-9</c:v>
                      </c:pt>
                      <c:pt idx="1061">
                        <c:v>1.3205900000000001E-9</c:v>
                      </c:pt>
                      <c:pt idx="1062">
                        <c:v>1.72862E-9</c:v>
                      </c:pt>
                      <c:pt idx="1063">
                        <c:v>2.2577000000000002E-9</c:v>
                      </c:pt>
                      <c:pt idx="1064">
                        <c:v>2.9422099999999999E-9</c:v>
                      </c:pt>
                      <c:pt idx="1065">
                        <c:v>3.8257600000000002E-9</c:v>
                      </c:pt>
                      <c:pt idx="1066">
                        <c:v>4.9636300000000002E-9</c:v>
                      </c:pt>
                      <c:pt idx="1067">
                        <c:v>6.4256699999999998E-9</c:v>
                      </c:pt>
                      <c:pt idx="1068">
                        <c:v>8.2999400000000006E-9</c:v>
                      </c:pt>
                      <c:pt idx="1069">
                        <c:v>1.0697200000000001E-8</c:v>
                      </c:pt>
                      <c:pt idx="1070">
                        <c:v>1.3756300000000001E-8</c:v>
                      </c:pt>
                      <c:pt idx="1071">
                        <c:v>1.7651099999999999E-8</c:v>
                      </c:pt>
                      <c:pt idx="1072">
                        <c:v>2.25984E-8</c:v>
                      </c:pt>
                      <c:pt idx="1073">
                        <c:v>2.8868399999999999E-8</c:v>
                      </c:pt>
                      <c:pt idx="1074">
                        <c:v>3.6796400000000003E-8</c:v>
                      </c:pt>
                      <c:pt idx="1075">
                        <c:v>4.6797800000000002E-8</c:v>
                      </c:pt>
                      <c:pt idx="1076">
                        <c:v>5.9385900000000001E-8</c:v>
                      </c:pt>
                      <c:pt idx="1077">
                        <c:v>7.5193200000000001E-8</c:v>
                      </c:pt>
                      <c:pt idx="1078">
                        <c:v>9.4997300000000003E-8</c:v>
                      </c:pt>
                      <c:pt idx="1079">
                        <c:v>1.19752E-7</c:v>
                      </c:pt>
                      <c:pt idx="1080">
                        <c:v>1.5062200000000001E-7</c:v>
                      </c:pt>
                      <c:pt idx="1081">
                        <c:v>1.8903199999999999E-7</c:v>
                      </c:pt>
                      <c:pt idx="1082">
                        <c:v>2.3671100000000001E-7</c:v>
                      </c:pt>
                      <c:pt idx="1083">
                        <c:v>2.9576E-7</c:v>
                      </c:pt>
                      <c:pt idx="1084">
                        <c:v>3.6872100000000001E-7</c:v>
                      </c:pt>
                      <c:pt idx="1085">
                        <c:v>4.5866299999999998E-7</c:v>
                      </c:pt>
                      <c:pt idx="1086">
                        <c:v>5.6928200000000003E-7</c:v>
                      </c:pt>
                      <c:pt idx="1087">
                        <c:v>7.0501600000000004E-7</c:v>
                      </c:pt>
                      <c:pt idx="1088">
                        <c:v>8.7118E-7</c:v>
                      </c:pt>
                      <c:pt idx="1089">
                        <c:v>1.0741199999999999E-6</c:v>
                      </c:pt>
                      <c:pt idx="1090">
                        <c:v>1.32141E-6</c:v>
                      </c:pt>
                      <c:pt idx="1091">
                        <c:v>1.6220300000000001E-6</c:v>
                      </c:pt>
                      <c:pt idx="1092">
                        <c:v>1.98664E-6</c:v>
                      </c:pt>
                      <c:pt idx="1093">
                        <c:v>2.42782E-6</c:v>
                      </c:pt>
                      <c:pt idx="1094">
                        <c:v>2.9604000000000001E-6</c:v>
                      </c:pt>
                      <c:pt idx="1095">
                        <c:v>3.60183E-6</c:v>
                      </c:pt>
                      <c:pt idx="1096">
                        <c:v>4.3725299999999996E-6</c:v>
                      </c:pt>
                      <c:pt idx="1097">
                        <c:v>5.29639E-6</c:v>
                      </c:pt>
                      <c:pt idx="1098">
                        <c:v>6.4012499999999999E-6</c:v>
                      </c:pt>
                      <c:pt idx="1099">
                        <c:v>7.7194700000000008E-6</c:v>
                      </c:pt>
                      <c:pt idx="1100">
                        <c:v>9.2885400000000003E-6</c:v>
                      </c:pt>
                      <c:pt idx="1101">
                        <c:v>1.1151800000000001E-5</c:v>
                      </c:pt>
                      <c:pt idx="1102">
                        <c:v>1.3359200000000001E-5</c:v>
                      </c:pt>
                      <c:pt idx="1103">
                        <c:v>1.59681E-5</c:v>
                      </c:pt>
                      <c:pt idx="1104">
                        <c:v>1.90443E-5</c:v>
                      </c:pt>
                      <c:pt idx="1105">
                        <c:v>2.2662699999999999E-5</c:v>
                      </c:pt>
                      <c:pt idx="1106">
                        <c:v>2.6908999999999999E-5</c:v>
                      </c:pt>
                      <c:pt idx="1107">
                        <c:v>3.18802E-5</c:v>
                      </c:pt>
                      <c:pt idx="1108">
                        <c:v>3.7686199999999998E-5</c:v>
                      </c:pt>
                      <c:pt idx="1109">
                        <c:v>4.4450899999999998E-5</c:v>
                      </c:pt>
                      <c:pt idx="1110">
                        <c:v>5.2313900000000001E-5</c:v>
                      </c:pt>
                      <c:pt idx="1111">
                        <c:v>6.1431400000000003E-5</c:v>
                      </c:pt>
                      <c:pt idx="1112">
                        <c:v>7.1978300000000002E-5</c:v>
                      </c:pt>
                      <c:pt idx="1113">
                        <c:v>8.4149399999999998E-5</c:v>
                      </c:pt>
                      <c:pt idx="1114">
                        <c:v>9.8160599999999997E-5</c:v>
                      </c:pt>
                      <c:pt idx="1115" formatCode="General">
                        <c:v>1.14251E-4</c:v>
                      </c:pt>
                      <c:pt idx="1116" formatCode="General">
                        <c:v>1.3268500000000001E-4</c:v>
                      </c:pt>
                      <c:pt idx="1117" formatCode="General">
                        <c:v>1.5375299999999999E-4</c:v>
                      </c:pt>
                      <c:pt idx="1118" formatCode="General">
                        <c:v>1.7777E-4</c:v>
                      </c:pt>
                      <c:pt idx="1119" formatCode="General">
                        <c:v>2.0508500000000001E-4</c:v>
                      </c:pt>
                      <c:pt idx="1120" formatCode="General">
                        <c:v>2.36073E-4</c:v>
                      </c:pt>
                      <c:pt idx="1121" formatCode="General">
                        <c:v>2.7114199999999999E-4</c:v>
                      </c:pt>
                      <c:pt idx="1122" formatCode="General">
                        <c:v>3.1073E-4</c:v>
                      </c:pt>
                      <c:pt idx="1123" formatCode="General">
                        <c:v>3.5531099999999997E-4</c:v>
                      </c:pt>
                      <c:pt idx="1124" formatCode="General">
                        <c:v>4.0538800000000002E-4</c:v>
                      </c:pt>
                      <c:pt idx="1125" formatCode="General">
                        <c:v>4.615E-4</c:v>
                      </c:pt>
                      <c:pt idx="1126" formatCode="General">
                        <c:v>5.2421499999999997E-4</c:v>
                      </c:pt>
                      <c:pt idx="1127" formatCode="General">
                        <c:v>5.9413399999999996E-4</c:v>
                      </c:pt>
                      <c:pt idx="1128" formatCode="General">
                        <c:v>6.7188899999999995E-4</c:v>
                      </c:pt>
                      <c:pt idx="1129" formatCode="General">
                        <c:v>7.58138E-4</c:v>
                      </c:pt>
                      <c:pt idx="1130" formatCode="General">
                        <c:v>8.5356500000000003E-4</c:v>
                      </c:pt>
                      <c:pt idx="1131" formatCode="General">
                        <c:v>9.58876E-4</c:v>
                      </c:pt>
                      <c:pt idx="1132" formatCode="General">
                        <c:v>1.0747949999999999E-3</c:v>
                      </c:pt>
                      <c:pt idx="1133" formatCode="General">
                        <c:v>1.2020609999999999E-3</c:v>
                      </c:pt>
                      <c:pt idx="1134" formatCode="General">
                        <c:v>1.3414220000000001E-3</c:v>
                      </c:pt>
                      <c:pt idx="1135" formatCode="General">
                        <c:v>1.4936249999999999E-3</c:v>
                      </c:pt>
                      <c:pt idx="1136" formatCode="General">
                        <c:v>1.6594159999999999E-3</c:v>
                      </c:pt>
                      <c:pt idx="1137" formatCode="General">
                        <c:v>1.83953E-3</c:v>
                      </c:pt>
                      <c:pt idx="1138" formatCode="General">
                        <c:v>2.0346790000000002E-3</c:v>
                      </c:pt>
                      <c:pt idx="1139" formatCode="General">
                        <c:v>2.2455489999999999E-3</c:v>
                      </c:pt>
                      <c:pt idx="1140" formatCode="General">
                        <c:v>2.4727870000000002E-3</c:v>
                      </c:pt>
                      <c:pt idx="1141" formatCode="General">
                        <c:v>2.7169939999999999E-3</c:v>
                      </c:pt>
                      <c:pt idx="1142" formatCode="General">
                        <c:v>2.978709E-3</c:v>
                      </c:pt>
                      <c:pt idx="1143" formatCode="General">
                        <c:v>3.2584060000000001E-3</c:v>
                      </c:pt>
                      <c:pt idx="1144" formatCode="General">
                        <c:v>3.5564749999999999E-3</c:v>
                      </c:pt>
                      <c:pt idx="1145" formatCode="General">
                        <c:v>3.8732189999999998E-3</c:v>
                      </c:pt>
                      <c:pt idx="1146" formatCode="General">
                        <c:v>4.2088350000000002E-3</c:v>
                      </c:pt>
                      <c:pt idx="1147" formatCode="General">
                        <c:v>4.563409E-3</c:v>
                      </c:pt>
                      <c:pt idx="1148" formatCode="General">
                        <c:v>4.936902E-3</c:v>
                      </c:pt>
                      <c:pt idx="1149" formatCode="General">
                        <c:v>5.3291409999999999E-3</c:v>
                      </c:pt>
                      <c:pt idx="1150" formatCode="General">
                        <c:v>5.7398090000000002E-3</c:v>
                      </c:pt>
                      <c:pt idx="1151" formatCode="General">
                        <c:v>6.1684399999999999E-3</c:v>
                      </c:pt>
                      <c:pt idx="1152" formatCode="General">
                        <c:v>6.6144059999999998E-3</c:v>
                      </c:pt>
                      <c:pt idx="1153" formatCode="General">
                        <c:v>7.0769140000000001E-3</c:v>
                      </c:pt>
                      <c:pt idx="1154" formatCode="General">
                        <c:v>7.5550030000000002E-3</c:v>
                      </c:pt>
                      <c:pt idx="1155" formatCode="General">
                        <c:v>8.0475359999999992E-3</c:v>
                      </c:pt>
                      <c:pt idx="1156" formatCode="General">
                        <c:v>8.553204E-3</c:v>
                      </c:pt>
                      <c:pt idx="1157" formatCode="General">
                        <c:v>9.0705239999999999E-3</c:v>
                      </c:pt>
                      <c:pt idx="1158" formatCode="General">
                        <c:v>9.5978390000000004E-3</c:v>
                      </c:pt>
                      <c:pt idx="1159" formatCode="General">
                        <c:v>1.0133329999999999E-2</c:v>
                      </c:pt>
                      <c:pt idx="1160" formatCode="General">
                        <c:v>1.0675015E-2</c:v>
                      </c:pt>
                      <c:pt idx="1161" formatCode="General">
                        <c:v>1.1220763999999999E-2</c:v>
                      </c:pt>
                      <c:pt idx="1162" formatCode="General">
                        <c:v>1.1768305999999999E-2</c:v>
                      </c:pt>
                      <c:pt idx="1163" formatCode="General">
                        <c:v>1.2315246E-2</c:v>
                      </c:pt>
                      <c:pt idx="1164" formatCode="General">
                        <c:v>1.2859077999999999E-2</c:v>
                      </c:pt>
                      <c:pt idx="1165" formatCode="General">
                        <c:v>1.3397203999999999E-2</c:v>
                      </c:pt>
                      <c:pt idx="1166" formatCode="General">
                        <c:v>1.3926953000000001E-2</c:v>
                      </c:pt>
                      <c:pt idx="1167" formatCode="General">
                        <c:v>1.4445602E-2</c:v>
                      </c:pt>
                      <c:pt idx="1168" formatCode="General">
                        <c:v>1.4950399E-2</c:v>
                      </c:pt>
                      <c:pt idx="1169" formatCode="General">
                        <c:v>1.5438587E-2</c:v>
                      </c:pt>
                      <c:pt idx="1170" formatCode="General">
                        <c:v>1.5907424999999999E-2</c:v>
                      </c:pt>
                      <c:pt idx="1171" formatCode="General">
                        <c:v>1.6354219999999999E-2</c:v>
                      </c:pt>
                      <c:pt idx="1172" formatCode="General">
                        <c:v>1.6776347E-2</c:v>
                      </c:pt>
                      <c:pt idx="1173" formatCode="General">
                        <c:v>1.7171275999999999E-2</c:v>
                      </c:pt>
                      <c:pt idx="1174" formatCode="General">
                        <c:v>1.7536598E-2</c:v>
                      </c:pt>
                      <c:pt idx="1175" formatCode="General">
                        <c:v>1.7870047999999999E-2</c:v>
                      </c:pt>
                      <c:pt idx="1176" formatCode="General">
                        <c:v>1.816953E-2</c:v>
                      </c:pt>
                      <c:pt idx="1177" formatCode="General">
                        <c:v>1.8433136999999999E-2</c:v>
                      </c:pt>
                      <c:pt idx="1178" formatCode="General">
                        <c:v>1.8659175E-2</c:v>
                      </c:pt>
                      <c:pt idx="1179" formatCode="General">
                        <c:v>1.8846175E-2</c:v>
                      </c:pt>
                      <c:pt idx="1180" formatCode="General">
                        <c:v>1.8992914999999999E-2</c:v>
                      </c:pt>
                      <c:pt idx="1181" formatCode="General">
                        <c:v>1.9098427000000001E-2</c:v>
                      </c:pt>
                      <c:pt idx="1182" formatCode="General">
                        <c:v>1.9162016E-2</c:v>
                      </c:pt>
                      <c:pt idx="1183" formatCode="General">
                        <c:v>1.9183259000000001E-2</c:v>
                      </c:pt>
                      <c:pt idx="1184" formatCode="General">
                        <c:v>1.9162016E-2</c:v>
                      </c:pt>
                      <c:pt idx="1185" formatCode="General">
                        <c:v>1.9098427000000001E-2</c:v>
                      </c:pt>
                      <c:pt idx="1186" formatCode="General">
                        <c:v>1.8992914999999999E-2</c:v>
                      </c:pt>
                      <c:pt idx="1187" formatCode="General">
                        <c:v>1.8846175E-2</c:v>
                      </c:pt>
                      <c:pt idx="1188" formatCode="General">
                        <c:v>1.8659175E-2</c:v>
                      </c:pt>
                      <c:pt idx="1189" formatCode="General">
                        <c:v>1.8433136999999999E-2</c:v>
                      </c:pt>
                      <c:pt idx="1190" formatCode="General">
                        <c:v>1.816953E-2</c:v>
                      </c:pt>
                      <c:pt idx="1191" formatCode="General">
                        <c:v>1.7870047999999999E-2</c:v>
                      </c:pt>
                      <c:pt idx="1192" formatCode="General">
                        <c:v>1.7536598E-2</c:v>
                      </c:pt>
                      <c:pt idx="1193" formatCode="General">
                        <c:v>1.7171275999999999E-2</c:v>
                      </c:pt>
                      <c:pt idx="1194" formatCode="General">
                        <c:v>1.6776347E-2</c:v>
                      </c:pt>
                      <c:pt idx="1195" formatCode="General">
                        <c:v>1.6354219999999999E-2</c:v>
                      </c:pt>
                      <c:pt idx="1196" formatCode="General">
                        <c:v>1.5907424999999999E-2</c:v>
                      </c:pt>
                      <c:pt idx="1197" formatCode="General">
                        <c:v>1.5438587E-2</c:v>
                      </c:pt>
                      <c:pt idx="1198" formatCode="General">
                        <c:v>1.4950399E-2</c:v>
                      </c:pt>
                      <c:pt idx="1199" formatCode="General">
                        <c:v>1.4445602E-2</c:v>
                      </c:pt>
                      <c:pt idx="1200" formatCode="General">
                        <c:v>1.3926953000000001E-2</c:v>
                      </c:pt>
                      <c:pt idx="1201" formatCode="General">
                        <c:v>1.3397203999999999E-2</c:v>
                      </c:pt>
                      <c:pt idx="1202" formatCode="General">
                        <c:v>1.2859077999999999E-2</c:v>
                      </c:pt>
                      <c:pt idx="1203" formatCode="General">
                        <c:v>1.2315246E-2</c:v>
                      </c:pt>
                      <c:pt idx="1204" formatCode="General">
                        <c:v>1.1768305999999999E-2</c:v>
                      </c:pt>
                      <c:pt idx="1205" formatCode="General">
                        <c:v>1.1220763999999999E-2</c:v>
                      </c:pt>
                      <c:pt idx="1206" formatCode="General">
                        <c:v>1.0675015E-2</c:v>
                      </c:pt>
                      <c:pt idx="1207" formatCode="General">
                        <c:v>1.0133329999999999E-2</c:v>
                      </c:pt>
                      <c:pt idx="1208" formatCode="General">
                        <c:v>9.5978390000000004E-3</c:v>
                      </c:pt>
                      <c:pt idx="1209" formatCode="General">
                        <c:v>9.0705239999999999E-3</c:v>
                      </c:pt>
                      <c:pt idx="1210" formatCode="General">
                        <c:v>8.553204E-3</c:v>
                      </c:pt>
                      <c:pt idx="1211" formatCode="General">
                        <c:v>8.0475359999999992E-3</c:v>
                      </c:pt>
                      <c:pt idx="1212" formatCode="General">
                        <c:v>7.5550030000000002E-3</c:v>
                      </c:pt>
                      <c:pt idx="1213" formatCode="General">
                        <c:v>7.0769140000000001E-3</c:v>
                      </c:pt>
                      <c:pt idx="1214" formatCode="General">
                        <c:v>6.6144059999999998E-3</c:v>
                      </c:pt>
                      <c:pt idx="1215" formatCode="General">
                        <c:v>6.1684399999999999E-3</c:v>
                      </c:pt>
                      <c:pt idx="1216" formatCode="General">
                        <c:v>5.7398090000000002E-3</c:v>
                      </c:pt>
                      <c:pt idx="1217" formatCode="General">
                        <c:v>5.3291409999999999E-3</c:v>
                      </c:pt>
                      <c:pt idx="1218" formatCode="General">
                        <c:v>4.936902E-3</c:v>
                      </c:pt>
                      <c:pt idx="1219" formatCode="General">
                        <c:v>4.563409E-3</c:v>
                      </c:pt>
                      <c:pt idx="1220" formatCode="General">
                        <c:v>4.2088350000000002E-3</c:v>
                      </c:pt>
                      <c:pt idx="1221" formatCode="General">
                        <c:v>3.8732189999999998E-3</c:v>
                      </c:pt>
                      <c:pt idx="1222" formatCode="General">
                        <c:v>3.5564749999999999E-3</c:v>
                      </c:pt>
                      <c:pt idx="1223" formatCode="General">
                        <c:v>3.2584060000000001E-3</c:v>
                      </c:pt>
                      <c:pt idx="1224" formatCode="General">
                        <c:v>2.978709E-3</c:v>
                      </c:pt>
                      <c:pt idx="1225" formatCode="General">
                        <c:v>2.7169939999999999E-3</c:v>
                      </c:pt>
                      <c:pt idx="1226" formatCode="General">
                        <c:v>2.4727870000000002E-3</c:v>
                      </c:pt>
                      <c:pt idx="1227" formatCode="General">
                        <c:v>2.2455489999999999E-3</c:v>
                      </c:pt>
                      <c:pt idx="1228" formatCode="General">
                        <c:v>2.0346790000000002E-3</c:v>
                      </c:pt>
                      <c:pt idx="1229" formatCode="General">
                        <c:v>1.83953E-3</c:v>
                      </c:pt>
                      <c:pt idx="1230" formatCode="General">
                        <c:v>1.6594159999999999E-3</c:v>
                      </c:pt>
                      <c:pt idx="1231" formatCode="General">
                        <c:v>1.4936249999999999E-3</c:v>
                      </c:pt>
                      <c:pt idx="1232" formatCode="General">
                        <c:v>1.3414220000000001E-3</c:v>
                      </c:pt>
                      <c:pt idx="1233" formatCode="General">
                        <c:v>1.2020609999999999E-3</c:v>
                      </c:pt>
                      <c:pt idx="1234" formatCode="General">
                        <c:v>1.0747949999999999E-3</c:v>
                      </c:pt>
                      <c:pt idx="1235" formatCode="General">
                        <c:v>9.58876E-4</c:v>
                      </c:pt>
                      <c:pt idx="1236" formatCode="General">
                        <c:v>8.5356500000000003E-4</c:v>
                      </c:pt>
                      <c:pt idx="1237" formatCode="General">
                        <c:v>7.58138E-4</c:v>
                      </c:pt>
                      <c:pt idx="1238" formatCode="General">
                        <c:v>6.7188899999999995E-4</c:v>
                      </c:pt>
                      <c:pt idx="1239" formatCode="General">
                        <c:v>5.9413399999999996E-4</c:v>
                      </c:pt>
                      <c:pt idx="1240" formatCode="General">
                        <c:v>5.2421499999999997E-4</c:v>
                      </c:pt>
                      <c:pt idx="1241" formatCode="General">
                        <c:v>4.615E-4</c:v>
                      </c:pt>
                      <c:pt idx="1242" formatCode="General">
                        <c:v>4.0538800000000002E-4</c:v>
                      </c:pt>
                      <c:pt idx="1243" formatCode="General">
                        <c:v>3.5531099999999997E-4</c:v>
                      </c:pt>
                      <c:pt idx="1244" formatCode="General">
                        <c:v>3.1073E-4</c:v>
                      </c:pt>
                      <c:pt idx="1245" formatCode="General">
                        <c:v>2.7114199999999999E-4</c:v>
                      </c:pt>
                      <c:pt idx="1246" formatCode="General">
                        <c:v>2.36073E-4</c:v>
                      </c:pt>
                      <c:pt idx="1247" formatCode="General">
                        <c:v>2.0508500000000001E-4</c:v>
                      </c:pt>
                      <c:pt idx="1248" formatCode="General">
                        <c:v>1.7777E-4</c:v>
                      </c:pt>
                      <c:pt idx="1249" formatCode="General">
                        <c:v>1.5375299999999999E-4</c:v>
                      </c:pt>
                      <c:pt idx="1250" formatCode="General">
                        <c:v>1.3268500000000001E-4</c:v>
                      </c:pt>
                      <c:pt idx="1251" formatCode="General">
                        <c:v>1.14251E-4</c:v>
                      </c:pt>
                      <c:pt idx="1252">
                        <c:v>9.8160599999999997E-5</c:v>
                      </c:pt>
                      <c:pt idx="1253">
                        <c:v>8.4149399999999998E-5</c:v>
                      </c:pt>
                      <c:pt idx="1254">
                        <c:v>7.1978300000000002E-5</c:v>
                      </c:pt>
                      <c:pt idx="1255">
                        <c:v>6.1431400000000003E-5</c:v>
                      </c:pt>
                      <c:pt idx="1256">
                        <c:v>5.2313900000000001E-5</c:v>
                      </c:pt>
                      <c:pt idx="1257">
                        <c:v>4.4450899999999998E-5</c:v>
                      </c:pt>
                      <c:pt idx="1258">
                        <c:v>3.7686199999999998E-5</c:v>
                      </c:pt>
                      <c:pt idx="1259">
                        <c:v>3.18802E-5</c:v>
                      </c:pt>
                      <c:pt idx="1260">
                        <c:v>2.6908999999999999E-5</c:v>
                      </c:pt>
                      <c:pt idx="1261">
                        <c:v>2.2662699999999999E-5</c:v>
                      </c:pt>
                      <c:pt idx="1262">
                        <c:v>1.90443E-5</c:v>
                      </c:pt>
                      <c:pt idx="1263">
                        <c:v>1.59681E-5</c:v>
                      </c:pt>
                      <c:pt idx="1264">
                        <c:v>1.3359200000000001E-5</c:v>
                      </c:pt>
                      <c:pt idx="1265">
                        <c:v>1.1151800000000001E-5</c:v>
                      </c:pt>
                      <c:pt idx="1266">
                        <c:v>9.2885400000000003E-6</c:v>
                      </c:pt>
                      <c:pt idx="1267">
                        <c:v>7.7194700000000008E-6</c:v>
                      </c:pt>
                      <c:pt idx="1268">
                        <c:v>6.4012499999999999E-6</c:v>
                      </c:pt>
                      <c:pt idx="1269">
                        <c:v>5.29639E-6</c:v>
                      </c:pt>
                      <c:pt idx="1270">
                        <c:v>4.3725299999999996E-6</c:v>
                      </c:pt>
                      <c:pt idx="1271">
                        <c:v>3.60183E-6</c:v>
                      </c:pt>
                      <c:pt idx="1272">
                        <c:v>2.9604000000000001E-6</c:v>
                      </c:pt>
                      <c:pt idx="1273">
                        <c:v>2.42782E-6</c:v>
                      </c:pt>
                      <c:pt idx="1274">
                        <c:v>1.98664E-6</c:v>
                      </c:pt>
                      <c:pt idx="1275">
                        <c:v>1.6220300000000001E-6</c:v>
                      </c:pt>
                      <c:pt idx="1276">
                        <c:v>1.32141E-6</c:v>
                      </c:pt>
                      <c:pt idx="1277">
                        <c:v>1.0741199999999999E-6</c:v>
                      </c:pt>
                      <c:pt idx="1278">
                        <c:v>8.7118E-7</c:v>
                      </c:pt>
                      <c:pt idx="1279">
                        <c:v>7.0501600000000004E-7</c:v>
                      </c:pt>
                      <c:pt idx="1280">
                        <c:v>5.6928200000000003E-7</c:v>
                      </c:pt>
                      <c:pt idx="1281">
                        <c:v>4.5866299999999998E-7</c:v>
                      </c:pt>
                      <c:pt idx="1282">
                        <c:v>3.6872100000000001E-7</c:v>
                      </c:pt>
                      <c:pt idx="1283">
                        <c:v>2.9576E-7</c:v>
                      </c:pt>
                      <c:pt idx="1284">
                        <c:v>2.3671100000000001E-7</c:v>
                      </c:pt>
                      <c:pt idx="1285">
                        <c:v>1.8903199999999999E-7</c:v>
                      </c:pt>
                      <c:pt idx="1286">
                        <c:v>1.5062200000000001E-7</c:v>
                      </c:pt>
                      <c:pt idx="1287">
                        <c:v>1.19752E-7</c:v>
                      </c:pt>
                      <c:pt idx="1288">
                        <c:v>9.4997300000000003E-8</c:v>
                      </c:pt>
                      <c:pt idx="1289">
                        <c:v>7.5193200000000001E-8</c:v>
                      </c:pt>
                      <c:pt idx="1290">
                        <c:v>5.9385900000000001E-8</c:v>
                      </c:pt>
                      <c:pt idx="1291">
                        <c:v>4.6797800000000002E-8</c:v>
                      </c:pt>
                      <c:pt idx="1292">
                        <c:v>3.6796400000000003E-8</c:v>
                      </c:pt>
                      <c:pt idx="1293">
                        <c:v>2.8868399999999999E-8</c:v>
                      </c:pt>
                      <c:pt idx="1294">
                        <c:v>2.25984E-8</c:v>
                      </c:pt>
                      <c:pt idx="1295">
                        <c:v>1.7651099999999999E-8</c:v>
                      </c:pt>
                      <c:pt idx="1296">
                        <c:v>1.3756300000000001E-8</c:v>
                      </c:pt>
                      <c:pt idx="1297">
                        <c:v>1.0697200000000001E-8</c:v>
                      </c:pt>
                      <c:pt idx="1298">
                        <c:v>8.2999400000000006E-9</c:v>
                      </c:pt>
                      <c:pt idx="1299">
                        <c:v>6.4256699999999998E-9</c:v>
                      </c:pt>
                      <c:pt idx="1300">
                        <c:v>4.9636300000000002E-9</c:v>
                      </c:pt>
                      <c:pt idx="1301">
                        <c:v>3.8257600000000002E-9</c:v>
                      </c:pt>
                      <c:pt idx="1302">
                        <c:v>2.9422099999999999E-9</c:v>
                      </c:pt>
                      <c:pt idx="1303">
                        <c:v>2.2577000000000002E-9</c:v>
                      </c:pt>
                      <c:pt idx="1304">
                        <c:v>1.72862E-9</c:v>
                      </c:pt>
                      <c:pt idx="1305">
                        <c:v>1.3205900000000001E-9</c:v>
                      </c:pt>
                      <c:pt idx="1306">
                        <c:v>1.0066399999999999E-9</c:v>
                      </c:pt>
                      <c:pt idx="1307">
                        <c:v>7.6562799999999995E-10</c:v>
                      </c:pt>
                      <c:pt idx="1308">
                        <c:v>5.8103100000000002E-10</c:v>
                      </c:pt>
                      <c:pt idx="1309">
                        <c:v>4.3996499999999999E-10</c:v>
                      </c:pt>
                      <c:pt idx="1310">
                        <c:v>3.32411E-10</c:v>
                      </c:pt>
                      <c:pt idx="1311">
                        <c:v>1.8018899999999999E-10</c:v>
                      </c:pt>
                      <c:pt idx="1312">
                        <c:v>1.04077E-10</c:v>
                      </c:pt>
                      <c:pt idx="1313">
                        <c:v>6.60218E-11</c:v>
                      </c:pt>
                      <c:pt idx="1314">
                        <c:v>4.6993999999999999E-11</c:v>
                      </c:pt>
                      <c:pt idx="1315">
                        <c:v>3.7480100000000002E-11</c:v>
                      </c:pt>
                      <c:pt idx="1316">
                        <c:v>3.2723099999999997E-11</c:v>
                      </c:pt>
                      <c:pt idx="1317">
                        <c:v>3.0344600000000001E-11</c:v>
                      </c:pt>
                      <c:pt idx="1318">
                        <c:v>2.91554E-11</c:v>
                      </c:pt>
                      <c:pt idx="1319">
                        <c:v>2.8560799999999999E-11</c:v>
                      </c:pt>
                      <c:pt idx="1320">
                        <c:v>2.7966199999999999E-11</c:v>
                      </c:pt>
                      <c:pt idx="1321">
                        <c:v>3.7014900000000001E-11</c:v>
                      </c:pt>
                      <c:pt idx="1322">
                        <c:v>4.8882899999999997E-11</c:v>
                      </c:pt>
                      <c:pt idx="1323">
                        <c:v>6.4413300000000005E-11</c:v>
                      </c:pt>
                      <c:pt idx="1324">
                        <c:v>8.4689799999999995E-11</c:v>
                      </c:pt>
                      <c:pt idx="1325">
                        <c:v>1.11103E-10</c:v>
                      </c:pt>
                      <c:pt idx="1326">
                        <c:v>1.4543099999999999E-10</c:v>
                      </c:pt>
                      <c:pt idx="1327">
                        <c:v>1.89944E-10</c:v>
                      </c:pt>
                      <c:pt idx="1328">
                        <c:v>2.4753199999999999E-10</c:v>
                      </c:pt>
                      <c:pt idx="1329">
                        <c:v>3.2186600000000001E-10</c:v>
                      </c:pt>
                      <c:pt idx="1330">
                        <c:v>4.17596E-10</c:v>
                      </c:pt>
                      <c:pt idx="1331">
                        <c:v>5.4059999999999997E-10</c:v>
                      </c:pt>
                      <c:pt idx="1332">
                        <c:v>6.9828500000000003E-10</c:v>
                      </c:pt>
                      <c:pt idx="1333">
                        <c:v>8.9996800000000003E-10</c:v>
                      </c:pt>
                      <c:pt idx="1334">
                        <c:v>1.1573400000000001E-9</c:v>
                      </c:pt>
                      <c:pt idx="1335">
                        <c:v>1.48501E-9</c:v>
                      </c:pt>
                      <c:pt idx="1336">
                        <c:v>1.9012399999999999E-9</c:v>
                      </c:pt>
                      <c:pt idx="1337">
                        <c:v>2.42874E-9</c:v>
                      </c:pt>
                      <c:pt idx="1338">
                        <c:v>3.09573E-9</c:v>
                      </c:pt>
                      <c:pt idx="1339">
                        <c:v>3.9371599999999997E-9</c:v>
                      </c:pt>
                      <c:pt idx="1340">
                        <c:v>4.9962099999999996E-9</c:v>
                      </c:pt>
                      <c:pt idx="1341">
                        <c:v>6.3261000000000003E-9</c:v>
                      </c:pt>
                      <c:pt idx="1342">
                        <c:v>7.99225E-9</c:v>
                      </c:pt>
                      <c:pt idx="1343">
                        <c:v>1.00749E-8</c:v>
                      </c:pt>
                      <c:pt idx="1344">
                        <c:v>1.26721E-8</c:v>
                      </c:pt>
                      <c:pt idx="1345">
                        <c:v>1.5903500000000001E-8</c:v>
                      </c:pt>
                      <c:pt idx="1346">
                        <c:v>1.9914799999999999E-8</c:v>
                      </c:pt>
                      <c:pt idx="1347">
                        <c:v>2.4882699999999999E-8</c:v>
                      </c:pt>
                      <c:pt idx="1348">
                        <c:v>3.1020999999999997E-8</c:v>
                      </c:pt>
                      <c:pt idx="1349">
                        <c:v>3.8588000000000001E-8</c:v>
                      </c:pt>
                      <c:pt idx="1350">
                        <c:v>4.7894499999999999E-8</c:v>
                      </c:pt>
                      <c:pt idx="1351">
                        <c:v>5.9313899999999999E-8</c:v>
                      </c:pt>
                      <c:pt idx="1352">
                        <c:v>7.3293499999999994E-8</c:v>
                      </c:pt>
                      <c:pt idx="1353">
                        <c:v>9.0367500000000005E-8</c:v>
                      </c:pt>
                      <c:pt idx="1354">
                        <c:v>1.11172E-7</c:v>
                      </c:pt>
                      <c:pt idx="1355">
                        <c:v>1.36464E-7</c:v>
                      </c:pt>
                      <c:pt idx="1356">
                        <c:v>1.67139E-7</c:v>
                      </c:pt>
                      <c:pt idx="1357">
                        <c:v>2.04256E-7</c:v>
                      </c:pt>
                      <c:pt idx="1358">
                        <c:v>2.4906300000000001E-7</c:v>
                      </c:pt>
                      <c:pt idx="1359">
                        <c:v>3.0302599999999998E-7</c:v>
                      </c:pt>
                      <c:pt idx="1360">
                        <c:v>3.6786699999999999E-7</c:v>
                      </c:pt>
                      <c:pt idx="1361">
                        <c:v>4.4559200000000001E-7</c:v>
                      </c:pt>
                      <c:pt idx="1362">
                        <c:v>5.3854600000000001E-7</c:v>
                      </c:pt>
                      <c:pt idx="1363">
                        <c:v>6.4944899999999995E-7</c:v>
                      </c:pt>
                      <c:pt idx="1364">
                        <c:v>7.8145700000000003E-7</c:v>
                      </c:pt>
                      <c:pt idx="1365">
                        <c:v>9.3821599999999999E-7</c:v>
                      </c:pt>
                      <c:pt idx="1366">
                        <c:v>1.1239299999999999E-6</c:v>
                      </c:pt>
                      <c:pt idx="1367">
                        <c:v>1.34342E-6</c:v>
                      </c:pt>
                      <c:pt idx="1368">
                        <c:v>1.60222E-6</c:v>
                      </c:pt>
                      <c:pt idx="1369">
                        <c:v>1.9066399999999999E-6</c:v>
                      </c:pt>
                      <c:pt idx="1370">
                        <c:v>2.2638900000000002E-6</c:v>
                      </c:pt>
                      <c:pt idx="1371">
                        <c:v>2.6821199999999998E-6</c:v>
                      </c:pt>
                      <c:pt idx="1372">
                        <c:v>3.1705899999999999E-6</c:v>
                      </c:pt>
                      <c:pt idx="1373">
                        <c:v>3.7397099999999998E-6</c:v>
                      </c:pt>
                      <c:pt idx="1374">
                        <c:v>4.4012299999999999E-6</c:v>
                      </c:pt>
                      <c:pt idx="1375">
                        <c:v>5.16831E-6</c:v>
                      </c:pt>
                      <c:pt idx="1376">
                        <c:v>6.0556299999999997E-6</c:v>
                      </c:pt>
                      <c:pt idx="1377">
                        <c:v>7.0795999999999999E-6</c:v>
                      </c:pt>
                      <c:pt idx="1378">
                        <c:v>8.2583800000000007E-6</c:v>
                      </c:pt>
                      <c:pt idx="1379">
                        <c:v>9.6121200000000004E-6</c:v>
                      </c:pt>
                      <c:pt idx="1380">
                        <c:v>1.1163E-5</c:v>
                      </c:pt>
                      <c:pt idx="1381">
                        <c:v>1.29354E-5</c:v>
                      </c:pt>
                      <c:pt idx="1382">
                        <c:v>1.4956100000000001E-5</c:v>
                      </c:pt>
                      <c:pt idx="1383">
                        <c:v>1.7254100000000001E-5</c:v>
                      </c:pt>
                      <c:pt idx="1384">
                        <c:v>1.9861099999999999E-5</c:v>
                      </c:pt>
                      <c:pt idx="1385">
                        <c:v>2.28115E-5</c:v>
                      </c:pt>
                      <c:pt idx="1386">
                        <c:v>2.6142100000000002E-5</c:v>
                      </c:pt>
                      <c:pt idx="1387">
                        <c:v>2.9892799999999999E-5</c:v>
                      </c:pt>
                      <c:pt idx="1388">
                        <c:v>3.4105900000000002E-5</c:v>
                      </c:pt>
                      <c:pt idx="1389">
                        <c:v>3.8826599999999999E-5</c:v>
                      </c:pt>
                      <c:pt idx="1390">
                        <c:v>4.4102900000000001E-5</c:v>
                      </c:pt>
                      <c:pt idx="1391">
                        <c:v>4.9985299999999997E-5</c:v>
                      </c:pt>
                      <c:pt idx="1392">
                        <c:v>5.6526900000000003E-5</c:v>
                      </c:pt>
                      <c:pt idx="1393">
                        <c:v>6.3783100000000003E-5</c:v>
                      </c:pt>
                      <c:pt idx="1394">
                        <c:v>7.1811500000000002E-5</c:v>
                      </c:pt>
                      <c:pt idx="1395">
                        <c:v>8.0671499999999995E-5</c:v>
                      </c:pt>
                      <c:pt idx="1396">
                        <c:v>9.0423899999999993E-5</c:v>
                      </c:pt>
                      <c:pt idx="1397" formatCode="General">
                        <c:v>1.01131E-4</c:v>
                      </c:pt>
                      <c:pt idx="1398" formatCode="General">
                        <c:v>1.1285600000000001E-4</c:v>
                      </c:pt>
                      <c:pt idx="1399" formatCode="General">
                        <c:v>1.25661E-4</c:v>
                      </c:pt>
                      <c:pt idx="1400" formatCode="General">
                        <c:v>1.3960900000000001E-4</c:v>
                      </c:pt>
                      <c:pt idx="1401" formatCode="General">
                        <c:v>1.5476199999999999E-4</c:v>
                      </c:pt>
                      <c:pt idx="1402" formatCode="General">
                        <c:v>1.7118E-4</c:v>
                      </c:pt>
                      <c:pt idx="1403" formatCode="General">
                        <c:v>1.8892099999999999E-4</c:v>
                      </c:pt>
                      <c:pt idx="1404" formatCode="General">
                        <c:v>2.08039E-4</c:v>
                      </c:pt>
                      <c:pt idx="1405" formatCode="General">
                        <c:v>2.2858399999999999E-4</c:v>
                      </c:pt>
                      <c:pt idx="1406" formatCode="General">
                        <c:v>2.5060300000000001E-4</c:v>
                      </c:pt>
                      <c:pt idx="1407" formatCode="General">
                        <c:v>2.7413399999999999E-4</c:v>
                      </c:pt>
                      <c:pt idx="1408" formatCode="General">
                        <c:v>2.9921100000000002E-4</c:v>
                      </c:pt>
                      <c:pt idx="1409" formatCode="General">
                        <c:v>3.2585900000000001E-4</c:v>
                      </c:pt>
                      <c:pt idx="1410" formatCode="General">
                        <c:v>3.5409500000000002E-4</c:v>
                      </c:pt>
                      <c:pt idx="1411" formatCode="General">
                        <c:v>3.8392599999999998E-4</c:v>
                      </c:pt>
                      <c:pt idx="1412" formatCode="General">
                        <c:v>4.1534800000000001E-4</c:v>
                      </c:pt>
                      <c:pt idx="1413" formatCode="General">
                        <c:v>4.48348E-4</c:v>
                      </c:pt>
                      <c:pt idx="1414" formatCode="General">
                        <c:v>4.82898E-4</c:v>
                      </c:pt>
                      <c:pt idx="1415" formatCode="General">
                        <c:v>5.1895900000000004E-4</c:v>
                      </c:pt>
                      <c:pt idx="1416" formatCode="General">
                        <c:v>5.5647900000000002E-4</c:v>
                      </c:pt>
                      <c:pt idx="1417" formatCode="General">
                        <c:v>5.9539E-4</c:v>
                      </c:pt>
                      <c:pt idx="1418" formatCode="General">
                        <c:v>6.3561200000000003E-4</c:v>
                      </c:pt>
                      <c:pt idx="1419" formatCode="General">
                        <c:v>6.7705E-4</c:v>
                      </c:pt>
                      <c:pt idx="1420" formatCode="General">
                        <c:v>7.1959200000000002E-4</c:v>
                      </c:pt>
                      <c:pt idx="1421" formatCode="General">
                        <c:v>7.6311499999999997E-4</c:v>
                      </c:pt>
                      <c:pt idx="1422" formatCode="General">
                        <c:v>8.0747900000000005E-4</c:v>
                      </c:pt>
                      <c:pt idx="1423" formatCode="General">
                        <c:v>8.5253E-4</c:v>
                      </c:pt>
                      <c:pt idx="1424" formatCode="General">
                        <c:v>8.9810300000000003E-4</c:v>
                      </c:pt>
                      <c:pt idx="1425" formatCode="General">
                        <c:v>9.4401800000000003E-4</c:v>
                      </c:pt>
                      <c:pt idx="1426" formatCode="General">
                        <c:v>9.9008299999999989E-4</c:v>
                      </c:pt>
                      <c:pt idx="1427" formatCode="General">
                        <c:v>1.0360980000000001E-3</c:v>
                      </c:pt>
                      <c:pt idx="1428" formatCode="General">
                        <c:v>1.081851E-3</c:v>
                      </c:pt>
                      <c:pt idx="1429" formatCode="General">
                        <c:v>1.127124E-3</c:v>
                      </c:pt>
                      <c:pt idx="1430" formatCode="General">
                        <c:v>1.1716929999999999E-3</c:v>
                      </c:pt>
                      <c:pt idx="1431" formatCode="General">
                        <c:v>1.2153279999999999E-3</c:v>
                      </c:pt>
                      <c:pt idx="1432" formatCode="General">
                        <c:v>1.257797E-3</c:v>
                      </c:pt>
                      <c:pt idx="1433" formatCode="General">
                        <c:v>1.298869E-3</c:v>
                      </c:pt>
                      <c:pt idx="1434" formatCode="General">
                        <c:v>1.338313E-3</c:v>
                      </c:pt>
                      <c:pt idx="1435" formatCode="General">
                        <c:v>1.375902E-3</c:v>
                      </c:pt>
                      <c:pt idx="1436" formatCode="General">
                        <c:v>1.411416E-3</c:v>
                      </c:pt>
                      <c:pt idx="1437" formatCode="General">
                        <c:v>1.4446420000000001E-3</c:v>
                      </c:pt>
                      <c:pt idx="1438" formatCode="General">
                        <c:v>1.4753769999999999E-3</c:v>
                      </c:pt>
                      <c:pt idx="1439" formatCode="General">
                        <c:v>1.503431E-3</c:v>
                      </c:pt>
                      <c:pt idx="1440" formatCode="General">
                        <c:v>1.5286270000000001E-3</c:v>
                      </c:pt>
                      <c:pt idx="1441" formatCode="General">
                        <c:v>1.550804E-3</c:v>
                      </c:pt>
                      <c:pt idx="1442" formatCode="General">
                        <c:v>1.5698210000000001E-3</c:v>
                      </c:pt>
                      <c:pt idx="1443" formatCode="General">
                        <c:v>1.5855540000000001E-3</c:v>
                      </c:pt>
                      <c:pt idx="1444" formatCode="General">
                        <c:v>1.5978990000000001E-3</c:v>
                      </c:pt>
                      <c:pt idx="1445" formatCode="General">
                        <c:v>1.6067760000000001E-3</c:v>
                      </c:pt>
                      <c:pt idx="1446" formatCode="General">
                        <c:v>1.612126E-3</c:v>
                      </c:pt>
                      <c:pt idx="1447" formatCode="General">
                        <c:v>1.613913E-3</c:v>
                      </c:pt>
                      <c:pt idx="1448" formatCode="General">
                        <c:v>1.612126E-3</c:v>
                      </c:pt>
                      <c:pt idx="1449" formatCode="General">
                        <c:v>1.6067760000000001E-3</c:v>
                      </c:pt>
                      <c:pt idx="1450" formatCode="General">
                        <c:v>1.5978990000000001E-3</c:v>
                      </c:pt>
                      <c:pt idx="1451" formatCode="General">
                        <c:v>1.5855540000000001E-3</c:v>
                      </c:pt>
                      <c:pt idx="1452" formatCode="General">
                        <c:v>1.5698210000000001E-3</c:v>
                      </c:pt>
                      <c:pt idx="1453" formatCode="General">
                        <c:v>1.550804E-3</c:v>
                      </c:pt>
                      <c:pt idx="1454" formatCode="General">
                        <c:v>1.5286270000000001E-3</c:v>
                      </c:pt>
                      <c:pt idx="1455" formatCode="General">
                        <c:v>1.503431E-3</c:v>
                      </c:pt>
                      <c:pt idx="1456" formatCode="General">
                        <c:v>1.4753769999999999E-3</c:v>
                      </c:pt>
                      <c:pt idx="1457" formatCode="General">
                        <c:v>1.4446420000000001E-3</c:v>
                      </c:pt>
                      <c:pt idx="1458" formatCode="General">
                        <c:v>1.411416E-3</c:v>
                      </c:pt>
                      <c:pt idx="1459" formatCode="General">
                        <c:v>1.375902E-3</c:v>
                      </c:pt>
                      <c:pt idx="1460" formatCode="General">
                        <c:v>1.338313E-3</c:v>
                      </c:pt>
                      <c:pt idx="1461" formatCode="General">
                        <c:v>1.298869E-3</c:v>
                      </c:pt>
                      <c:pt idx="1462" formatCode="General">
                        <c:v>1.257797E-3</c:v>
                      </c:pt>
                      <c:pt idx="1463" formatCode="General">
                        <c:v>1.2153279999999999E-3</c:v>
                      </c:pt>
                      <c:pt idx="1464" formatCode="General">
                        <c:v>1.1716929999999999E-3</c:v>
                      </c:pt>
                      <c:pt idx="1465" formatCode="General">
                        <c:v>1.127124E-3</c:v>
                      </c:pt>
                      <c:pt idx="1466" formatCode="General">
                        <c:v>1.081851E-3</c:v>
                      </c:pt>
                      <c:pt idx="1467" formatCode="General">
                        <c:v>1.0360980000000001E-3</c:v>
                      </c:pt>
                      <c:pt idx="1468" formatCode="General">
                        <c:v>9.9008299999999989E-4</c:v>
                      </c:pt>
                      <c:pt idx="1469" formatCode="General">
                        <c:v>9.4401800000000003E-4</c:v>
                      </c:pt>
                      <c:pt idx="1470" formatCode="General">
                        <c:v>8.9810300000000003E-4</c:v>
                      </c:pt>
                      <c:pt idx="1471" formatCode="General">
                        <c:v>8.5253E-4</c:v>
                      </c:pt>
                      <c:pt idx="1472" formatCode="General">
                        <c:v>8.0747900000000005E-4</c:v>
                      </c:pt>
                      <c:pt idx="1473" formatCode="General">
                        <c:v>7.6311499999999997E-4</c:v>
                      </c:pt>
                      <c:pt idx="1474" formatCode="General">
                        <c:v>7.1959200000000002E-4</c:v>
                      </c:pt>
                      <c:pt idx="1475" formatCode="General">
                        <c:v>6.7705E-4</c:v>
                      </c:pt>
                      <c:pt idx="1476" formatCode="General">
                        <c:v>6.3561200000000003E-4</c:v>
                      </c:pt>
                      <c:pt idx="1477" formatCode="General">
                        <c:v>5.9539E-4</c:v>
                      </c:pt>
                      <c:pt idx="1478" formatCode="General">
                        <c:v>5.5647900000000002E-4</c:v>
                      </c:pt>
                      <c:pt idx="1479" formatCode="General">
                        <c:v>5.1895900000000004E-4</c:v>
                      </c:pt>
                      <c:pt idx="1480" formatCode="General">
                        <c:v>4.82898E-4</c:v>
                      </c:pt>
                      <c:pt idx="1481" formatCode="General">
                        <c:v>4.48348E-4</c:v>
                      </c:pt>
                      <c:pt idx="1482" formatCode="General">
                        <c:v>4.1534800000000001E-4</c:v>
                      </c:pt>
                      <c:pt idx="1483" formatCode="General">
                        <c:v>3.8392599999999998E-4</c:v>
                      </c:pt>
                      <c:pt idx="1484" formatCode="General">
                        <c:v>3.5409500000000002E-4</c:v>
                      </c:pt>
                      <c:pt idx="1485" formatCode="General">
                        <c:v>3.2585900000000001E-4</c:v>
                      </c:pt>
                      <c:pt idx="1486" formatCode="General">
                        <c:v>2.9921100000000002E-4</c:v>
                      </c:pt>
                      <c:pt idx="1487" formatCode="General">
                        <c:v>2.7413399999999999E-4</c:v>
                      </c:pt>
                      <c:pt idx="1488" formatCode="General">
                        <c:v>2.5060300000000001E-4</c:v>
                      </c:pt>
                      <c:pt idx="1489" formatCode="General">
                        <c:v>2.2858399999999999E-4</c:v>
                      </c:pt>
                      <c:pt idx="1490" formatCode="General">
                        <c:v>2.08039E-4</c:v>
                      </c:pt>
                      <c:pt idx="1491" formatCode="General">
                        <c:v>1.8892099999999999E-4</c:v>
                      </c:pt>
                      <c:pt idx="1492" formatCode="General">
                        <c:v>1.7118E-4</c:v>
                      </c:pt>
                      <c:pt idx="1493" formatCode="General">
                        <c:v>1.5476199999999999E-4</c:v>
                      </c:pt>
                      <c:pt idx="1494" formatCode="General">
                        <c:v>1.3960900000000001E-4</c:v>
                      </c:pt>
                      <c:pt idx="1495" formatCode="General">
                        <c:v>1.25661E-4</c:v>
                      </c:pt>
                      <c:pt idx="1496" formatCode="General">
                        <c:v>1.1285600000000001E-4</c:v>
                      </c:pt>
                      <c:pt idx="1497" formatCode="General">
                        <c:v>1.01131E-4</c:v>
                      </c:pt>
                      <c:pt idx="1498">
                        <c:v>9.0423899999999993E-5</c:v>
                      </c:pt>
                      <c:pt idx="1499">
                        <c:v>8.0671499999999995E-5</c:v>
                      </c:pt>
                      <c:pt idx="1500">
                        <c:v>7.1811500000000002E-5</c:v>
                      </c:pt>
                      <c:pt idx="1501">
                        <c:v>6.3783100000000003E-5</c:v>
                      </c:pt>
                      <c:pt idx="1502">
                        <c:v>5.6526900000000003E-5</c:v>
                      </c:pt>
                      <c:pt idx="1503">
                        <c:v>4.9985299999999997E-5</c:v>
                      </c:pt>
                      <c:pt idx="1504">
                        <c:v>4.4102900000000001E-5</c:v>
                      </c:pt>
                      <c:pt idx="1505">
                        <c:v>3.8826599999999999E-5</c:v>
                      </c:pt>
                      <c:pt idx="1506">
                        <c:v>3.4105900000000002E-5</c:v>
                      </c:pt>
                      <c:pt idx="1507">
                        <c:v>2.9892799999999999E-5</c:v>
                      </c:pt>
                      <c:pt idx="1508">
                        <c:v>2.6142100000000002E-5</c:v>
                      </c:pt>
                      <c:pt idx="1509">
                        <c:v>2.28115E-5</c:v>
                      </c:pt>
                      <c:pt idx="1510">
                        <c:v>1.9861099999999999E-5</c:v>
                      </c:pt>
                      <c:pt idx="1511">
                        <c:v>1.7254100000000001E-5</c:v>
                      </c:pt>
                      <c:pt idx="1512">
                        <c:v>1.4956100000000001E-5</c:v>
                      </c:pt>
                      <c:pt idx="1513">
                        <c:v>1.29354E-5</c:v>
                      </c:pt>
                      <c:pt idx="1514">
                        <c:v>1.1163E-5</c:v>
                      </c:pt>
                      <c:pt idx="1515">
                        <c:v>9.6121200000000004E-6</c:v>
                      </c:pt>
                      <c:pt idx="1516">
                        <c:v>8.2583800000000007E-6</c:v>
                      </c:pt>
                      <c:pt idx="1517">
                        <c:v>7.0795999999999999E-6</c:v>
                      </c:pt>
                      <c:pt idx="1518">
                        <c:v>6.0556299999999997E-6</c:v>
                      </c:pt>
                      <c:pt idx="1519">
                        <c:v>5.16831E-6</c:v>
                      </c:pt>
                      <c:pt idx="1520">
                        <c:v>4.4012299999999999E-6</c:v>
                      </c:pt>
                      <c:pt idx="1521">
                        <c:v>3.7397099999999998E-6</c:v>
                      </c:pt>
                      <c:pt idx="1522">
                        <c:v>3.1705899999999999E-6</c:v>
                      </c:pt>
                      <c:pt idx="1523">
                        <c:v>2.6821199999999998E-6</c:v>
                      </c:pt>
                      <c:pt idx="1524">
                        <c:v>2.2638900000000002E-6</c:v>
                      </c:pt>
                      <c:pt idx="1525">
                        <c:v>1.9066399999999999E-6</c:v>
                      </c:pt>
                      <c:pt idx="1526">
                        <c:v>1.60222E-6</c:v>
                      </c:pt>
                      <c:pt idx="1527">
                        <c:v>1.34342E-6</c:v>
                      </c:pt>
                      <c:pt idx="1528">
                        <c:v>1.1239299999999999E-6</c:v>
                      </c:pt>
                      <c:pt idx="1529">
                        <c:v>9.3821599999999999E-7</c:v>
                      </c:pt>
                      <c:pt idx="1530">
                        <c:v>7.8145700000000003E-7</c:v>
                      </c:pt>
                      <c:pt idx="1531">
                        <c:v>6.4944899999999995E-7</c:v>
                      </c:pt>
                      <c:pt idx="1532">
                        <c:v>5.3854600000000001E-7</c:v>
                      </c:pt>
                      <c:pt idx="1533">
                        <c:v>4.4559200000000001E-7</c:v>
                      </c:pt>
                      <c:pt idx="1534">
                        <c:v>3.6786699999999999E-7</c:v>
                      </c:pt>
                      <c:pt idx="1535">
                        <c:v>3.0302599999999998E-7</c:v>
                      </c:pt>
                      <c:pt idx="1536">
                        <c:v>2.4906300000000001E-7</c:v>
                      </c:pt>
                      <c:pt idx="1537">
                        <c:v>2.04256E-7</c:v>
                      </c:pt>
                      <c:pt idx="1538">
                        <c:v>1.67139E-7</c:v>
                      </c:pt>
                      <c:pt idx="1539">
                        <c:v>1.36464E-7</c:v>
                      </c:pt>
                      <c:pt idx="1540">
                        <c:v>1.11172E-7</c:v>
                      </c:pt>
                      <c:pt idx="1541">
                        <c:v>9.0367500000000005E-8</c:v>
                      </c:pt>
                      <c:pt idx="1542">
                        <c:v>7.3293499999999994E-8</c:v>
                      </c:pt>
                      <c:pt idx="1543">
                        <c:v>5.9313899999999999E-8</c:v>
                      </c:pt>
                      <c:pt idx="1544">
                        <c:v>4.7894499999999999E-8</c:v>
                      </c:pt>
                      <c:pt idx="1545">
                        <c:v>3.8588000000000001E-8</c:v>
                      </c:pt>
                      <c:pt idx="1546">
                        <c:v>3.1020999999999997E-8</c:v>
                      </c:pt>
                      <c:pt idx="1547">
                        <c:v>2.4882699999999999E-8</c:v>
                      </c:pt>
                      <c:pt idx="1548">
                        <c:v>1.9914799999999999E-8</c:v>
                      </c:pt>
                      <c:pt idx="1549">
                        <c:v>1.5903500000000001E-8</c:v>
                      </c:pt>
                      <c:pt idx="1550">
                        <c:v>1.26721E-8</c:v>
                      </c:pt>
                      <c:pt idx="1551">
                        <c:v>1.00749E-8</c:v>
                      </c:pt>
                      <c:pt idx="1552">
                        <c:v>7.99225E-9</c:v>
                      </c:pt>
                      <c:pt idx="1553">
                        <c:v>6.3261000000000003E-9</c:v>
                      </c:pt>
                      <c:pt idx="1554">
                        <c:v>4.9962099999999996E-9</c:v>
                      </c:pt>
                      <c:pt idx="1555">
                        <c:v>3.9371599999999997E-9</c:v>
                      </c:pt>
                      <c:pt idx="1556">
                        <c:v>3.09573E-9</c:v>
                      </c:pt>
                      <c:pt idx="1557">
                        <c:v>2.42874E-9</c:v>
                      </c:pt>
                      <c:pt idx="1558">
                        <c:v>1.9012399999999999E-9</c:v>
                      </c:pt>
                      <c:pt idx="1559">
                        <c:v>1.48501E-9</c:v>
                      </c:pt>
                      <c:pt idx="1560">
                        <c:v>1.1573400000000001E-9</c:v>
                      </c:pt>
                      <c:pt idx="1561">
                        <c:v>8.9996800000000003E-10</c:v>
                      </c:pt>
                      <c:pt idx="1562">
                        <c:v>6.9828500000000003E-10</c:v>
                      </c:pt>
                      <c:pt idx="1563">
                        <c:v>5.4059999999999997E-10</c:v>
                      </c:pt>
                      <c:pt idx="1564">
                        <c:v>4.17596E-10</c:v>
                      </c:pt>
                      <c:pt idx="1565">
                        <c:v>3.2186600000000001E-10</c:v>
                      </c:pt>
                      <c:pt idx="1566">
                        <c:v>2.4753199999999999E-10</c:v>
                      </c:pt>
                      <c:pt idx="1567">
                        <c:v>1.89944E-10</c:v>
                      </c:pt>
                      <c:pt idx="1568">
                        <c:v>1.4543099999999999E-10</c:v>
                      </c:pt>
                      <c:pt idx="1569">
                        <c:v>1.11103E-10</c:v>
                      </c:pt>
                      <c:pt idx="1570">
                        <c:v>8.4689799999999995E-11</c:v>
                      </c:pt>
                      <c:pt idx="1571">
                        <c:v>6.4413300000000005E-11</c:v>
                      </c:pt>
                      <c:pt idx="1572">
                        <c:v>4.8882899999999997E-11</c:v>
                      </c:pt>
                      <c:pt idx="1573">
                        <c:v>3.7014900000000001E-11</c:v>
                      </c:pt>
                      <c:pt idx="1574">
                        <c:v>2.7966199999999999E-11</c:v>
                      </c:pt>
                      <c:pt idx="1575">
                        <c:v>1.6235899999999999E-11</c:v>
                      </c:pt>
                      <c:pt idx="1576">
                        <c:v>1.0370700000000001E-11</c:v>
                      </c:pt>
                      <c:pt idx="1577">
                        <c:v>7.4381300000000003E-12</c:v>
                      </c:pt>
                      <c:pt idx="1578">
                        <c:v>5.9718399999999997E-12</c:v>
                      </c:pt>
                      <c:pt idx="1579">
                        <c:v>5.2387000000000003E-12</c:v>
                      </c:pt>
                      <c:pt idx="1580">
                        <c:v>4.8721300000000002E-12</c:v>
                      </c:pt>
                      <c:pt idx="1581">
                        <c:v>4.6888399999999996E-12</c:v>
                      </c:pt>
                      <c:pt idx="1582">
                        <c:v>4.5971999999999998E-12</c:v>
                      </c:pt>
                      <c:pt idx="1583">
                        <c:v>4.5513799999999999E-12</c:v>
                      </c:pt>
                      <c:pt idx="1584">
                        <c:v>4.50556E-12</c:v>
                      </c:pt>
                      <c:pt idx="1585">
                        <c:v>5.9633699999999999E-12</c:v>
                      </c:pt>
                      <c:pt idx="1586">
                        <c:v>7.8754000000000001E-12</c:v>
                      </c:pt>
                      <c:pt idx="1587">
                        <c:v>1.03775E-11</c:v>
                      </c:pt>
                      <c:pt idx="1588">
                        <c:v>1.36442E-11</c:v>
                      </c:pt>
                      <c:pt idx="1589">
                        <c:v>1.78995E-11</c:v>
                      </c:pt>
                      <c:pt idx="1590">
                        <c:v>2.343E-11</c:v>
                      </c:pt>
                      <c:pt idx="1591">
                        <c:v>3.0601299999999997E-11</c:v>
                      </c:pt>
                      <c:pt idx="1592">
                        <c:v>3.9879199999999999E-11</c:v>
                      </c:pt>
                      <c:pt idx="1593">
                        <c:v>5.1854999999999998E-11</c:v>
                      </c:pt>
                      <c:pt idx="1594">
                        <c:v>6.7277900000000002E-11</c:v>
                      </c:pt>
                      <c:pt idx="1595">
                        <c:v>8.7094700000000005E-11</c:v>
                      </c:pt>
                      <c:pt idx="1596">
                        <c:v>1.12499E-10</c:v>
                      </c:pt>
                      <c:pt idx="1597">
                        <c:v>1.44992E-10</c:v>
                      </c:pt>
                      <c:pt idx="1598">
                        <c:v>1.86455E-10</c:v>
                      </c:pt>
                      <c:pt idx="1599">
                        <c:v>2.3924599999999999E-10</c:v>
                      </c:pt>
                      <c:pt idx="1600">
                        <c:v>3.0630299999999999E-10</c:v>
                      </c:pt>
                      <c:pt idx="1601">
                        <c:v>3.9128799999999998E-10</c:v>
                      </c:pt>
                      <c:pt idx="1602">
                        <c:v>4.9874500000000002E-10</c:v>
                      </c:pt>
                      <c:pt idx="1603">
                        <c:v>6.3430600000000002E-10</c:v>
                      </c:pt>
                      <c:pt idx="1604">
                        <c:v>8.0492700000000001E-10</c:v>
                      </c:pt>
                      <c:pt idx="1605">
                        <c:v>1.01918E-9</c:v>
                      </c:pt>
                      <c:pt idx="1606">
                        <c:v>1.2876100000000001E-9</c:v>
                      </c:pt>
                      <c:pt idx="1607">
                        <c:v>1.62314E-9</c:v>
                      </c:pt>
                      <c:pt idx="1608">
                        <c:v>2.0415600000000001E-9</c:v>
                      </c:pt>
                      <c:pt idx="1609">
                        <c:v>2.5621700000000001E-9</c:v>
                      </c:pt>
                      <c:pt idx="1610">
                        <c:v>3.2084299999999998E-9</c:v>
                      </c:pt>
                      <c:pt idx="1611">
                        <c:v>4.0087799999999999E-9</c:v>
                      </c:pt>
                      <c:pt idx="1612">
                        <c:v>4.9977099999999997E-9</c:v>
                      </c:pt>
                      <c:pt idx="1613">
                        <c:v>6.2168100000000002E-9</c:v>
                      </c:pt>
                      <c:pt idx="1614">
                        <c:v>7.7161499999999993E-9</c:v>
                      </c:pt>
                      <c:pt idx="1615">
                        <c:v>9.5559100000000008E-9</c:v>
                      </c:pt>
                      <c:pt idx="1616">
                        <c:v>1.1808099999999999E-8</c:v>
                      </c:pt>
                      <c:pt idx="1617">
                        <c:v>1.4558899999999999E-8</c:v>
                      </c:pt>
                      <c:pt idx="1618">
                        <c:v>1.7910700000000001E-8</c:v>
                      </c:pt>
                      <c:pt idx="1619">
                        <c:v>2.1985300000000001E-8</c:v>
                      </c:pt>
                      <c:pt idx="1620">
                        <c:v>2.69273E-8</c:v>
                      </c:pt>
                      <c:pt idx="1621">
                        <c:v>3.2907099999999997E-8</c:v>
                      </c:pt>
                      <c:pt idx="1622">
                        <c:v>4.0125800000000001E-8</c:v>
                      </c:pt>
                      <c:pt idx="1623">
                        <c:v>4.8819799999999999E-8</c:v>
                      </c:pt>
                      <c:pt idx="1624">
                        <c:v>5.9266000000000003E-8</c:v>
                      </c:pt>
                      <c:pt idx="1625">
                        <c:v>7.1788200000000005E-8</c:v>
                      </c:pt>
                      <c:pt idx="1626">
                        <c:v>8.6763700000000006E-8</c:v>
                      </c:pt>
                      <c:pt idx="1627">
                        <c:v>1.0463100000000001E-7</c:v>
                      </c:pt>
                      <c:pt idx="1628">
                        <c:v>1.2589900000000001E-7</c:v>
                      </c:pt>
                      <c:pt idx="1629">
                        <c:v>1.51154E-7</c:v>
                      </c:pt>
                      <c:pt idx="1630">
                        <c:v>1.81073E-7</c:v>
                      </c:pt>
                      <c:pt idx="1631">
                        <c:v>2.1643499999999999E-7</c:v>
                      </c:pt>
                      <c:pt idx="1632">
                        <c:v>2.5812900000000002E-7</c:v>
                      </c:pt>
                      <c:pt idx="1633">
                        <c:v>3.07175E-7</c:v>
                      </c:pt>
                      <c:pt idx="1634">
                        <c:v>3.6473000000000001E-7</c:v>
                      </c:pt>
                      <c:pt idx="1635">
                        <c:v>4.3211000000000002E-7</c:v>
                      </c:pt>
                      <c:pt idx="1636">
                        <c:v>5.1080499999999997E-7</c:v>
                      </c:pt>
                      <c:pt idx="1637">
                        <c:v>6.0249500000000002E-7</c:v>
                      </c:pt>
                      <c:pt idx="1638">
                        <c:v>7.0907099999999996E-7</c:v>
                      </c:pt>
                      <c:pt idx="1639">
                        <c:v>8.3265200000000004E-7</c:v>
                      </c:pt>
                      <c:pt idx="1640">
                        <c:v>9.7560700000000001E-7</c:v>
                      </c:pt>
                      <c:pt idx="1641">
                        <c:v>1.14058E-6</c:v>
                      </c:pt>
                      <c:pt idx="1642">
                        <c:v>1.3304899999999999E-6</c:v>
                      </c:pt>
                      <c:pt idx="1643">
                        <c:v>1.54858E-6</c:v>
                      </c:pt>
                      <c:pt idx="1644">
                        <c:v>1.7984400000000001E-6</c:v>
                      </c:pt>
                      <c:pt idx="1645">
                        <c:v>2.08399E-6</c:v>
                      </c:pt>
                      <c:pt idx="1646">
                        <c:v>2.40953E-6</c:v>
                      </c:pt>
                      <c:pt idx="1647">
                        <c:v>2.7797599999999998E-6</c:v>
                      </c:pt>
                      <c:pt idx="1648">
                        <c:v>3.1997800000000001E-6</c:v>
                      </c:pt>
                      <c:pt idx="1649">
                        <c:v>3.6751000000000002E-6</c:v>
                      </c:pt>
                      <c:pt idx="1650">
                        <c:v>4.21169E-6</c:v>
                      </c:pt>
                      <c:pt idx="1651">
                        <c:v>4.81595E-6</c:v>
                      </c:pt>
                      <c:pt idx="1652">
                        <c:v>5.4947099999999999E-6</c:v>
                      </c:pt>
                      <c:pt idx="1653">
                        <c:v>6.25525E-6</c:v>
                      </c:pt>
                      <c:pt idx="1654">
                        <c:v>7.1053000000000004E-6</c:v>
                      </c:pt>
                      <c:pt idx="1655">
                        <c:v>8.0530000000000007E-6</c:v>
                      </c:pt>
                      <c:pt idx="1656">
                        <c:v>9.1068999999999992E-6</c:v>
                      </c:pt>
                      <c:pt idx="1657">
                        <c:v>1.0275899999999999E-5</c:v>
                      </c:pt>
                      <c:pt idx="1658">
                        <c:v>1.15694E-5</c:v>
                      </c:pt>
                      <c:pt idx="1659">
                        <c:v>1.2996800000000001E-5</c:v>
                      </c:pt>
                      <c:pt idx="1660">
                        <c:v>1.4568E-5</c:v>
                      </c:pt>
                      <c:pt idx="1661">
                        <c:v>1.6293000000000001E-5</c:v>
                      </c:pt>
                      <c:pt idx="1662">
                        <c:v>1.81819E-5</c:v>
                      </c:pt>
                      <c:pt idx="1663">
                        <c:v>2.02449E-5</c:v>
                      </c:pt>
                      <c:pt idx="1664">
                        <c:v>2.2492000000000001E-5</c:v>
                      </c:pt>
                      <c:pt idx="1665">
                        <c:v>2.4933300000000001E-5</c:v>
                      </c:pt>
                      <c:pt idx="1666">
                        <c:v>2.75784E-5</c:v>
                      </c:pt>
                      <c:pt idx="1667">
                        <c:v>3.0436599999999999E-5</c:v>
                      </c:pt>
                      <c:pt idx="1668">
                        <c:v>3.3516599999999997E-5</c:v>
                      </c:pt>
                      <c:pt idx="1669">
                        <c:v>3.6826599999999997E-5</c:v>
                      </c:pt>
                      <c:pt idx="1670">
                        <c:v>4.0373999999999997E-5</c:v>
                      </c:pt>
                      <c:pt idx="1671">
                        <c:v>4.4165000000000002E-5</c:v>
                      </c:pt>
                      <c:pt idx="1672">
                        <c:v>4.8205099999999997E-5</c:v>
                      </c:pt>
                      <c:pt idx="1673">
                        <c:v>5.2498299999999998E-5</c:v>
                      </c:pt>
                      <c:pt idx="1674">
                        <c:v>5.7047299999999998E-5</c:v>
                      </c:pt>
                      <c:pt idx="1675">
                        <c:v>6.18533E-5</c:v>
                      </c:pt>
                      <c:pt idx="1676">
                        <c:v>6.69157E-5</c:v>
                      </c:pt>
                      <c:pt idx="1677">
                        <c:v>7.2232100000000003E-5</c:v>
                      </c:pt>
                      <c:pt idx="1678">
                        <c:v>7.7798400000000004E-5</c:v>
                      </c:pt>
                      <c:pt idx="1679">
                        <c:v>8.3608099999999997E-5</c:v>
                      </c:pt>
                      <c:pt idx="1680">
                        <c:v>8.9652800000000003E-5</c:v>
                      </c:pt>
                      <c:pt idx="1681">
                        <c:v>9.5921799999999994E-5</c:v>
                      </c:pt>
                      <c:pt idx="1682" formatCode="General">
                        <c:v>1.02402E-4</c:v>
                      </c:pt>
                      <c:pt idx="1683" formatCode="General">
                        <c:v>1.09078E-4</c:v>
                      </c:pt>
                      <c:pt idx="1684" formatCode="General">
                        <c:v>1.15932E-4</c:v>
                      </c:pt>
                      <c:pt idx="1685" formatCode="General">
                        <c:v>1.2294399999999999E-4</c:v>
                      </c:pt>
                      <c:pt idx="1686" formatCode="General">
                        <c:v>1.3009100000000001E-4</c:v>
                      </c:pt>
                      <c:pt idx="1687" formatCode="General">
                        <c:v>1.3734899999999999E-4</c:v>
                      </c:pt>
                      <c:pt idx="1688" formatCode="General">
                        <c:v>1.4469099999999999E-4</c:v>
                      </c:pt>
                      <c:pt idx="1689" formatCode="General">
                        <c:v>1.5208800000000001E-4</c:v>
                      </c:pt>
                      <c:pt idx="1690" formatCode="General">
                        <c:v>1.5951E-4</c:v>
                      </c:pt>
                      <c:pt idx="1691" formatCode="General">
                        <c:v>1.66923E-4</c:v>
                      </c:pt>
                      <c:pt idx="1692" formatCode="General">
                        <c:v>1.74294E-4</c:v>
                      </c:pt>
                      <c:pt idx="1693" formatCode="General">
                        <c:v>1.81588E-4</c:v>
                      </c:pt>
                      <c:pt idx="1694" formatCode="General">
                        <c:v>1.8876799999999999E-4</c:v>
                      </c:pt>
                      <c:pt idx="1695" formatCode="General">
                        <c:v>1.9579800000000001E-4</c:v>
                      </c:pt>
                      <c:pt idx="1696" formatCode="General">
                        <c:v>2.0264E-4</c:v>
                      </c:pt>
                      <c:pt idx="1697" formatCode="General">
                        <c:v>2.0925699999999999E-4</c:v>
                      </c:pt>
                      <c:pt idx="1698" formatCode="General">
                        <c:v>2.1561200000000001E-4</c:v>
                      </c:pt>
                      <c:pt idx="1699" formatCode="General">
                        <c:v>2.2166800000000001E-4</c:v>
                      </c:pt>
                      <c:pt idx="1700" formatCode="General">
                        <c:v>2.2739E-4</c:v>
                      </c:pt>
                      <c:pt idx="1701" formatCode="General">
                        <c:v>2.3274299999999999E-4</c:v>
                      </c:pt>
                      <c:pt idx="1702" formatCode="General">
                        <c:v>2.3769399999999999E-4</c:v>
                      </c:pt>
                      <c:pt idx="1703" formatCode="General">
                        <c:v>2.4221400000000001E-4</c:v>
                      </c:pt>
                      <c:pt idx="1704" formatCode="General">
                        <c:v>2.4627299999999998E-4</c:v>
                      </c:pt>
                      <c:pt idx="1705" formatCode="General">
                        <c:v>2.4984600000000002E-4</c:v>
                      </c:pt>
                      <c:pt idx="1706" formatCode="General">
                        <c:v>2.5291000000000002E-4</c:v>
                      </c:pt>
                      <c:pt idx="1707" formatCode="General">
                        <c:v>2.5544400000000002E-4</c:v>
                      </c:pt>
                      <c:pt idx="1708" formatCode="General">
                        <c:v>2.57433E-4</c:v>
                      </c:pt>
                      <c:pt idx="1709" formatCode="General">
                        <c:v>2.5886399999999998E-4</c:v>
                      </c:pt>
                      <c:pt idx="1710" formatCode="General">
                        <c:v>2.5972499999999998E-4</c:v>
                      </c:pt>
                      <c:pt idx="1711" formatCode="General">
                        <c:v>2.6001300000000002E-4</c:v>
                      </c:pt>
                      <c:pt idx="1712" formatCode="General">
                        <c:v>2.5972499999999998E-4</c:v>
                      </c:pt>
                      <c:pt idx="1713" formatCode="General">
                        <c:v>2.5886399999999998E-4</c:v>
                      </c:pt>
                      <c:pt idx="1714" formatCode="General">
                        <c:v>2.57433E-4</c:v>
                      </c:pt>
                      <c:pt idx="1715" formatCode="General">
                        <c:v>2.5544400000000002E-4</c:v>
                      </c:pt>
                      <c:pt idx="1716" formatCode="General">
                        <c:v>2.5291000000000002E-4</c:v>
                      </c:pt>
                      <c:pt idx="1717" formatCode="General">
                        <c:v>2.4984600000000002E-4</c:v>
                      </c:pt>
                      <c:pt idx="1718" formatCode="General">
                        <c:v>2.4627299999999998E-4</c:v>
                      </c:pt>
                      <c:pt idx="1719" formatCode="General">
                        <c:v>2.4221400000000001E-4</c:v>
                      </c:pt>
                      <c:pt idx="1720" formatCode="General">
                        <c:v>2.3769399999999999E-4</c:v>
                      </c:pt>
                      <c:pt idx="1721" formatCode="General">
                        <c:v>2.3274299999999999E-4</c:v>
                      </c:pt>
                      <c:pt idx="1722" formatCode="General">
                        <c:v>2.2739E-4</c:v>
                      </c:pt>
                      <c:pt idx="1723" formatCode="General">
                        <c:v>2.2166800000000001E-4</c:v>
                      </c:pt>
                      <c:pt idx="1724" formatCode="General">
                        <c:v>2.1561200000000001E-4</c:v>
                      </c:pt>
                      <c:pt idx="1725" formatCode="General">
                        <c:v>2.0925699999999999E-4</c:v>
                      </c:pt>
                      <c:pt idx="1726" formatCode="General">
                        <c:v>2.0264E-4</c:v>
                      </c:pt>
                      <c:pt idx="1727" formatCode="General">
                        <c:v>1.9579800000000001E-4</c:v>
                      </c:pt>
                      <c:pt idx="1728" formatCode="General">
                        <c:v>1.8876799999999999E-4</c:v>
                      </c:pt>
                      <c:pt idx="1729" formatCode="General">
                        <c:v>1.81588E-4</c:v>
                      </c:pt>
                      <c:pt idx="1730" formatCode="General">
                        <c:v>1.74294E-4</c:v>
                      </c:pt>
                      <c:pt idx="1731" formatCode="General">
                        <c:v>1.66923E-4</c:v>
                      </c:pt>
                      <c:pt idx="1732" formatCode="General">
                        <c:v>1.5951E-4</c:v>
                      </c:pt>
                      <c:pt idx="1733" formatCode="General">
                        <c:v>1.5208800000000001E-4</c:v>
                      </c:pt>
                      <c:pt idx="1734" formatCode="General">
                        <c:v>1.4469099999999999E-4</c:v>
                      </c:pt>
                      <c:pt idx="1735" formatCode="General">
                        <c:v>1.3734899999999999E-4</c:v>
                      </c:pt>
                      <c:pt idx="1736" formatCode="General">
                        <c:v>1.3009100000000001E-4</c:v>
                      </c:pt>
                      <c:pt idx="1737" formatCode="General">
                        <c:v>1.2294399999999999E-4</c:v>
                      </c:pt>
                      <c:pt idx="1738" formatCode="General">
                        <c:v>1.15932E-4</c:v>
                      </c:pt>
                      <c:pt idx="1739" formatCode="General">
                        <c:v>1.09078E-4</c:v>
                      </c:pt>
                      <c:pt idx="1740" formatCode="General">
                        <c:v>1.02402E-4</c:v>
                      </c:pt>
                      <c:pt idx="1741">
                        <c:v>9.5921799999999994E-5</c:v>
                      </c:pt>
                      <c:pt idx="1742">
                        <c:v>8.9652800000000003E-5</c:v>
                      </c:pt>
                      <c:pt idx="1743">
                        <c:v>8.3608099999999997E-5</c:v>
                      </c:pt>
                      <c:pt idx="1744">
                        <c:v>7.7798400000000004E-5</c:v>
                      </c:pt>
                      <c:pt idx="1745">
                        <c:v>7.2232100000000003E-5</c:v>
                      </c:pt>
                      <c:pt idx="1746">
                        <c:v>6.69157E-5</c:v>
                      </c:pt>
                      <c:pt idx="1747">
                        <c:v>6.18533E-5</c:v>
                      </c:pt>
                      <c:pt idx="1748">
                        <c:v>5.7047299999999998E-5</c:v>
                      </c:pt>
                      <c:pt idx="1749">
                        <c:v>5.2498299999999998E-5</c:v>
                      </c:pt>
                      <c:pt idx="1750">
                        <c:v>4.8205099999999997E-5</c:v>
                      </c:pt>
                      <c:pt idx="1751">
                        <c:v>4.4165000000000002E-5</c:v>
                      </c:pt>
                      <c:pt idx="1752">
                        <c:v>4.0373999999999997E-5</c:v>
                      </c:pt>
                      <c:pt idx="1753">
                        <c:v>3.6826599999999997E-5</c:v>
                      </c:pt>
                      <c:pt idx="1754">
                        <c:v>3.3516599999999997E-5</c:v>
                      </c:pt>
                      <c:pt idx="1755">
                        <c:v>3.0436599999999999E-5</c:v>
                      </c:pt>
                      <c:pt idx="1756">
                        <c:v>2.75784E-5</c:v>
                      </c:pt>
                      <c:pt idx="1757">
                        <c:v>2.4933300000000001E-5</c:v>
                      </c:pt>
                      <c:pt idx="1758">
                        <c:v>2.2492000000000001E-5</c:v>
                      </c:pt>
                      <c:pt idx="1759">
                        <c:v>2.02449E-5</c:v>
                      </c:pt>
                      <c:pt idx="1760">
                        <c:v>1.81819E-5</c:v>
                      </c:pt>
                      <c:pt idx="1761">
                        <c:v>1.6293000000000001E-5</c:v>
                      </c:pt>
                      <c:pt idx="1762">
                        <c:v>1.4568E-5</c:v>
                      </c:pt>
                      <c:pt idx="1763">
                        <c:v>1.2996800000000001E-5</c:v>
                      </c:pt>
                      <c:pt idx="1764">
                        <c:v>1.15694E-5</c:v>
                      </c:pt>
                      <c:pt idx="1765">
                        <c:v>1.0275899999999999E-5</c:v>
                      </c:pt>
                      <c:pt idx="1766">
                        <c:v>9.1068999999999992E-6</c:v>
                      </c:pt>
                      <c:pt idx="1767">
                        <c:v>8.0530000000000007E-6</c:v>
                      </c:pt>
                      <c:pt idx="1768">
                        <c:v>7.1053000000000004E-6</c:v>
                      </c:pt>
                      <c:pt idx="1769">
                        <c:v>6.25525E-6</c:v>
                      </c:pt>
                      <c:pt idx="1770">
                        <c:v>5.4947099999999999E-6</c:v>
                      </c:pt>
                      <c:pt idx="1771">
                        <c:v>4.81595E-6</c:v>
                      </c:pt>
                      <c:pt idx="1772">
                        <c:v>4.21169E-6</c:v>
                      </c:pt>
                      <c:pt idx="1773">
                        <c:v>3.6751000000000002E-6</c:v>
                      </c:pt>
                      <c:pt idx="1774">
                        <c:v>3.1997800000000001E-6</c:v>
                      </c:pt>
                      <c:pt idx="1775">
                        <c:v>2.7797599999999998E-6</c:v>
                      </c:pt>
                      <c:pt idx="1776">
                        <c:v>2.40953E-6</c:v>
                      </c:pt>
                      <c:pt idx="1777">
                        <c:v>2.08399E-6</c:v>
                      </c:pt>
                      <c:pt idx="1778">
                        <c:v>1.7984400000000001E-6</c:v>
                      </c:pt>
                      <c:pt idx="1779">
                        <c:v>1.54858E-6</c:v>
                      </c:pt>
                      <c:pt idx="1780">
                        <c:v>1.3304899999999999E-6</c:v>
                      </c:pt>
                      <c:pt idx="1781">
                        <c:v>1.14058E-6</c:v>
                      </c:pt>
                      <c:pt idx="1782">
                        <c:v>9.7560700000000001E-7</c:v>
                      </c:pt>
                      <c:pt idx="1783">
                        <c:v>8.3265200000000004E-7</c:v>
                      </c:pt>
                      <c:pt idx="1784">
                        <c:v>7.0907099999999996E-7</c:v>
                      </c:pt>
                      <c:pt idx="1785">
                        <c:v>6.0249500000000002E-7</c:v>
                      </c:pt>
                      <c:pt idx="1786">
                        <c:v>5.1080499999999997E-7</c:v>
                      </c:pt>
                      <c:pt idx="1787">
                        <c:v>4.3211000000000002E-7</c:v>
                      </c:pt>
                      <c:pt idx="1788">
                        <c:v>3.6473000000000001E-7</c:v>
                      </c:pt>
                      <c:pt idx="1789">
                        <c:v>3.07175E-7</c:v>
                      </c:pt>
                      <c:pt idx="1790">
                        <c:v>2.5812900000000002E-7</c:v>
                      </c:pt>
                      <c:pt idx="1791">
                        <c:v>2.1643499999999999E-7</c:v>
                      </c:pt>
                      <c:pt idx="1792">
                        <c:v>1.81073E-7</c:v>
                      </c:pt>
                      <c:pt idx="1793">
                        <c:v>1.51154E-7</c:v>
                      </c:pt>
                      <c:pt idx="1794">
                        <c:v>1.2589900000000001E-7</c:v>
                      </c:pt>
                      <c:pt idx="1795">
                        <c:v>1.0463100000000001E-7</c:v>
                      </c:pt>
                      <c:pt idx="1796">
                        <c:v>8.6763700000000006E-8</c:v>
                      </c:pt>
                      <c:pt idx="1797">
                        <c:v>7.1788200000000005E-8</c:v>
                      </c:pt>
                      <c:pt idx="1798">
                        <c:v>5.9266000000000003E-8</c:v>
                      </c:pt>
                      <c:pt idx="1799">
                        <c:v>4.8819799999999999E-8</c:v>
                      </c:pt>
                      <c:pt idx="1800">
                        <c:v>4.0125800000000001E-8</c:v>
                      </c:pt>
                      <c:pt idx="1801">
                        <c:v>3.2907099999999997E-8</c:v>
                      </c:pt>
                      <c:pt idx="1802">
                        <c:v>2.69273E-8</c:v>
                      </c:pt>
                      <c:pt idx="1803">
                        <c:v>2.1985300000000001E-8</c:v>
                      </c:pt>
                      <c:pt idx="1804">
                        <c:v>1.7910700000000001E-8</c:v>
                      </c:pt>
                      <c:pt idx="1805">
                        <c:v>1.4558899999999999E-8</c:v>
                      </c:pt>
                      <c:pt idx="1806">
                        <c:v>1.1808099999999999E-8</c:v>
                      </c:pt>
                      <c:pt idx="1807">
                        <c:v>9.5559100000000008E-9</c:v>
                      </c:pt>
                      <c:pt idx="1808">
                        <c:v>7.7161499999999993E-9</c:v>
                      </c:pt>
                      <c:pt idx="1809">
                        <c:v>6.2168100000000002E-9</c:v>
                      </c:pt>
                      <c:pt idx="1810">
                        <c:v>4.9977099999999997E-9</c:v>
                      </c:pt>
                      <c:pt idx="1811">
                        <c:v>4.0087799999999999E-9</c:v>
                      </c:pt>
                      <c:pt idx="1812">
                        <c:v>3.2084299999999998E-9</c:v>
                      </c:pt>
                      <c:pt idx="1813">
                        <c:v>2.5621700000000001E-9</c:v>
                      </c:pt>
                      <c:pt idx="1814">
                        <c:v>2.0415600000000001E-9</c:v>
                      </c:pt>
                      <c:pt idx="1815">
                        <c:v>1.62314E-9</c:v>
                      </c:pt>
                      <c:pt idx="1816">
                        <c:v>1.2876100000000001E-9</c:v>
                      </c:pt>
                      <c:pt idx="1817">
                        <c:v>1.01918E-9</c:v>
                      </c:pt>
                      <c:pt idx="1818">
                        <c:v>8.0492700000000001E-10</c:v>
                      </c:pt>
                      <c:pt idx="1819">
                        <c:v>6.3430600000000002E-10</c:v>
                      </c:pt>
                      <c:pt idx="1820">
                        <c:v>4.9874500000000002E-10</c:v>
                      </c:pt>
                      <c:pt idx="1821">
                        <c:v>3.9128799999999998E-10</c:v>
                      </c:pt>
                      <c:pt idx="1822">
                        <c:v>3.0630299999999999E-10</c:v>
                      </c:pt>
                      <c:pt idx="1823">
                        <c:v>2.3924599999999999E-10</c:v>
                      </c:pt>
                      <c:pt idx="1824">
                        <c:v>1.86455E-10</c:v>
                      </c:pt>
                      <c:pt idx="1825">
                        <c:v>1.44992E-10</c:v>
                      </c:pt>
                      <c:pt idx="1826">
                        <c:v>1.12499E-10</c:v>
                      </c:pt>
                      <c:pt idx="1827">
                        <c:v>8.7094700000000005E-11</c:v>
                      </c:pt>
                      <c:pt idx="1828">
                        <c:v>6.7277900000000002E-11</c:v>
                      </c:pt>
                      <c:pt idx="1829">
                        <c:v>5.1854999999999998E-11</c:v>
                      </c:pt>
                      <c:pt idx="1830">
                        <c:v>3.9879199999999999E-11</c:v>
                      </c:pt>
                      <c:pt idx="1831">
                        <c:v>3.0601299999999997E-11</c:v>
                      </c:pt>
                      <c:pt idx="1832">
                        <c:v>2.343E-11</c:v>
                      </c:pt>
                      <c:pt idx="1833">
                        <c:v>1.78995E-11</c:v>
                      </c:pt>
                      <c:pt idx="1834">
                        <c:v>1.36442E-11</c:v>
                      </c:pt>
                      <c:pt idx="1835">
                        <c:v>1.03775E-11</c:v>
                      </c:pt>
                      <c:pt idx="1836">
                        <c:v>7.8754000000000001E-12</c:v>
                      </c:pt>
                      <c:pt idx="1837">
                        <c:v>5.9633699999999999E-12</c:v>
                      </c:pt>
                      <c:pt idx="1838">
                        <c:v>4.50556E-12</c:v>
                      </c:pt>
                      <c:pt idx="1839">
                        <c:v>2.4154100000000001E-12</c:v>
                      </c:pt>
                      <c:pt idx="1840">
                        <c:v>1.37034E-12</c:v>
                      </c:pt>
                      <c:pt idx="1841">
                        <c:v>8.4780600000000001E-13</c:v>
                      </c:pt>
                      <c:pt idx="1842">
                        <c:v>5.86538E-13</c:v>
                      </c:pt>
                      <c:pt idx="1843">
                        <c:v>4.5590399999999999E-13</c:v>
                      </c:pt>
                      <c:pt idx="1844">
                        <c:v>3.9058699999999999E-13</c:v>
                      </c:pt>
                      <c:pt idx="1845">
                        <c:v>3.5792799999999998E-13</c:v>
                      </c:pt>
                      <c:pt idx="1846">
                        <c:v>3.4159900000000001E-13</c:v>
                      </c:pt>
                      <c:pt idx="1847">
                        <c:v>3.3343499999999998E-13</c:v>
                      </c:pt>
                      <c:pt idx="1848">
                        <c:v>3.2526999999999999E-13</c:v>
                      </c:pt>
                      <c:pt idx="1849">
                        <c:v>4.3051399999999999E-13</c:v>
                      </c:pt>
                      <c:pt idx="1850">
                        <c:v>5.6854899999999996E-13</c:v>
                      </c:pt>
                      <c:pt idx="1851">
                        <c:v>7.4918000000000004E-13</c:v>
                      </c:pt>
                      <c:pt idx="1852">
                        <c:v>9.8501399999999995E-13</c:v>
                      </c:pt>
                      <c:pt idx="1853">
                        <c:v>1.2922199999999999E-12</c:v>
                      </c:pt>
                      <c:pt idx="1854">
                        <c:v>1.69148E-12</c:v>
                      </c:pt>
                      <c:pt idx="1855">
                        <c:v>2.2091999999999999E-12</c:v>
                      </c:pt>
                      <c:pt idx="1856">
                        <c:v>2.8790000000000002E-12</c:v>
                      </c:pt>
                      <c:pt idx="1857">
                        <c:v>3.74357E-12</c:v>
                      </c:pt>
                      <c:pt idx="1858">
                        <c:v>4.857E-12</c:v>
                      </c:pt>
                      <c:pt idx="1859">
                        <c:v>6.2876300000000003E-12</c:v>
                      </c:pt>
                      <c:pt idx="1860">
                        <c:v>8.1216400000000001E-12</c:v>
                      </c:pt>
                      <c:pt idx="1861">
                        <c:v>1.04674E-11</c:v>
                      </c:pt>
                      <c:pt idx="1862">
                        <c:v>1.3460799999999999E-11</c:v>
                      </c:pt>
                      <c:pt idx="1863">
                        <c:v>1.72719E-11</c:v>
                      </c:pt>
                      <c:pt idx="1864">
                        <c:v>2.2113000000000002E-11</c:v>
                      </c:pt>
                      <c:pt idx="1865">
                        <c:v>2.82483E-11</c:v>
                      </c:pt>
                      <c:pt idx="1866">
                        <c:v>3.6005899999999999E-11</c:v>
                      </c:pt>
                      <c:pt idx="1867">
                        <c:v>4.57925E-11</c:v>
                      </c:pt>
                      <c:pt idx="1868">
                        <c:v>5.81101E-11</c:v>
                      </c:pt>
                      <c:pt idx="1869">
                        <c:v>7.3577899999999996E-11</c:v>
                      </c:pt>
                      <c:pt idx="1870">
                        <c:v>9.2956500000000004E-11</c:v>
                      </c:pt>
                      <c:pt idx="1871">
                        <c:v>1.1717899999999999E-10</c:v>
                      </c:pt>
                      <c:pt idx="1872">
                        <c:v>1.4738699999999999E-10</c:v>
                      </c:pt>
                      <c:pt idx="1873">
                        <c:v>1.8497099999999999E-10</c:v>
                      </c:pt>
                      <c:pt idx="1874">
                        <c:v>2.31626E-10</c:v>
                      </c:pt>
                      <c:pt idx="1875">
                        <c:v>2.89406E-10</c:v>
                      </c:pt>
                      <c:pt idx="1876">
                        <c:v>3.6079999999999998E-10</c:v>
                      </c:pt>
                      <c:pt idx="1877">
                        <c:v>4.4881000000000002E-10</c:v>
                      </c:pt>
                      <c:pt idx="1878">
                        <c:v>5.5705299999999998E-10</c:v>
                      </c:pt>
                      <c:pt idx="1879">
                        <c:v>6.8987100000000003E-10</c:v>
                      </c:pt>
                      <c:pt idx="1880">
                        <c:v>8.5246500000000001E-10</c:v>
                      </c:pt>
                      <c:pt idx="1881">
                        <c:v>1.05105E-9</c:v>
                      </c:pt>
                      <c:pt idx="1882">
                        <c:v>1.29303E-9</c:v>
                      </c:pt>
                      <c:pt idx="1883">
                        <c:v>1.58719E-9</c:v>
                      </c:pt>
                      <c:pt idx="1884">
                        <c:v>1.94396E-9</c:v>
                      </c:pt>
                      <c:pt idx="1885">
                        <c:v>2.37566E-9</c:v>
                      </c:pt>
                      <c:pt idx="1886">
                        <c:v>2.89681E-9</c:v>
                      </c:pt>
                      <c:pt idx="1887">
                        <c:v>3.5244500000000002E-9</c:v>
                      </c:pt>
                      <c:pt idx="1888">
                        <c:v>4.2785999999999997E-9</c:v>
                      </c:pt>
                      <c:pt idx="1889">
                        <c:v>5.1826099999999997E-9</c:v>
                      </c:pt>
                      <c:pt idx="1890">
                        <c:v>6.2637399999999997E-9</c:v>
                      </c:pt>
                      <c:pt idx="1891">
                        <c:v>7.5536300000000005E-9</c:v>
                      </c:pt>
                      <c:pt idx="1892">
                        <c:v>9.0889999999999995E-9</c:v>
                      </c:pt>
                      <c:pt idx="1893">
                        <c:v>1.09122E-8</c:v>
                      </c:pt>
                      <c:pt idx="1894">
                        <c:v>1.30722E-8</c:v>
                      </c:pt>
                      <c:pt idx="1895">
                        <c:v>1.5625100000000001E-8</c:v>
                      </c:pt>
                      <c:pt idx="1896">
                        <c:v>1.86351E-8</c:v>
                      </c:pt>
                      <c:pt idx="1897">
                        <c:v>2.2175900000000001E-8</c:v>
                      </c:pt>
                      <c:pt idx="1898">
                        <c:v>2.6330900000000001E-8</c:v>
                      </c:pt>
                      <c:pt idx="1899">
                        <c:v>3.1195299999999999E-8</c:v>
                      </c:pt>
                      <c:pt idx="1900">
                        <c:v>3.6876599999999998E-8</c:v>
                      </c:pt>
                      <c:pt idx="1901">
                        <c:v>4.3496000000000001E-8</c:v>
                      </c:pt>
                      <c:pt idx="1902">
                        <c:v>5.1189999999999997E-8</c:v>
                      </c:pt>
                      <c:pt idx="1903">
                        <c:v>6.01117E-8</c:v>
                      </c:pt>
                      <c:pt idx="1904">
                        <c:v>7.0432099999999997E-8</c:v>
                      </c:pt>
                      <c:pt idx="1905">
                        <c:v>8.2341600000000002E-8</c:v>
                      </c:pt>
                      <c:pt idx="1906">
                        <c:v>9.60519E-8</c:v>
                      </c:pt>
                      <c:pt idx="1907">
                        <c:v>1.1179700000000001E-7</c:v>
                      </c:pt>
                      <c:pt idx="1908">
                        <c:v>1.29835E-7</c:v>
                      </c:pt>
                      <c:pt idx="1909">
                        <c:v>1.5045E-7</c:v>
                      </c:pt>
                      <c:pt idx="1910">
                        <c:v>1.7395199999999999E-7</c:v>
                      </c:pt>
                      <c:pt idx="1911">
                        <c:v>2.0067899999999999E-7</c:v>
                      </c:pt>
                      <c:pt idx="1912">
                        <c:v>2.3100199999999999E-7</c:v>
                      </c:pt>
                      <c:pt idx="1913">
                        <c:v>2.6531700000000002E-7</c:v>
                      </c:pt>
                      <c:pt idx="1914">
                        <c:v>3.0405500000000001E-7</c:v>
                      </c:pt>
                      <c:pt idx="1915">
                        <c:v>3.47678E-7</c:v>
                      </c:pt>
                      <c:pt idx="1916">
                        <c:v>3.9667999999999998E-7</c:v>
                      </c:pt>
                      <c:pt idx="1917">
                        <c:v>4.5158599999999998E-7</c:v>
                      </c:pt>
                      <c:pt idx="1918">
                        <c:v>5.1295299999999997E-7</c:v>
                      </c:pt>
                      <c:pt idx="1919">
                        <c:v>5.81371E-7</c:v>
                      </c:pt>
                      <c:pt idx="1920">
                        <c:v>6.5745499999999998E-7</c:v>
                      </c:pt>
                      <c:pt idx="1921">
                        <c:v>7.4185099999999996E-7</c:v>
                      </c:pt>
                      <c:pt idx="1922">
                        <c:v>8.3522799999999999E-7</c:v>
                      </c:pt>
                      <c:pt idx="1923">
                        <c:v>9.3827699999999998E-7</c:v>
                      </c:pt>
                      <c:pt idx="1924">
                        <c:v>1.0517100000000001E-6</c:v>
                      </c:pt>
                      <c:pt idx="1925">
                        <c:v>1.1762399999999999E-6</c:v>
                      </c:pt>
                      <c:pt idx="1926">
                        <c:v>1.3125999999999999E-6</c:v>
                      </c:pt>
                      <c:pt idx="1927">
                        <c:v>1.4615399999999999E-6</c:v>
                      </c:pt>
                      <c:pt idx="1928">
                        <c:v>1.62377E-6</c:v>
                      </c:pt>
                      <c:pt idx="1929">
                        <c:v>1.80001E-6</c:v>
                      </c:pt>
                      <c:pt idx="1930">
                        <c:v>1.9909700000000001E-6</c:v>
                      </c:pt>
                      <c:pt idx="1931">
                        <c:v>2.19731E-6</c:v>
                      </c:pt>
                      <c:pt idx="1932">
                        <c:v>2.4196699999999999E-6</c:v>
                      </c:pt>
                      <c:pt idx="1933">
                        <c:v>2.6586299999999998E-6</c:v>
                      </c:pt>
                      <c:pt idx="1934">
                        <c:v>2.9147199999999999E-6</c:v>
                      </c:pt>
                      <c:pt idx="1935">
                        <c:v>3.1884100000000001E-6</c:v>
                      </c:pt>
                      <c:pt idx="1936">
                        <c:v>3.48007E-6</c:v>
                      </c:pt>
                      <c:pt idx="1937">
                        <c:v>3.79001E-6</c:v>
                      </c:pt>
                      <c:pt idx="1938">
                        <c:v>4.1184199999999999E-6</c:v>
                      </c:pt>
                      <c:pt idx="1939">
                        <c:v>4.4653799999999999E-6</c:v>
                      </c:pt>
                      <c:pt idx="1940">
                        <c:v>4.8308499999999997E-6</c:v>
                      </c:pt>
                      <c:pt idx="1941">
                        <c:v>5.21466E-6</c:v>
                      </c:pt>
                      <c:pt idx="1942">
                        <c:v>5.6165100000000002E-6</c:v>
                      </c:pt>
                      <c:pt idx="1943">
                        <c:v>6.0359299999999997E-6</c:v>
                      </c:pt>
                      <c:pt idx="1944">
                        <c:v>6.4723099999999997E-6</c:v>
                      </c:pt>
                      <c:pt idx="1945">
                        <c:v>6.9248899999999997E-6</c:v>
                      </c:pt>
                      <c:pt idx="1946">
                        <c:v>7.3927000000000004E-6</c:v>
                      </c:pt>
                      <c:pt idx="1947">
                        <c:v>7.8746599999999999E-6</c:v>
                      </c:pt>
                      <c:pt idx="1948">
                        <c:v>8.3694600000000007E-6</c:v>
                      </c:pt>
                      <c:pt idx="1949">
                        <c:v>8.87567E-6</c:v>
                      </c:pt>
                      <c:pt idx="1950">
                        <c:v>9.3916600000000008E-6</c:v>
                      </c:pt>
                      <c:pt idx="1951">
                        <c:v>9.9156399999999998E-6</c:v>
                      </c:pt>
                      <c:pt idx="1952">
                        <c:v>1.0445700000000001E-5</c:v>
                      </c:pt>
                      <c:pt idx="1953">
                        <c:v>1.0979699999999999E-5</c:v>
                      </c:pt>
                      <c:pt idx="1954">
                        <c:v>1.15155E-5</c:v>
                      </c:pt>
                      <c:pt idx="1955">
                        <c:v>1.20507E-5</c:v>
                      </c:pt>
                      <c:pt idx="1956">
                        <c:v>1.2582799999999999E-5</c:v>
                      </c:pt>
                      <c:pt idx="1957">
                        <c:v>1.31094E-5</c:v>
                      </c:pt>
                      <c:pt idx="1958">
                        <c:v>1.36278E-5</c:v>
                      </c:pt>
                      <c:pt idx="1959">
                        <c:v>1.41353E-5</c:v>
                      </c:pt>
                      <c:pt idx="1960">
                        <c:v>1.46292E-5</c:v>
                      </c:pt>
                      <c:pt idx="1961">
                        <c:v>1.5106899999999999E-5</c:v>
                      </c:pt>
                      <c:pt idx="1962">
                        <c:v>1.5565699999999999E-5</c:v>
                      </c:pt>
                      <c:pt idx="1963">
                        <c:v>1.6002899999999999E-5</c:v>
                      </c:pt>
                      <c:pt idx="1964">
                        <c:v>1.6416E-5</c:v>
                      </c:pt>
                      <c:pt idx="1965">
                        <c:v>1.68024E-5</c:v>
                      </c:pt>
                      <c:pt idx="1966">
                        <c:v>1.7159900000000002E-5</c:v>
                      </c:pt>
                      <c:pt idx="1967">
                        <c:v>1.7486199999999999E-5</c:v>
                      </c:pt>
                      <c:pt idx="1968">
                        <c:v>1.7779200000000001E-5</c:v>
                      </c:pt>
                      <c:pt idx="1969">
                        <c:v>1.8037200000000001E-5</c:v>
                      </c:pt>
                      <c:pt idx="1970">
                        <c:v>1.8258300000000001E-5</c:v>
                      </c:pt>
                      <c:pt idx="1971">
                        <c:v>1.8441299999999999E-5</c:v>
                      </c:pt>
                      <c:pt idx="1972">
                        <c:v>1.8584899999999999E-5</c:v>
                      </c:pt>
                      <c:pt idx="1973">
                        <c:v>1.8688100000000002E-5</c:v>
                      </c:pt>
                      <c:pt idx="1974">
                        <c:v>1.8750399999999999E-5</c:v>
                      </c:pt>
                      <c:pt idx="1975">
                        <c:v>1.8771200000000001E-5</c:v>
                      </c:pt>
                      <c:pt idx="1976">
                        <c:v>1.8750399999999999E-5</c:v>
                      </c:pt>
                      <c:pt idx="1977">
                        <c:v>1.8688100000000002E-5</c:v>
                      </c:pt>
                      <c:pt idx="1978">
                        <c:v>1.8584899999999999E-5</c:v>
                      </c:pt>
                      <c:pt idx="1979">
                        <c:v>1.8441299999999999E-5</c:v>
                      </c:pt>
                      <c:pt idx="1980">
                        <c:v>1.8258300000000001E-5</c:v>
                      </c:pt>
                      <c:pt idx="1981">
                        <c:v>1.8037200000000001E-5</c:v>
                      </c:pt>
                      <c:pt idx="1982">
                        <c:v>1.7779200000000001E-5</c:v>
                      </c:pt>
                      <c:pt idx="1983">
                        <c:v>1.7486199999999999E-5</c:v>
                      </c:pt>
                      <c:pt idx="1984">
                        <c:v>1.7159900000000002E-5</c:v>
                      </c:pt>
                      <c:pt idx="1985">
                        <c:v>1.68024E-5</c:v>
                      </c:pt>
                      <c:pt idx="1986">
                        <c:v>1.6416E-5</c:v>
                      </c:pt>
                      <c:pt idx="1987">
                        <c:v>1.6002899999999999E-5</c:v>
                      </c:pt>
                      <c:pt idx="1988">
                        <c:v>1.5565699999999999E-5</c:v>
                      </c:pt>
                      <c:pt idx="1989">
                        <c:v>1.5106899999999999E-5</c:v>
                      </c:pt>
                      <c:pt idx="1990">
                        <c:v>1.46292E-5</c:v>
                      </c:pt>
                      <c:pt idx="1991">
                        <c:v>1.41353E-5</c:v>
                      </c:pt>
                      <c:pt idx="1992">
                        <c:v>1.36278E-5</c:v>
                      </c:pt>
                      <c:pt idx="1993">
                        <c:v>1.31094E-5</c:v>
                      </c:pt>
                      <c:pt idx="1994">
                        <c:v>1.2582799999999999E-5</c:v>
                      </c:pt>
                      <c:pt idx="1995">
                        <c:v>1.20507E-5</c:v>
                      </c:pt>
                      <c:pt idx="1996">
                        <c:v>1.15155E-5</c:v>
                      </c:pt>
                      <c:pt idx="1997">
                        <c:v>1.0979699999999999E-5</c:v>
                      </c:pt>
                      <c:pt idx="1998">
                        <c:v>1.0445700000000001E-5</c:v>
                      </c:pt>
                      <c:pt idx="1999">
                        <c:v>9.9156399999999998E-6</c:v>
                      </c:pt>
                      <c:pt idx="2000">
                        <c:v>9.3916600000000008E-6</c:v>
                      </c:pt>
                      <c:pt idx="2001">
                        <c:v>8.87567E-6</c:v>
                      </c:pt>
                      <c:pt idx="2002">
                        <c:v>8.3694600000000007E-6</c:v>
                      </c:pt>
                      <c:pt idx="2003">
                        <c:v>7.8746599999999999E-6</c:v>
                      </c:pt>
                      <c:pt idx="2004">
                        <c:v>7.3927000000000004E-6</c:v>
                      </c:pt>
                      <c:pt idx="2005">
                        <c:v>6.9248899999999997E-6</c:v>
                      </c:pt>
                      <c:pt idx="2006">
                        <c:v>6.4723099999999997E-6</c:v>
                      </c:pt>
                      <c:pt idx="2007">
                        <c:v>6.0359299999999997E-6</c:v>
                      </c:pt>
                      <c:pt idx="2008">
                        <c:v>5.6165100000000002E-6</c:v>
                      </c:pt>
                      <c:pt idx="2009">
                        <c:v>5.21466E-6</c:v>
                      </c:pt>
                      <c:pt idx="2010">
                        <c:v>4.8308499999999997E-6</c:v>
                      </c:pt>
                      <c:pt idx="2011">
                        <c:v>4.4653799999999999E-6</c:v>
                      </c:pt>
                      <c:pt idx="2012">
                        <c:v>4.1184199999999999E-6</c:v>
                      </c:pt>
                      <c:pt idx="2013">
                        <c:v>3.79001E-6</c:v>
                      </c:pt>
                      <c:pt idx="2014">
                        <c:v>3.48007E-6</c:v>
                      </c:pt>
                      <c:pt idx="2015">
                        <c:v>3.1884100000000001E-6</c:v>
                      </c:pt>
                      <c:pt idx="2016">
                        <c:v>2.9147199999999999E-6</c:v>
                      </c:pt>
                      <c:pt idx="2017">
                        <c:v>2.6586299999999998E-6</c:v>
                      </c:pt>
                      <c:pt idx="2018">
                        <c:v>2.4196699999999999E-6</c:v>
                      </c:pt>
                      <c:pt idx="2019">
                        <c:v>2.19731E-6</c:v>
                      </c:pt>
                      <c:pt idx="2020">
                        <c:v>1.9909700000000001E-6</c:v>
                      </c:pt>
                      <c:pt idx="2021">
                        <c:v>1.80001E-6</c:v>
                      </c:pt>
                      <c:pt idx="2022">
                        <c:v>1.62377E-6</c:v>
                      </c:pt>
                      <c:pt idx="2023">
                        <c:v>1.4615399999999999E-6</c:v>
                      </c:pt>
                      <c:pt idx="2024">
                        <c:v>1.3125999999999999E-6</c:v>
                      </c:pt>
                      <c:pt idx="2025">
                        <c:v>1.1762399999999999E-6</c:v>
                      </c:pt>
                      <c:pt idx="2026">
                        <c:v>1.0517100000000001E-6</c:v>
                      </c:pt>
                      <c:pt idx="2027">
                        <c:v>9.3827699999999998E-7</c:v>
                      </c:pt>
                      <c:pt idx="2028">
                        <c:v>8.3522799999999999E-7</c:v>
                      </c:pt>
                      <c:pt idx="2029">
                        <c:v>7.4185099999999996E-7</c:v>
                      </c:pt>
                      <c:pt idx="2030">
                        <c:v>6.5745499999999998E-7</c:v>
                      </c:pt>
                      <c:pt idx="2031">
                        <c:v>5.81371E-7</c:v>
                      </c:pt>
                      <c:pt idx="2032">
                        <c:v>5.1295299999999997E-7</c:v>
                      </c:pt>
                      <c:pt idx="2033">
                        <c:v>4.5158599999999998E-7</c:v>
                      </c:pt>
                      <c:pt idx="2034">
                        <c:v>3.9667999999999998E-7</c:v>
                      </c:pt>
                      <c:pt idx="2035">
                        <c:v>3.47678E-7</c:v>
                      </c:pt>
                      <c:pt idx="2036">
                        <c:v>3.0405500000000001E-7</c:v>
                      </c:pt>
                      <c:pt idx="2037">
                        <c:v>2.6531700000000002E-7</c:v>
                      </c:pt>
                      <c:pt idx="2038">
                        <c:v>2.3100199999999999E-7</c:v>
                      </c:pt>
                      <c:pt idx="2039">
                        <c:v>2.0067899999999999E-7</c:v>
                      </c:pt>
                      <c:pt idx="2040">
                        <c:v>1.7395199999999999E-7</c:v>
                      </c:pt>
                      <c:pt idx="2041">
                        <c:v>1.5045E-7</c:v>
                      </c:pt>
                      <c:pt idx="2042">
                        <c:v>1.29835E-7</c:v>
                      </c:pt>
                      <c:pt idx="2043">
                        <c:v>1.1179700000000001E-7</c:v>
                      </c:pt>
                      <c:pt idx="2044">
                        <c:v>9.60519E-8</c:v>
                      </c:pt>
                      <c:pt idx="2045">
                        <c:v>8.2341600000000002E-8</c:v>
                      </c:pt>
                      <c:pt idx="2046">
                        <c:v>7.0432099999999997E-8</c:v>
                      </c:pt>
                      <c:pt idx="2047">
                        <c:v>6.01117E-8</c:v>
                      </c:pt>
                      <c:pt idx="2048">
                        <c:v>5.1189999999999997E-8</c:v>
                      </c:pt>
                      <c:pt idx="2049">
                        <c:v>4.3496000000000001E-8</c:v>
                      </c:pt>
                      <c:pt idx="2050">
                        <c:v>3.6876599999999998E-8</c:v>
                      </c:pt>
                      <c:pt idx="2051">
                        <c:v>3.1195299999999999E-8</c:v>
                      </c:pt>
                      <c:pt idx="2052">
                        <c:v>2.6330900000000001E-8</c:v>
                      </c:pt>
                      <c:pt idx="2053">
                        <c:v>2.2175900000000001E-8</c:v>
                      </c:pt>
                      <c:pt idx="2054">
                        <c:v>1.86351E-8</c:v>
                      </c:pt>
                      <c:pt idx="2055">
                        <c:v>1.5625100000000001E-8</c:v>
                      </c:pt>
                      <c:pt idx="2056">
                        <c:v>1.30722E-8</c:v>
                      </c:pt>
                      <c:pt idx="2057">
                        <c:v>1.09122E-8</c:v>
                      </c:pt>
                      <c:pt idx="2058">
                        <c:v>9.0889999999999995E-9</c:v>
                      </c:pt>
                      <c:pt idx="2059">
                        <c:v>7.5536300000000005E-9</c:v>
                      </c:pt>
                      <c:pt idx="2060">
                        <c:v>6.2637399999999997E-9</c:v>
                      </c:pt>
                      <c:pt idx="2061">
                        <c:v>5.1826099999999997E-9</c:v>
                      </c:pt>
                      <c:pt idx="2062">
                        <c:v>4.2785999999999997E-9</c:v>
                      </c:pt>
                      <c:pt idx="2063">
                        <c:v>3.5244500000000002E-9</c:v>
                      </c:pt>
                      <c:pt idx="2064">
                        <c:v>2.89681E-9</c:v>
                      </c:pt>
                      <c:pt idx="2065">
                        <c:v>2.37566E-9</c:v>
                      </c:pt>
                      <c:pt idx="2066">
                        <c:v>1.94396E-9</c:v>
                      </c:pt>
                      <c:pt idx="2067">
                        <c:v>1.58719E-9</c:v>
                      </c:pt>
                      <c:pt idx="2068">
                        <c:v>1.29303E-9</c:v>
                      </c:pt>
                      <c:pt idx="2069">
                        <c:v>1.05105E-9</c:v>
                      </c:pt>
                      <c:pt idx="2070">
                        <c:v>8.5246500000000001E-10</c:v>
                      </c:pt>
                      <c:pt idx="2071">
                        <c:v>6.8987100000000003E-10</c:v>
                      </c:pt>
                      <c:pt idx="2072">
                        <c:v>5.5705299999999998E-10</c:v>
                      </c:pt>
                      <c:pt idx="2073">
                        <c:v>4.4881000000000002E-10</c:v>
                      </c:pt>
                      <c:pt idx="2074">
                        <c:v>3.6079999999999998E-10</c:v>
                      </c:pt>
                      <c:pt idx="2075">
                        <c:v>2.89406E-10</c:v>
                      </c:pt>
                      <c:pt idx="2076">
                        <c:v>2.31626E-10</c:v>
                      </c:pt>
                      <c:pt idx="2077">
                        <c:v>1.8497099999999999E-10</c:v>
                      </c:pt>
                      <c:pt idx="2078">
                        <c:v>1.4738699999999999E-10</c:v>
                      </c:pt>
                      <c:pt idx="2079">
                        <c:v>1.1717899999999999E-10</c:v>
                      </c:pt>
                      <c:pt idx="2080">
                        <c:v>9.2956500000000004E-11</c:v>
                      </c:pt>
                      <c:pt idx="2081">
                        <c:v>7.3577899999999996E-11</c:v>
                      </c:pt>
                      <c:pt idx="2082">
                        <c:v>5.81101E-11</c:v>
                      </c:pt>
                      <c:pt idx="2083">
                        <c:v>4.57925E-11</c:v>
                      </c:pt>
                      <c:pt idx="2084">
                        <c:v>3.6005899999999999E-11</c:v>
                      </c:pt>
                      <c:pt idx="2085">
                        <c:v>2.82483E-11</c:v>
                      </c:pt>
                      <c:pt idx="2086">
                        <c:v>2.2113000000000002E-11</c:v>
                      </c:pt>
                      <c:pt idx="2087">
                        <c:v>1.72719E-11</c:v>
                      </c:pt>
                      <c:pt idx="2088">
                        <c:v>1.3460799999999999E-11</c:v>
                      </c:pt>
                      <c:pt idx="2089">
                        <c:v>1.04674E-11</c:v>
                      </c:pt>
                      <c:pt idx="2090">
                        <c:v>8.1216400000000001E-12</c:v>
                      </c:pt>
                      <c:pt idx="2091">
                        <c:v>6.2876300000000003E-12</c:v>
                      </c:pt>
                      <c:pt idx="2092">
                        <c:v>4.857E-12</c:v>
                      </c:pt>
                      <c:pt idx="2093">
                        <c:v>3.74357E-12</c:v>
                      </c:pt>
                      <c:pt idx="2094">
                        <c:v>2.8790000000000002E-12</c:v>
                      </c:pt>
                      <c:pt idx="2095">
                        <c:v>2.2091999999999999E-12</c:v>
                      </c:pt>
                      <c:pt idx="2096">
                        <c:v>1.69148E-12</c:v>
                      </c:pt>
                      <c:pt idx="2097">
                        <c:v>1.2922199999999999E-12</c:v>
                      </c:pt>
                      <c:pt idx="2098">
                        <c:v>9.8501399999999995E-13</c:v>
                      </c:pt>
                      <c:pt idx="2099">
                        <c:v>7.4918000000000004E-13</c:v>
                      </c:pt>
                      <c:pt idx="2100">
                        <c:v>5.6854899999999996E-13</c:v>
                      </c:pt>
                      <c:pt idx="2101">
                        <c:v>4.3051399999999999E-13</c:v>
                      </c:pt>
                      <c:pt idx="2102">
                        <c:v>3.2526999999999999E-13</c:v>
                      </c:pt>
                      <c:pt idx="2103">
                        <c:v>1.7679300000000001E-13</c:v>
                      </c:pt>
                      <c:pt idx="2104">
                        <c:v>1.02555E-13</c:v>
                      </c:pt>
                      <c:pt idx="2105">
                        <c:v>6.5435700000000001E-14</c:v>
                      </c:pt>
                      <c:pt idx="2106">
                        <c:v>4.68761E-14</c:v>
                      </c:pt>
                      <c:pt idx="2107">
                        <c:v>3.7596300000000002E-14</c:v>
                      </c:pt>
                      <c:pt idx="2108">
                        <c:v>3.2956399999999997E-14</c:v>
                      </c:pt>
                      <c:pt idx="2109">
                        <c:v>3.0636400000000001E-14</c:v>
                      </c:pt>
                      <c:pt idx="2110">
                        <c:v>2.9476499999999997E-14</c:v>
                      </c:pt>
                      <c:pt idx="2111">
                        <c:v>2.8896500000000001E-14</c:v>
                      </c:pt>
                      <c:pt idx="2112">
                        <c:v>2.8316499999999999E-14</c:v>
                      </c:pt>
                      <c:pt idx="2113">
                        <c:v>3.74785E-14</c:v>
                      </c:pt>
                      <c:pt idx="2114">
                        <c:v>4.9495199999999997E-14</c:v>
                      </c:pt>
                      <c:pt idx="2115">
                        <c:v>6.5220200000000001E-14</c:v>
                      </c:pt>
                      <c:pt idx="2116">
                        <c:v>8.5750700000000001E-14</c:v>
                      </c:pt>
                      <c:pt idx="2117">
                        <c:v>1.12495E-13</c:v>
                      </c:pt>
                      <c:pt idx="2118">
                        <c:v>1.47252E-13</c:v>
                      </c:pt>
                      <c:pt idx="2119">
                        <c:v>1.92323E-13</c:v>
                      </c:pt>
                      <c:pt idx="2120">
                        <c:v>2.5063299999999998E-13</c:v>
                      </c:pt>
                      <c:pt idx="2121">
                        <c:v>3.2589800000000001E-13</c:v>
                      </c:pt>
                      <c:pt idx="2122">
                        <c:v>4.2282799999999998E-13</c:v>
                      </c:pt>
                      <c:pt idx="2123">
                        <c:v>5.4737199999999996E-13</c:v>
                      </c:pt>
                      <c:pt idx="2124">
                        <c:v>7.0703200000000001E-13</c:v>
                      </c:pt>
                      <c:pt idx="2125">
                        <c:v>9.1124200000000001E-13</c:v>
                      </c:pt>
                      <c:pt idx="2126">
                        <c:v>1.1718300000000001E-12</c:v>
                      </c:pt>
                      <c:pt idx="2127">
                        <c:v>1.5036100000000001E-12</c:v>
                      </c:pt>
                      <c:pt idx="2128">
                        <c:v>1.9250500000000002E-12</c:v>
                      </c:pt>
                      <c:pt idx="2129">
                        <c:v>2.4591600000000002E-12</c:v>
                      </c:pt>
                      <c:pt idx="2130">
                        <c:v>3.1345100000000001E-12</c:v>
                      </c:pt>
                      <c:pt idx="2131">
                        <c:v>3.9864800000000002E-12</c:v>
                      </c:pt>
                      <c:pt idx="2132">
                        <c:v>5.0588000000000002E-12</c:v>
                      </c:pt>
                      <c:pt idx="2133">
                        <c:v>6.4053500000000004E-12</c:v>
                      </c:pt>
                      <c:pt idx="2134">
                        <c:v>8.0923699999999994E-12</c:v>
                      </c:pt>
                      <c:pt idx="2135">
                        <c:v>1.0201099999999999E-11</c:v>
                      </c:pt>
                      <c:pt idx="2136">
                        <c:v>1.2830800000000001E-11</c:v>
                      </c:pt>
                      <c:pt idx="2137">
                        <c:v>1.6102699999999999E-11</c:v>
                      </c:pt>
                      <c:pt idx="2138">
                        <c:v>2.0164299999999999E-11</c:v>
                      </c:pt>
                      <c:pt idx="2139">
                        <c:v>2.5194399999999999E-11</c:v>
                      </c:pt>
                      <c:pt idx="2140">
                        <c:v>3.14096E-11</c:v>
                      </c:pt>
                      <c:pt idx="2141">
                        <c:v>3.9071300000000001E-11</c:v>
                      </c:pt>
                      <c:pt idx="2142">
                        <c:v>4.8494399999999999E-11</c:v>
                      </c:pt>
                      <c:pt idx="2143">
                        <c:v>6.0056900000000004E-11</c:v>
                      </c:pt>
                      <c:pt idx="2144">
                        <c:v>7.4211699999999994E-11</c:v>
                      </c:pt>
                      <c:pt idx="2145">
                        <c:v>9.1499500000000003E-11</c:v>
                      </c:pt>
                      <c:pt idx="2146">
                        <c:v>1.12565E-10</c:v>
                      </c:pt>
                      <c:pt idx="2147">
                        <c:v>1.38173E-10</c:v>
                      </c:pt>
                      <c:pt idx="2148">
                        <c:v>1.6923200000000001E-10</c:v>
                      </c:pt>
                      <c:pt idx="2149">
                        <c:v>2.0681399999999999E-10</c:v>
                      </c:pt>
                      <c:pt idx="2150">
                        <c:v>2.5218299999999998E-10</c:v>
                      </c:pt>
                      <c:pt idx="2151">
                        <c:v>3.06822E-10</c:v>
                      </c:pt>
                      <c:pt idx="2152">
                        <c:v>3.72475E-10</c:v>
                      </c:pt>
                      <c:pt idx="2153">
                        <c:v>4.5117399999999999E-10</c:v>
                      </c:pt>
                      <c:pt idx="2154">
                        <c:v>5.45292E-10</c:v>
                      </c:pt>
                      <c:pt idx="2155">
                        <c:v>6.5758399999999995E-10</c:v>
                      </c:pt>
                      <c:pt idx="2156">
                        <c:v>7.91246E-10</c:v>
                      </c:pt>
                      <c:pt idx="2157">
                        <c:v>9.4996900000000007E-10</c:v>
                      </c:pt>
                      <c:pt idx="2158">
                        <c:v>1.1380100000000001E-9</c:v>
                      </c:pt>
                      <c:pt idx="2159">
                        <c:v>1.3602499999999999E-9</c:v>
                      </c:pt>
                      <c:pt idx="2160">
                        <c:v>1.62229E-9</c:v>
                      </c:pt>
                      <c:pt idx="2161">
                        <c:v>1.9305299999999999E-9</c:v>
                      </c:pt>
                      <c:pt idx="2162">
                        <c:v>2.2922499999999998E-9</c:v>
                      </c:pt>
                      <c:pt idx="2163">
                        <c:v>2.7157199999999998E-9</c:v>
                      </c:pt>
                      <c:pt idx="2164">
                        <c:v>3.2103099999999998E-9</c:v>
                      </c:pt>
                      <c:pt idx="2165">
                        <c:v>3.7865599999999998E-9</c:v>
                      </c:pt>
                      <c:pt idx="2166">
                        <c:v>4.45637E-9</c:v>
                      </c:pt>
                      <c:pt idx="2167">
                        <c:v>5.2330499999999998E-9</c:v>
                      </c:pt>
                      <c:pt idx="2168">
                        <c:v>6.1314900000000003E-9</c:v>
                      </c:pt>
                      <c:pt idx="2169">
                        <c:v>7.16828E-9</c:v>
                      </c:pt>
                      <c:pt idx="2170">
                        <c:v>8.3618399999999993E-9</c:v>
                      </c:pt>
                      <c:pt idx="2171">
                        <c:v>9.7325299999999993E-9</c:v>
                      </c:pt>
                      <c:pt idx="2172">
                        <c:v>1.1302799999999999E-8</c:v>
                      </c:pt>
                      <c:pt idx="2173">
                        <c:v>1.30975E-8</c:v>
                      </c:pt>
                      <c:pt idx="2174">
                        <c:v>1.51434E-8</c:v>
                      </c:pt>
                      <c:pt idx="2175">
                        <c:v>1.7470200000000001E-8</c:v>
                      </c:pt>
                      <c:pt idx="2176">
                        <c:v>2.0109900000000001E-8</c:v>
                      </c:pt>
                      <c:pt idx="2177">
                        <c:v>2.3097300000000001E-8</c:v>
                      </c:pt>
                      <c:pt idx="2178">
                        <c:v>2.64696E-8</c:v>
                      </c:pt>
                      <c:pt idx="2179">
                        <c:v>3.02672E-8</c:v>
                      </c:pt>
                      <c:pt idx="2180">
                        <c:v>3.4533100000000001E-8</c:v>
                      </c:pt>
                      <c:pt idx="2181">
                        <c:v>3.9312899999999997E-8</c:v>
                      </c:pt>
                      <c:pt idx="2182">
                        <c:v>4.4655300000000002E-8</c:v>
                      </c:pt>
                      <c:pt idx="2183">
                        <c:v>5.0611500000000003E-8</c:v>
                      </c:pt>
                      <c:pt idx="2184">
                        <c:v>5.7235000000000003E-8</c:v>
                      </c:pt>
                      <c:pt idx="2185">
                        <c:v>6.4582099999999994E-8</c:v>
                      </c:pt>
                      <c:pt idx="2186">
                        <c:v>7.2711100000000001E-8</c:v>
                      </c:pt>
                      <c:pt idx="2187">
                        <c:v>8.1682000000000003E-8</c:v>
                      </c:pt>
                      <c:pt idx="2188">
                        <c:v>9.1556700000000001E-8</c:v>
                      </c:pt>
                      <c:pt idx="2189">
                        <c:v>1.02398E-7</c:v>
                      </c:pt>
                      <c:pt idx="2190">
                        <c:v>1.14269E-7</c:v>
                      </c:pt>
                      <c:pt idx="2191">
                        <c:v>1.2723499999999999E-7</c:v>
                      </c:pt>
                      <c:pt idx="2192">
                        <c:v>1.4135799999999999E-7</c:v>
                      </c:pt>
                      <c:pt idx="2193">
                        <c:v>1.5670099999999999E-7</c:v>
                      </c:pt>
                      <c:pt idx="2194">
                        <c:v>1.73325E-7</c:v>
                      </c:pt>
                      <c:pt idx="2195">
                        <c:v>1.9128800000000001E-7</c:v>
                      </c:pt>
                      <c:pt idx="2196">
                        <c:v>2.1064499999999999E-7</c:v>
                      </c:pt>
                      <c:pt idx="2197">
                        <c:v>2.31448E-7</c:v>
                      </c:pt>
                      <c:pt idx="2198">
                        <c:v>2.53742E-7</c:v>
                      </c:pt>
                      <c:pt idx="2199">
                        <c:v>2.7756800000000001E-7</c:v>
                      </c:pt>
                      <c:pt idx="2200">
                        <c:v>3.0295899999999998E-7</c:v>
                      </c:pt>
                      <c:pt idx="2201">
                        <c:v>3.2994099999999998E-7</c:v>
                      </c:pt>
                      <c:pt idx="2202">
                        <c:v>3.58531E-7</c:v>
                      </c:pt>
                      <c:pt idx="2203">
                        <c:v>3.8873499999999999E-7</c:v>
                      </c:pt>
                      <c:pt idx="2204">
                        <c:v>4.2055100000000002E-7</c:v>
                      </c:pt>
                      <c:pt idx="2205">
                        <c:v>4.5396399999999997E-7</c:v>
                      </c:pt>
                      <c:pt idx="2206">
                        <c:v>4.8894700000000002E-7</c:v>
                      </c:pt>
                      <c:pt idx="2207">
                        <c:v>5.2546000000000005E-7</c:v>
                      </c:pt>
                      <c:pt idx="2208">
                        <c:v>5.6344999999999998E-7</c:v>
                      </c:pt>
                      <c:pt idx="2209">
                        <c:v>6.0284899999999995E-7</c:v>
                      </c:pt>
                      <c:pt idx="2210">
                        <c:v>6.4357500000000002E-7</c:v>
                      </c:pt>
                      <c:pt idx="2211">
                        <c:v>6.8553100000000005E-7</c:v>
                      </c:pt>
                      <c:pt idx="2212">
                        <c:v>7.2860699999999998E-7</c:v>
                      </c:pt>
                      <c:pt idx="2213">
                        <c:v>7.7267499999999998E-7</c:v>
                      </c:pt>
                      <c:pt idx="2214">
                        <c:v>8.1759399999999996E-7</c:v>
                      </c:pt>
                      <c:pt idx="2215">
                        <c:v>8.6321000000000001E-7</c:v>
                      </c:pt>
                      <c:pt idx="2216">
                        <c:v>9.0935400000000003E-7</c:v>
                      </c:pt>
                      <c:pt idx="2217">
                        <c:v>9.5584299999999994E-7</c:v>
                      </c:pt>
                      <c:pt idx="2218">
                        <c:v>1.0024900000000001E-6</c:v>
                      </c:pt>
                      <c:pt idx="2219">
                        <c:v>1.0490799999999999E-6</c:v>
                      </c:pt>
                      <c:pt idx="2220">
                        <c:v>1.0953999999999999E-6</c:v>
                      </c:pt>
                      <c:pt idx="2221">
                        <c:v>1.14124E-6</c:v>
                      </c:pt>
                      <c:pt idx="2222">
                        <c:v>1.18637E-6</c:v>
                      </c:pt>
                      <c:pt idx="2223">
                        <c:v>1.23055E-6</c:v>
                      </c:pt>
                      <c:pt idx="2224">
                        <c:v>1.2735500000000001E-6</c:v>
                      </c:pt>
                      <c:pt idx="2225">
                        <c:v>1.31514E-6</c:v>
                      </c:pt>
                      <c:pt idx="2226">
                        <c:v>1.35508E-6</c:v>
                      </c:pt>
                      <c:pt idx="2227">
                        <c:v>1.3931400000000001E-6</c:v>
                      </c:pt>
                      <c:pt idx="2228">
                        <c:v>1.4291E-6</c:v>
                      </c:pt>
                      <c:pt idx="2229">
                        <c:v>1.46274E-6</c:v>
                      </c:pt>
                      <c:pt idx="2230">
                        <c:v>1.49386E-6</c:v>
                      </c:pt>
                      <c:pt idx="2231">
                        <c:v>1.52226E-6</c:v>
                      </c:pt>
                      <c:pt idx="2232">
                        <c:v>1.5477799999999999E-6</c:v>
                      </c:pt>
                      <c:pt idx="2233">
                        <c:v>1.57023E-6</c:v>
                      </c:pt>
                      <c:pt idx="2234">
                        <c:v>1.5894899999999999E-6</c:v>
                      </c:pt>
                      <c:pt idx="2235">
                        <c:v>1.60542E-6</c:v>
                      </c:pt>
                      <c:pt idx="2236">
                        <c:v>1.6179199999999999E-6</c:v>
                      </c:pt>
                      <c:pt idx="2237">
                        <c:v>1.6269E-6</c:v>
                      </c:pt>
                      <c:pt idx="2238">
                        <c:v>1.6323199999999999E-6</c:v>
                      </c:pt>
                      <c:pt idx="2239">
                        <c:v>1.6341299999999999E-6</c:v>
                      </c:pt>
                      <c:pt idx="2240">
                        <c:v>1.6323199999999999E-6</c:v>
                      </c:pt>
                      <c:pt idx="2241">
                        <c:v>1.6269E-6</c:v>
                      </c:pt>
                      <c:pt idx="2242">
                        <c:v>1.6179199999999999E-6</c:v>
                      </c:pt>
                      <c:pt idx="2243">
                        <c:v>1.60542E-6</c:v>
                      </c:pt>
                      <c:pt idx="2244">
                        <c:v>1.5894899999999999E-6</c:v>
                      </c:pt>
                      <c:pt idx="2245">
                        <c:v>1.57023E-6</c:v>
                      </c:pt>
                      <c:pt idx="2246">
                        <c:v>1.5477799999999999E-6</c:v>
                      </c:pt>
                      <c:pt idx="2247">
                        <c:v>1.52226E-6</c:v>
                      </c:pt>
                      <c:pt idx="2248">
                        <c:v>1.49386E-6</c:v>
                      </c:pt>
                      <c:pt idx="2249">
                        <c:v>1.46274E-6</c:v>
                      </c:pt>
                      <c:pt idx="2250">
                        <c:v>1.4291E-6</c:v>
                      </c:pt>
                      <c:pt idx="2251">
                        <c:v>1.3931400000000001E-6</c:v>
                      </c:pt>
                      <c:pt idx="2252">
                        <c:v>1.35508E-6</c:v>
                      </c:pt>
                      <c:pt idx="2253">
                        <c:v>1.31514E-6</c:v>
                      </c:pt>
                      <c:pt idx="2254">
                        <c:v>1.2735500000000001E-6</c:v>
                      </c:pt>
                      <c:pt idx="2255">
                        <c:v>1.23055E-6</c:v>
                      </c:pt>
                      <c:pt idx="2256">
                        <c:v>1.18637E-6</c:v>
                      </c:pt>
                      <c:pt idx="2257">
                        <c:v>1.14124E-6</c:v>
                      </c:pt>
                      <c:pt idx="2258">
                        <c:v>1.0953999999999999E-6</c:v>
                      </c:pt>
                      <c:pt idx="2259">
                        <c:v>1.0490799999999999E-6</c:v>
                      </c:pt>
                      <c:pt idx="2260">
                        <c:v>1.0024900000000001E-6</c:v>
                      </c:pt>
                      <c:pt idx="2261">
                        <c:v>9.5584299999999994E-7</c:v>
                      </c:pt>
                      <c:pt idx="2262">
                        <c:v>9.0935400000000003E-7</c:v>
                      </c:pt>
                      <c:pt idx="2263">
                        <c:v>8.6321000000000001E-7</c:v>
                      </c:pt>
                      <c:pt idx="2264">
                        <c:v>8.1759399999999996E-7</c:v>
                      </c:pt>
                      <c:pt idx="2265">
                        <c:v>7.7267499999999998E-7</c:v>
                      </c:pt>
                      <c:pt idx="2266">
                        <c:v>7.2860699999999998E-7</c:v>
                      </c:pt>
                      <c:pt idx="2267">
                        <c:v>6.8553100000000005E-7</c:v>
                      </c:pt>
                      <c:pt idx="2268">
                        <c:v>6.4357500000000002E-7</c:v>
                      </c:pt>
                      <c:pt idx="2269">
                        <c:v>6.0284899999999995E-7</c:v>
                      </c:pt>
                      <c:pt idx="2270">
                        <c:v>5.6344999999999998E-7</c:v>
                      </c:pt>
                      <c:pt idx="2271">
                        <c:v>5.2546000000000005E-7</c:v>
                      </c:pt>
                      <c:pt idx="2272">
                        <c:v>4.8894700000000002E-7</c:v>
                      </c:pt>
                      <c:pt idx="2273">
                        <c:v>4.5396399999999997E-7</c:v>
                      </c:pt>
                      <c:pt idx="2274">
                        <c:v>4.2055100000000002E-7</c:v>
                      </c:pt>
                      <c:pt idx="2275">
                        <c:v>3.8873499999999999E-7</c:v>
                      </c:pt>
                      <c:pt idx="2276">
                        <c:v>3.58531E-7</c:v>
                      </c:pt>
                      <c:pt idx="2277">
                        <c:v>3.2994099999999998E-7</c:v>
                      </c:pt>
                      <c:pt idx="2278">
                        <c:v>3.0295899999999998E-7</c:v>
                      </c:pt>
                      <c:pt idx="2279">
                        <c:v>2.7756800000000001E-7</c:v>
                      </c:pt>
                      <c:pt idx="2280">
                        <c:v>2.53742E-7</c:v>
                      </c:pt>
                      <c:pt idx="2281">
                        <c:v>2.31448E-7</c:v>
                      </c:pt>
                      <c:pt idx="2282">
                        <c:v>2.1064499999999999E-7</c:v>
                      </c:pt>
                      <c:pt idx="2283">
                        <c:v>1.9128800000000001E-7</c:v>
                      </c:pt>
                      <c:pt idx="2284">
                        <c:v>1.73325E-7</c:v>
                      </c:pt>
                      <c:pt idx="2285">
                        <c:v>1.5670099999999999E-7</c:v>
                      </c:pt>
                      <c:pt idx="2286">
                        <c:v>1.4135799999999999E-7</c:v>
                      </c:pt>
                      <c:pt idx="2287">
                        <c:v>1.2723499999999999E-7</c:v>
                      </c:pt>
                      <c:pt idx="2288">
                        <c:v>1.14269E-7</c:v>
                      </c:pt>
                      <c:pt idx="2289">
                        <c:v>1.02398E-7</c:v>
                      </c:pt>
                      <c:pt idx="2290">
                        <c:v>9.1556700000000001E-8</c:v>
                      </c:pt>
                      <c:pt idx="2291">
                        <c:v>8.1682000000000003E-8</c:v>
                      </c:pt>
                      <c:pt idx="2292">
                        <c:v>7.2711100000000001E-8</c:v>
                      </c:pt>
                      <c:pt idx="2293">
                        <c:v>6.4582099999999994E-8</c:v>
                      </c:pt>
                      <c:pt idx="2294">
                        <c:v>5.7235000000000003E-8</c:v>
                      </c:pt>
                      <c:pt idx="2295">
                        <c:v>5.0611500000000003E-8</c:v>
                      </c:pt>
                      <c:pt idx="2296">
                        <c:v>4.4655300000000002E-8</c:v>
                      </c:pt>
                      <c:pt idx="2297">
                        <c:v>3.9312899999999997E-8</c:v>
                      </c:pt>
                      <c:pt idx="2298">
                        <c:v>3.4533100000000001E-8</c:v>
                      </c:pt>
                      <c:pt idx="2299">
                        <c:v>3.02672E-8</c:v>
                      </c:pt>
                      <c:pt idx="2300">
                        <c:v>2.64696E-8</c:v>
                      </c:pt>
                      <c:pt idx="2301">
                        <c:v>2.3097300000000001E-8</c:v>
                      </c:pt>
                      <c:pt idx="2302">
                        <c:v>2.0109900000000001E-8</c:v>
                      </c:pt>
                      <c:pt idx="2303">
                        <c:v>1.7470200000000001E-8</c:v>
                      </c:pt>
                      <c:pt idx="2304">
                        <c:v>1.51434E-8</c:v>
                      </c:pt>
                      <c:pt idx="2305">
                        <c:v>1.30975E-8</c:v>
                      </c:pt>
                      <c:pt idx="2306">
                        <c:v>1.1302799999999999E-8</c:v>
                      </c:pt>
                      <c:pt idx="2307">
                        <c:v>9.7325299999999993E-9</c:v>
                      </c:pt>
                      <c:pt idx="2308">
                        <c:v>8.3618399999999993E-9</c:v>
                      </c:pt>
                      <c:pt idx="2309">
                        <c:v>7.16828E-9</c:v>
                      </c:pt>
                      <c:pt idx="2310">
                        <c:v>6.1314900000000003E-9</c:v>
                      </c:pt>
                      <c:pt idx="2311">
                        <c:v>5.2330499999999998E-9</c:v>
                      </c:pt>
                      <c:pt idx="2312">
                        <c:v>4.45637E-9</c:v>
                      </c:pt>
                      <c:pt idx="2313">
                        <c:v>3.7865599999999998E-9</c:v>
                      </c:pt>
                      <c:pt idx="2314">
                        <c:v>3.2103099999999998E-9</c:v>
                      </c:pt>
                      <c:pt idx="2315">
                        <c:v>2.7157199999999998E-9</c:v>
                      </c:pt>
                      <c:pt idx="2316">
                        <c:v>2.2922499999999998E-9</c:v>
                      </c:pt>
                      <c:pt idx="2317">
                        <c:v>1.9305299999999999E-9</c:v>
                      </c:pt>
                      <c:pt idx="2318">
                        <c:v>1.62229E-9</c:v>
                      </c:pt>
                      <c:pt idx="2319">
                        <c:v>1.3602499999999999E-9</c:v>
                      </c:pt>
                      <c:pt idx="2320">
                        <c:v>1.1380100000000001E-9</c:v>
                      </c:pt>
                      <c:pt idx="2321">
                        <c:v>9.4996900000000007E-10</c:v>
                      </c:pt>
                      <c:pt idx="2322">
                        <c:v>7.91246E-10</c:v>
                      </c:pt>
                      <c:pt idx="2323">
                        <c:v>6.5758399999999995E-10</c:v>
                      </c:pt>
                      <c:pt idx="2324">
                        <c:v>5.45292E-10</c:v>
                      </c:pt>
                      <c:pt idx="2325">
                        <c:v>4.5117399999999999E-10</c:v>
                      </c:pt>
                      <c:pt idx="2326">
                        <c:v>3.72475E-10</c:v>
                      </c:pt>
                      <c:pt idx="2327">
                        <c:v>3.06822E-10</c:v>
                      </c:pt>
                      <c:pt idx="2328">
                        <c:v>2.5218299999999998E-10</c:v>
                      </c:pt>
                      <c:pt idx="2329">
                        <c:v>2.0681399999999999E-10</c:v>
                      </c:pt>
                      <c:pt idx="2330">
                        <c:v>1.6923200000000001E-10</c:v>
                      </c:pt>
                      <c:pt idx="2331">
                        <c:v>1.38173E-10</c:v>
                      </c:pt>
                      <c:pt idx="2332">
                        <c:v>1.12565E-10</c:v>
                      </c:pt>
                      <c:pt idx="2333">
                        <c:v>9.1499500000000003E-11</c:v>
                      </c:pt>
                      <c:pt idx="2334">
                        <c:v>7.4211699999999994E-11</c:v>
                      </c:pt>
                      <c:pt idx="2335">
                        <c:v>6.0056900000000004E-11</c:v>
                      </c:pt>
                      <c:pt idx="2336">
                        <c:v>4.8494399999999999E-11</c:v>
                      </c:pt>
                      <c:pt idx="2337">
                        <c:v>3.9071300000000001E-11</c:v>
                      </c:pt>
                      <c:pt idx="2338">
                        <c:v>3.14096E-11</c:v>
                      </c:pt>
                      <c:pt idx="2339">
                        <c:v>2.5194399999999999E-11</c:v>
                      </c:pt>
                      <c:pt idx="2340">
                        <c:v>2.0164299999999999E-11</c:v>
                      </c:pt>
                      <c:pt idx="2341">
                        <c:v>1.6102699999999999E-11</c:v>
                      </c:pt>
                      <c:pt idx="2342">
                        <c:v>1.2830800000000001E-11</c:v>
                      </c:pt>
                      <c:pt idx="2343">
                        <c:v>1.0201099999999999E-11</c:v>
                      </c:pt>
                      <c:pt idx="2344">
                        <c:v>8.0923699999999994E-12</c:v>
                      </c:pt>
                      <c:pt idx="2345">
                        <c:v>6.4053500000000004E-12</c:v>
                      </c:pt>
                      <c:pt idx="2346">
                        <c:v>5.0588000000000002E-12</c:v>
                      </c:pt>
                      <c:pt idx="2347">
                        <c:v>3.9864800000000002E-12</c:v>
                      </c:pt>
                      <c:pt idx="2348">
                        <c:v>3.1345100000000001E-12</c:v>
                      </c:pt>
                      <c:pt idx="2349">
                        <c:v>2.4591600000000002E-12</c:v>
                      </c:pt>
                      <c:pt idx="2350">
                        <c:v>1.9250500000000002E-12</c:v>
                      </c:pt>
                      <c:pt idx="2351">
                        <c:v>1.5036100000000001E-12</c:v>
                      </c:pt>
                      <c:pt idx="2352">
                        <c:v>1.1718300000000001E-12</c:v>
                      </c:pt>
                      <c:pt idx="2353">
                        <c:v>9.1124200000000001E-13</c:v>
                      </c:pt>
                      <c:pt idx="2354">
                        <c:v>7.0703200000000001E-13</c:v>
                      </c:pt>
                      <c:pt idx="2355">
                        <c:v>5.4737199999999996E-13</c:v>
                      </c:pt>
                      <c:pt idx="2356">
                        <c:v>4.2282799999999998E-13</c:v>
                      </c:pt>
                      <c:pt idx="2357">
                        <c:v>3.2589800000000001E-13</c:v>
                      </c:pt>
                      <c:pt idx="2358">
                        <c:v>2.5063299999999998E-13</c:v>
                      </c:pt>
                      <c:pt idx="2359">
                        <c:v>1.92323E-13</c:v>
                      </c:pt>
                      <c:pt idx="2360">
                        <c:v>1.47252E-13</c:v>
                      </c:pt>
                      <c:pt idx="2361">
                        <c:v>1.12495E-13</c:v>
                      </c:pt>
                      <c:pt idx="2362">
                        <c:v>8.5750700000000001E-14</c:v>
                      </c:pt>
                      <c:pt idx="2363">
                        <c:v>6.5220200000000001E-14</c:v>
                      </c:pt>
                      <c:pt idx="2364">
                        <c:v>4.9495199999999997E-14</c:v>
                      </c:pt>
                      <c:pt idx="2365">
                        <c:v>3.74785E-14</c:v>
                      </c:pt>
                      <c:pt idx="2366">
                        <c:v>2.8316499999999999E-14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1-A713-4EA2-BC84-40C7F8285803}"/>
                  </c:ext>
                </c:extLst>
              </c15:ser>
            </c15:filteredScatterSeries>
          </c:ext>
        </c:extLst>
      </c:scatterChart>
      <c:valAx>
        <c:axId val="1139214880"/>
        <c:scaling>
          <c:orientation val="minMax"/>
          <c:max val="533.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212000"/>
        <c:crosses val="autoZero"/>
        <c:crossBetween val="midCat"/>
      </c:valAx>
      <c:valAx>
        <c:axId val="1139212000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21488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CD53B-11A5-786C-A6E8-EE5AE0631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EC9BB9-3923-F6B5-C728-D83BCCE2C0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76FAD-3C3D-53E7-C64D-CA8834174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2C06-1615-489A-92CF-D8651F04EB2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FBE37-E7BE-EAF0-7CB8-C77F70B9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71353-57F5-C223-24BE-CD0445C57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74D8F-F07A-452D-8AE8-500CC0CA0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437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C7D9F-4612-939A-2595-A0EBF0B41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82EE3-1E8C-E7B0-B232-D947365B1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2BEA9-54C6-AC0E-97A9-A0CE7FEEC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2C06-1615-489A-92CF-D8651F04EB2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585E0-9ACC-0A2A-9CA1-9C596916E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8A509-6057-B5D8-C017-59856C51F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74D8F-F07A-452D-8AE8-500CC0CA0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45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8CD72-55CE-6A44-9215-C3E75364C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8CC3A-7E8D-10EE-EA42-5F7142180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60245-439D-2B2C-59F4-F7C39D58C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2C06-1615-489A-92CF-D8651F04EB2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D4914-1031-028A-31B6-309DE5CE9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F4491-9B99-3DB5-3059-A50FD4E9F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74D8F-F07A-452D-8AE8-500CC0CA0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35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FB8E3-1627-3E19-1449-77B6D7946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5D46F-2BC3-B3B0-2D2E-709FDF4B9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A4E52D-F3ED-6606-6AF6-5F0607038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5DA95-9658-D17E-AE74-D67830A39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2C06-1615-489A-92CF-D8651F04EB2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5C2EAE-C6C3-0754-BB6F-52DBF794B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81BE50-D136-41DD-4A3C-E66C8443F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74D8F-F07A-452D-8AE8-500CC0CA0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939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19FC3-DED2-F578-0238-FDDB1025C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B901C-ACE1-B6E9-3796-B0CA8807E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A5133E-282A-CFCF-FD4C-865EC75E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DBEF9C-BC70-9479-1A7C-CDB75B08F8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B2C4DD-0E91-AC14-BEF9-053702ACB5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AF6502-9F97-31A6-00A5-BBD7066E1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2C06-1615-489A-92CF-D8651F04EB2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9E4299-B828-B050-C9A0-A54761D5C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B11673-FDC3-0023-839D-0896B3A91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74D8F-F07A-452D-8AE8-500CC0CA0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39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3FA0E-BC37-D9BE-9BE6-F5415D216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490C62-9772-1E3C-EC04-B0CC303D4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2C06-1615-489A-92CF-D8651F04EB2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E1EE50-C0B9-5BFD-BE21-37D358C8F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409AD-BB10-CA19-4AD9-CCFAB0E4C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74D8F-F07A-452D-8AE8-500CC0CA0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532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64AA9D-A20E-CC4F-F10F-BB3F5296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2C06-1615-489A-92CF-D8651F04EB2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B688F9-7B4D-6668-717C-03C74D123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C4922-AFA0-56E6-3F3A-2A89F4B2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74D8F-F07A-452D-8AE8-500CC0CA0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50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83250-4503-5182-1F32-5D0D9C504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F66AB-F9FE-41B8-DA45-FABCA45BE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6F51FD-ADEB-4FE1-BC5F-D293461DF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72DC6-BD51-A767-96E3-D8043A5B9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2C06-1615-489A-92CF-D8651F04EB2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F9CE8-05E7-005D-C751-F9A4BF569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00F20-EA31-C325-77D9-BE58F2DA3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74D8F-F07A-452D-8AE8-500CC0CA0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082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B16F3-281D-C815-292A-C637C8BD7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F46EBF-BA1F-AD82-B140-8AAE80ADE0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2705A-2C05-EDEE-F1F8-1E8028B5A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AA957-3238-BCAD-0865-E003128F4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2C06-1615-489A-92CF-D8651F04EB2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4BFCDB-3090-7BA3-0FD1-BB4469EB8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6B2FA-36FB-9295-BC4F-25F9B7FD8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74D8F-F07A-452D-8AE8-500CC0CA0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484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8BD10-B6BA-1C72-326B-941FBBBAC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500BC2-B116-415B-3810-4CE4CB33F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CBD83-05B3-8397-6AC4-7F32CDB77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2C06-1615-489A-92CF-D8651F04EB2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84B91-BB37-EA7F-1A82-8062FF718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C08D6-0DDE-D057-4706-44EE03138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74D8F-F07A-452D-8AE8-500CC0CA0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943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475748-352D-1E0F-A888-49090A3475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5B01FB-88CB-E55C-5595-EE8E64FF5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A0797-6508-D317-7DE2-1E0FC8B72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2C06-1615-489A-92CF-D8651F04EB2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A60A1-AE4F-4BEC-B73A-B7C8646AD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EC32F-1667-5DDD-1607-E07D43CFD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74D8F-F07A-452D-8AE8-500CC0CA0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223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425CDE-2258-53BB-9139-72A3C5674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23CE1-577E-3C29-7B54-26272C95A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C1365-34BA-C018-47EC-8B98561807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2E2C06-1615-489A-92CF-D8651F04EB2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81B88-70F3-F48F-BC45-E250B3BCBC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1E51A-B000-AE4B-9EA3-B856AC66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A74D8F-F07A-452D-8AE8-500CC0CA0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83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26E92-15CD-7440-8864-CB22467224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PIMMS updates</a:t>
            </a:r>
          </a:p>
        </p:txBody>
      </p:sp>
    </p:spTree>
    <p:extLst>
      <p:ext uri="{BB962C8B-B14F-4D97-AF65-F5344CB8AC3E}">
        <p14:creationId xmlns:p14="http://schemas.microsoft.com/office/powerpoint/2010/main" val="2206260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CDB8-8657-A4E4-A4AB-5B618952D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A25877-9F4F-C046-64F3-A87BA97495F1}"/>
              </a:ext>
            </a:extLst>
          </p:cNvPr>
          <p:cNvSpPr/>
          <p:nvPr/>
        </p:nvSpPr>
        <p:spPr>
          <a:xfrm>
            <a:off x="838200" y="2514600"/>
            <a:ext cx="10515600" cy="3118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618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rrow: Curved Left 11">
            <a:extLst>
              <a:ext uri="{FF2B5EF4-FFF2-40B4-BE49-F238E27FC236}">
                <a16:creationId xmlns:a16="http://schemas.microsoft.com/office/drawing/2014/main" id="{811AE60F-FAF9-27A5-E241-65E5CF9FC691}"/>
              </a:ext>
            </a:extLst>
          </p:cNvPr>
          <p:cNvSpPr/>
          <p:nvPr/>
        </p:nvSpPr>
        <p:spPr>
          <a:xfrm>
            <a:off x="10315445" y="434467"/>
            <a:ext cx="1609344" cy="2740533"/>
          </a:xfrm>
          <a:prstGeom prst="curvedLeftArrow">
            <a:avLst>
              <a:gd name="adj1" fmla="val 53856"/>
              <a:gd name="adj2" fmla="val 61662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Arrow: Pentagon 33">
            <a:extLst>
              <a:ext uri="{FF2B5EF4-FFF2-40B4-BE49-F238E27FC236}">
                <a16:creationId xmlns:a16="http://schemas.microsoft.com/office/drawing/2014/main" id="{6CC0141B-CF81-0CA0-A785-F153ACE60BA8}"/>
              </a:ext>
            </a:extLst>
          </p:cNvPr>
          <p:cNvSpPr/>
          <p:nvPr/>
        </p:nvSpPr>
        <p:spPr>
          <a:xfrm>
            <a:off x="8386418" y="425323"/>
            <a:ext cx="2286000" cy="885825"/>
          </a:xfrm>
          <a:prstGeom prst="homePlate">
            <a:avLst>
              <a:gd name="adj" fmla="val 36581"/>
            </a:avLst>
          </a:prstGeom>
          <a:pattFill prst="pct25">
            <a:fgClr>
              <a:srgbClr val="00B050"/>
            </a:fgClr>
            <a:bgClr>
              <a:schemeClr val="bg1"/>
            </a:bgClr>
          </a:patt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Smearing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filter</a:t>
            </a:r>
          </a:p>
        </p:txBody>
      </p:sp>
      <p:sp>
        <p:nvSpPr>
          <p:cNvPr id="28" name="Arrow: Pentagon 27">
            <a:extLst>
              <a:ext uri="{FF2B5EF4-FFF2-40B4-BE49-F238E27FC236}">
                <a16:creationId xmlns:a16="http://schemas.microsoft.com/office/drawing/2014/main" id="{055DDC9C-3E30-A462-1EF3-FAEEEB5D3D07}"/>
              </a:ext>
            </a:extLst>
          </p:cNvPr>
          <p:cNvSpPr/>
          <p:nvPr/>
        </p:nvSpPr>
        <p:spPr>
          <a:xfrm>
            <a:off x="6484109" y="3979291"/>
            <a:ext cx="2286000" cy="885825"/>
          </a:xfrm>
          <a:prstGeom prst="homePlate">
            <a:avLst>
              <a:gd name="adj" fmla="val 36581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Isotopic </a:t>
            </a:r>
          </a:p>
          <a:p>
            <a:pPr algn="ctr"/>
            <a:r>
              <a:rPr lang="en-US" dirty="0"/>
              <a:t>modeling</a:t>
            </a:r>
          </a:p>
        </p:txBody>
      </p:sp>
      <p:sp>
        <p:nvSpPr>
          <p:cNvPr id="35" name="Arrow: Pentagon 34">
            <a:extLst>
              <a:ext uri="{FF2B5EF4-FFF2-40B4-BE49-F238E27FC236}">
                <a16:creationId xmlns:a16="http://schemas.microsoft.com/office/drawing/2014/main" id="{068F6354-1E14-3F1B-A882-066296FA0A6F}"/>
              </a:ext>
            </a:extLst>
          </p:cNvPr>
          <p:cNvSpPr/>
          <p:nvPr/>
        </p:nvSpPr>
        <p:spPr>
          <a:xfrm>
            <a:off x="4509005" y="3979291"/>
            <a:ext cx="2286000" cy="885825"/>
          </a:xfrm>
          <a:prstGeom prst="homePlate">
            <a:avLst>
              <a:gd name="adj" fmla="val 36581"/>
            </a:avLst>
          </a:prstGeom>
          <a:pattFill prst="pct25">
            <a:fgClr>
              <a:srgbClr val="00B050"/>
            </a:fgClr>
            <a:bgClr>
              <a:schemeClr val="bg1"/>
            </a:bgClr>
          </a:patt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External library matching</a:t>
            </a:r>
          </a:p>
        </p:txBody>
      </p:sp>
      <p:sp>
        <p:nvSpPr>
          <p:cNvPr id="33" name="Arrow: Pentagon 32">
            <a:extLst>
              <a:ext uri="{FF2B5EF4-FFF2-40B4-BE49-F238E27FC236}">
                <a16:creationId xmlns:a16="http://schemas.microsoft.com/office/drawing/2014/main" id="{4A90749D-0094-C81D-0280-E4F9C244F82D}"/>
              </a:ext>
            </a:extLst>
          </p:cNvPr>
          <p:cNvSpPr/>
          <p:nvPr/>
        </p:nvSpPr>
        <p:spPr>
          <a:xfrm>
            <a:off x="6457390" y="425323"/>
            <a:ext cx="2286000" cy="885825"/>
          </a:xfrm>
          <a:prstGeom prst="homePlate">
            <a:avLst>
              <a:gd name="adj" fmla="val 36581"/>
            </a:avLst>
          </a:prstGeom>
          <a:pattFill prst="pct25">
            <a:fgClr>
              <a:srgbClr val="00B050"/>
            </a:fgClr>
            <a:bgClr>
              <a:schemeClr val="bg1"/>
            </a:bgClr>
          </a:patt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Branching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filter</a:t>
            </a:r>
          </a:p>
        </p:txBody>
      </p:sp>
      <p:sp>
        <p:nvSpPr>
          <p:cNvPr id="24" name="Arrow: Curved Left 23">
            <a:extLst>
              <a:ext uri="{FF2B5EF4-FFF2-40B4-BE49-F238E27FC236}">
                <a16:creationId xmlns:a16="http://schemas.microsoft.com/office/drawing/2014/main" id="{D5D8EA9B-9916-AAA0-96AF-C95A27C8C355}"/>
              </a:ext>
            </a:extLst>
          </p:cNvPr>
          <p:cNvSpPr/>
          <p:nvPr/>
        </p:nvSpPr>
        <p:spPr>
          <a:xfrm flipH="1">
            <a:off x="1340095" y="2197735"/>
            <a:ext cx="1609344" cy="2740533"/>
          </a:xfrm>
          <a:prstGeom prst="curvedLeftArrow">
            <a:avLst>
              <a:gd name="adj1" fmla="val 55022"/>
              <a:gd name="adj2" fmla="val 61662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08B909DB-007E-075A-C713-A9A39AF50121}"/>
              </a:ext>
            </a:extLst>
          </p:cNvPr>
          <p:cNvSpPr/>
          <p:nvPr/>
        </p:nvSpPr>
        <p:spPr>
          <a:xfrm flipH="1">
            <a:off x="2609082" y="2197735"/>
            <a:ext cx="2286000" cy="885825"/>
          </a:xfrm>
          <a:prstGeom prst="homePlate">
            <a:avLst>
              <a:gd name="adj" fmla="val 36581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KMD, CF</a:t>
            </a:r>
            <a:r>
              <a:rPr lang="en-US" baseline="-25000" dirty="0"/>
              <a:t>2</a:t>
            </a:r>
            <a:r>
              <a:rPr lang="en-US" dirty="0"/>
              <a:t> homologous </a:t>
            </a:r>
          </a:p>
          <a:p>
            <a:pPr algn="ctr"/>
            <a:r>
              <a:rPr lang="en-US" dirty="0"/>
              <a:t>series filtering</a:t>
            </a:r>
          </a:p>
        </p:txBody>
      </p:sp>
      <p:sp>
        <p:nvSpPr>
          <p:cNvPr id="32" name="Arrow: Pentagon 31">
            <a:extLst>
              <a:ext uri="{FF2B5EF4-FFF2-40B4-BE49-F238E27FC236}">
                <a16:creationId xmlns:a16="http://schemas.microsoft.com/office/drawing/2014/main" id="{5F5BCF0D-726F-FF89-9B8C-EDCA949AF427}"/>
              </a:ext>
            </a:extLst>
          </p:cNvPr>
          <p:cNvSpPr/>
          <p:nvPr/>
        </p:nvSpPr>
        <p:spPr>
          <a:xfrm flipH="1">
            <a:off x="4575807" y="2197735"/>
            <a:ext cx="2286000" cy="885825"/>
          </a:xfrm>
          <a:prstGeom prst="homePlate">
            <a:avLst>
              <a:gd name="adj" fmla="val 36581"/>
            </a:avLst>
          </a:prstGeom>
          <a:pattFill prst="pct25">
            <a:fgClr>
              <a:srgbClr val="00B050"/>
            </a:fgClr>
            <a:bgClr>
              <a:schemeClr val="bg1"/>
            </a:bgClr>
          </a:patt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Smearing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filter</a:t>
            </a:r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33DA2822-00D9-603B-C5A5-189E4021A4B8}"/>
              </a:ext>
            </a:extLst>
          </p:cNvPr>
          <p:cNvSpPr/>
          <p:nvPr/>
        </p:nvSpPr>
        <p:spPr>
          <a:xfrm>
            <a:off x="4509005" y="425323"/>
            <a:ext cx="2286000" cy="885825"/>
          </a:xfrm>
          <a:prstGeom prst="homePlate">
            <a:avLst>
              <a:gd name="adj" fmla="val 36581"/>
            </a:avLst>
          </a:prstGeom>
          <a:pattFill prst="pct25">
            <a:fgClr>
              <a:srgbClr val="00B050"/>
            </a:fgClr>
            <a:bgClr>
              <a:schemeClr val="bg1"/>
            </a:bgClr>
          </a:patt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Blank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subtraction</a:t>
            </a: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817BB66E-7991-591F-2A2C-AAA00C288E38}"/>
              </a:ext>
            </a:extLst>
          </p:cNvPr>
          <p:cNvSpPr/>
          <p:nvPr/>
        </p:nvSpPr>
        <p:spPr>
          <a:xfrm>
            <a:off x="2533901" y="425323"/>
            <a:ext cx="2286000" cy="885825"/>
          </a:xfrm>
          <a:prstGeom prst="homePlate">
            <a:avLst>
              <a:gd name="adj" fmla="val 36581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Peak </a:t>
            </a:r>
          </a:p>
          <a:p>
            <a:pPr algn="ctr"/>
            <a:r>
              <a:rPr lang="en-US" dirty="0"/>
              <a:t>alignment</a:t>
            </a: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D2A17B93-45D2-5C93-D08D-E349D6BB0B93}"/>
              </a:ext>
            </a:extLst>
          </p:cNvPr>
          <p:cNvSpPr/>
          <p:nvPr/>
        </p:nvSpPr>
        <p:spPr>
          <a:xfrm>
            <a:off x="558797" y="425323"/>
            <a:ext cx="2286000" cy="885825"/>
          </a:xfrm>
          <a:prstGeom prst="homePlate">
            <a:avLst>
              <a:gd name="adj" fmla="val 36581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 importing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FB94E6-98BE-829A-53D7-C63221CF2FE3}"/>
              </a:ext>
            </a:extLst>
          </p:cNvPr>
          <p:cNvSpPr/>
          <p:nvPr/>
        </p:nvSpPr>
        <p:spPr>
          <a:xfrm>
            <a:off x="10315445" y="1977135"/>
            <a:ext cx="429768" cy="2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6C547C-66B6-8367-1FD8-3F49784297FC}"/>
              </a:ext>
            </a:extLst>
          </p:cNvPr>
          <p:cNvSpPr/>
          <p:nvPr/>
        </p:nvSpPr>
        <p:spPr>
          <a:xfrm>
            <a:off x="10324589" y="3083561"/>
            <a:ext cx="429768" cy="2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3179D5-1407-5504-9BBF-80613507E616}"/>
              </a:ext>
            </a:extLst>
          </p:cNvPr>
          <p:cNvSpPr/>
          <p:nvPr/>
        </p:nvSpPr>
        <p:spPr>
          <a:xfrm>
            <a:off x="2533901" y="3752342"/>
            <a:ext cx="429768" cy="2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45DEA5-307F-366F-8B27-D4950AA3FA19}"/>
              </a:ext>
            </a:extLst>
          </p:cNvPr>
          <p:cNvSpPr/>
          <p:nvPr/>
        </p:nvSpPr>
        <p:spPr>
          <a:xfrm>
            <a:off x="2533901" y="4862322"/>
            <a:ext cx="429768" cy="2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Pentagon 29">
            <a:extLst>
              <a:ext uri="{FF2B5EF4-FFF2-40B4-BE49-F238E27FC236}">
                <a16:creationId xmlns:a16="http://schemas.microsoft.com/office/drawing/2014/main" id="{086E7836-8243-AAC8-ECAE-DCF4F9E0C09E}"/>
              </a:ext>
            </a:extLst>
          </p:cNvPr>
          <p:cNvSpPr/>
          <p:nvPr/>
        </p:nvSpPr>
        <p:spPr>
          <a:xfrm>
            <a:off x="2540502" y="3979291"/>
            <a:ext cx="2286000" cy="885825"/>
          </a:xfrm>
          <a:prstGeom prst="homePlate">
            <a:avLst>
              <a:gd name="adj" fmla="val 36581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Kaufman plot integration</a:t>
            </a:r>
          </a:p>
        </p:txBody>
      </p:sp>
      <p:sp>
        <p:nvSpPr>
          <p:cNvPr id="31" name="Arrow: Pentagon 30">
            <a:extLst>
              <a:ext uri="{FF2B5EF4-FFF2-40B4-BE49-F238E27FC236}">
                <a16:creationId xmlns:a16="http://schemas.microsoft.com/office/drawing/2014/main" id="{27109E89-8DE9-FEF1-EA29-2F22453D30F5}"/>
              </a:ext>
            </a:extLst>
          </p:cNvPr>
          <p:cNvSpPr/>
          <p:nvPr/>
        </p:nvSpPr>
        <p:spPr>
          <a:xfrm flipH="1">
            <a:off x="6542531" y="2197735"/>
            <a:ext cx="2286000" cy="885825"/>
          </a:xfrm>
          <a:prstGeom prst="homePlate">
            <a:avLst>
              <a:gd name="adj" fmla="val 36581"/>
            </a:avLst>
          </a:prstGeom>
          <a:pattFill prst="pct25">
            <a:fgClr>
              <a:srgbClr val="00B050"/>
            </a:fgClr>
            <a:bgClr>
              <a:schemeClr val="bg1"/>
            </a:bgClr>
          </a:patt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ML CCS v m/z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filter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38033F17-E164-2DCA-F18F-8A5128AE7545}"/>
              </a:ext>
            </a:extLst>
          </p:cNvPr>
          <p:cNvSpPr/>
          <p:nvPr/>
        </p:nvSpPr>
        <p:spPr>
          <a:xfrm flipH="1">
            <a:off x="8512048" y="2197735"/>
            <a:ext cx="2286000" cy="885825"/>
          </a:xfrm>
          <a:prstGeom prst="homePlate">
            <a:avLst>
              <a:gd name="adj" fmla="val 36581"/>
            </a:avLst>
          </a:prstGeom>
          <a:pattFill prst="pct25">
            <a:fgClr>
              <a:srgbClr val="00B050"/>
            </a:fgClr>
            <a:bgClr>
              <a:schemeClr val="bg1"/>
            </a:bgClr>
          </a:patt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Reference mass filter</a:t>
            </a:r>
          </a:p>
        </p:txBody>
      </p:sp>
      <p:sp>
        <p:nvSpPr>
          <p:cNvPr id="36" name="Arrow: Pentagon 35">
            <a:extLst>
              <a:ext uri="{FF2B5EF4-FFF2-40B4-BE49-F238E27FC236}">
                <a16:creationId xmlns:a16="http://schemas.microsoft.com/office/drawing/2014/main" id="{DDE19B99-EB54-485D-38E2-A3421B39FBA2}"/>
              </a:ext>
            </a:extLst>
          </p:cNvPr>
          <p:cNvSpPr/>
          <p:nvPr/>
        </p:nvSpPr>
        <p:spPr>
          <a:xfrm>
            <a:off x="882090" y="5378387"/>
            <a:ext cx="660383" cy="349314"/>
          </a:xfrm>
          <a:prstGeom prst="homePlate">
            <a:avLst>
              <a:gd name="adj" fmla="val 36581"/>
            </a:avLst>
          </a:prstGeom>
          <a:solidFill>
            <a:srgbClr val="4EA72E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Arrow: Pentagon 36">
            <a:extLst>
              <a:ext uri="{FF2B5EF4-FFF2-40B4-BE49-F238E27FC236}">
                <a16:creationId xmlns:a16="http://schemas.microsoft.com/office/drawing/2014/main" id="{FA04330B-7DB1-23FF-993E-309CE2E07ECC}"/>
              </a:ext>
            </a:extLst>
          </p:cNvPr>
          <p:cNvSpPr/>
          <p:nvPr/>
        </p:nvSpPr>
        <p:spPr>
          <a:xfrm>
            <a:off x="882090" y="5824855"/>
            <a:ext cx="660383" cy="349314"/>
          </a:xfrm>
          <a:prstGeom prst="homePlate">
            <a:avLst>
              <a:gd name="adj" fmla="val 36581"/>
            </a:avLst>
          </a:prstGeom>
          <a:pattFill prst="pct25">
            <a:fgClr>
              <a:srgbClr val="00B050"/>
            </a:fgClr>
            <a:bgClr>
              <a:schemeClr val="bg1"/>
            </a:bgClr>
          </a:patt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8" name="Arrow: Pentagon 37">
            <a:extLst>
              <a:ext uri="{FF2B5EF4-FFF2-40B4-BE49-F238E27FC236}">
                <a16:creationId xmlns:a16="http://schemas.microsoft.com/office/drawing/2014/main" id="{4038C04E-B5B9-A7F1-BF71-81DE5B2CF0E5}"/>
              </a:ext>
            </a:extLst>
          </p:cNvPr>
          <p:cNvSpPr/>
          <p:nvPr/>
        </p:nvSpPr>
        <p:spPr>
          <a:xfrm>
            <a:off x="882090" y="6294908"/>
            <a:ext cx="660383" cy="349314"/>
          </a:xfrm>
          <a:prstGeom prst="homePlate">
            <a:avLst>
              <a:gd name="adj" fmla="val 36581"/>
            </a:avLst>
          </a:prstGeom>
          <a:solidFill>
            <a:srgbClr val="E97132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881443-972C-744B-A607-90A53A2C16DB}"/>
              </a:ext>
            </a:extLst>
          </p:cNvPr>
          <p:cNvSpPr txBox="1"/>
          <p:nvPr/>
        </p:nvSpPr>
        <p:spPr>
          <a:xfrm>
            <a:off x="1773381" y="5356701"/>
            <a:ext cx="3046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Working in v1.2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158307-902F-6A3C-5020-08B8567DADB5}"/>
              </a:ext>
            </a:extLst>
          </p:cNvPr>
          <p:cNvSpPr txBox="1"/>
          <p:nvPr/>
        </p:nvSpPr>
        <p:spPr>
          <a:xfrm>
            <a:off x="1773381" y="5805993"/>
            <a:ext cx="7055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Working in v1.1 – needs to be added to v1.2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2FCB0A-CDB6-5816-59A3-600DDA687927}"/>
              </a:ext>
            </a:extLst>
          </p:cNvPr>
          <p:cNvSpPr txBox="1"/>
          <p:nvPr/>
        </p:nvSpPr>
        <p:spPr>
          <a:xfrm>
            <a:off x="1773381" y="6284899"/>
            <a:ext cx="7055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</a:t>
            </a:r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B3E8A50A-7ACA-F539-2F08-5946DBA58D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920150"/>
              </p:ext>
            </p:extLst>
          </p:nvPr>
        </p:nvGraphicFramePr>
        <p:xfrm>
          <a:off x="8703412" y="3668160"/>
          <a:ext cx="3448608" cy="155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166">
                  <a:extLst>
                    <a:ext uri="{9D8B030D-6E8A-4147-A177-3AD203B41FA5}">
                      <a16:colId xmlns:a16="http://schemas.microsoft.com/office/drawing/2014/main" val="2969115497"/>
                    </a:ext>
                  </a:extLst>
                </a:gridCol>
                <a:gridCol w="385862">
                  <a:extLst>
                    <a:ext uri="{9D8B030D-6E8A-4147-A177-3AD203B41FA5}">
                      <a16:colId xmlns:a16="http://schemas.microsoft.com/office/drawing/2014/main" val="842999405"/>
                    </a:ext>
                  </a:extLst>
                </a:gridCol>
                <a:gridCol w="387927">
                  <a:extLst>
                    <a:ext uri="{9D8B030D-6E8A-4147-A177-3AD203B41FA5}">
                      <a16:colId xmlns:a16="http://schemas.microsoft.com/office/drawing/2014/main" val="116473701"/>
                    </a:ext>
                  </a:extLst>
                </a:gridCol>
                <a:gridCol w="341746">
                  <a:extLst>
                    <a:ext uri="{9D8B030D-6E8A-4147-A177-3AD203B41FA5}">
                      <a16:colId xmlns:a16="http://schemas.microsoft.com/office/drawing/2014/main" val="667174388"/>
                    </a:ext>
                  </a:extLst>
                </a:gridCol>
                <a:gridCol w="692727">
                  <a:extLst>
                    <a:ext uri="{9D8B030D-6E8A-4147-A177-3AD203B41FA5}">
                      <a16:colId xmlns:a16="http://schemas.microsoft.com/office/drawing/2014/main" val="3056479813"/>
                    </a:ext>
                  </a:extLst>
                </a:gridCol>
                <a:gridCol w="1062180">
                  <a:extLst>
                    <a:ext uri="{9D8B030D-6E8A-4147-A177-3AD203B41FA5}">
                      <a16:colId xmlns:a16="http://schemas.microsoft.com/office/drawing/2014/main" val="3195400603"/>
                    </a:ext>
                  </a:extLst>
                </a:gridCol>
              </a:tblGrid>
              <a:tr h="304488">
                <a:tc>
                  <a:txBody>
                    <a:bodyPr/>
                    <a:lstStyle/>
                    <a:p>
                      <a:r>
                        <a:rPr lang="en-US" sz="800" dirty="0"/>
                        <a:t>Feature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m/z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CCS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Formula matching?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Kaufman matching?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701875"/>
                  </a:ext>
                </a:extLst>
              </a:tr>
              <a:tr h="304488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619749"/>
                  </a:ext>
                </a:extLst>
              </a:tr>
              <a:tr h="304488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329167"/>
                  </a:ext>
                </a:extLst>
              </a:tr>
              <a:tr h="304488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460119"/>
                  </a:ext>
                </a:extLst>
              </a:tr>
              <a:tr h="304488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5817934"/>
                  </a:ext>
                </a:extLst>
              </a:tr>
            </a:tbl>
          </a:graphicData>
        </a:graphic>
      </p:graphicFrame>
      <p:sp>
        <p:nvSpPr>
          <p:cNvPr id="43" name="AutoShape 4" descr="A cartoon-style illustration of a sad scientist in a brightly colored laboratory. The scientist has exaggerated, droopy facial features, a messy tuft of hair, and a slightly oversized white lab coat with rolled-up sleeves. They sit at a cluttered desk covered in spilled test tubes, bubbling flasks, and scattered papers. The character is holding their head in one hand while looking dejectedly at a broken beaker. The laboratory background is vibrant, with quirky gadgets, bright green and purple liquids, and a large chalkboard filled with comically complex equations. The scene is lit with warm yellow tones that contrast with the character's blue, sad expression. Created Using: bold outlines, vibrant colors, playful cartoon aesthetics, exaggerated proportions, expressive character design, smooth gradients, whimsical details, and dynamic composition. HD quality, natural look --ar 2:3">
            <a:extLst>
              <a:ext uri="{FF2B5EF4-FFF2-40B4-BE49-F238E27FC236}">
                <a16:creationId xmlns:a16="http://schemas.microsoft.com/office/drawing/2014/main" id="{974294CC-16E2-F790-7804-35D628E618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169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5E1EE-117D-5C67-DCB0-0AC471436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out PIMMS v1.2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AEFE5E-709D-C2B7-F90A-C09F8EC37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013" y="1363472"/>
            <a:ext cx="7424299" cy="51294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FF3F06-C8E8-C620-AF49-427FEA5710DC}"/>
              </a:ext>
            </a:extLst>
          </p:cNvPr>
          <p:cNvSpPr txBox="1"/>
          <p:nvPr/>
        </p:nvSpPr>
        <p:spPr>
          <a:xfrm>
            <a:off x="666750" y="1363472"/>
            <a:ext cx="38195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V1.1 has been used successfully with aims to be included in 2 publications at least by the end of the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Goal is to make V1.2 into a distributable application</a:t>
            </a:r>
          </a:p>
        </p:txBody>
      </p:sp>
    </p:spTree>
    <p:extLst>
      <p:ext uri="{BB962C8B-B14F-4D97-AF65-F5344CB8AC3E}">
        <p14:creationId xmlns:p14="http://schemas.microsoft.com/office/powerpoint/2010/main" val="140786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DB2F4-0680-4D07-D8C5-6D4B703BC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it mean to be the same as something else?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2C0E0-2726-3BDC-CF4D-6F6678A6A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100, 100.001</a:t>
            </a:r>
          </a:p>
          <a:p>
            <a:r>
              <a:rPr lang="en-US" dirty="0"/>
              <a:t>If you set a tolerance of 0.005 – these are the same </a:t>
            </a:r>
          </a:p>
          <a:p>
            <a:pPr marL="0" indent="0">
              <a:buNone/>
            </a:pPr>
            <a:r>
              <a:rPr lang="en-US" dirty="0"/>
              <a:t>(100.001-100&lt;0.005)</a:t>
            </a:r>
          </a:p>
          <a:p>
            <a:r>
              <a:rPr lang="en-US" dirty="0"/>
              <a:t>100.000, 100.001, 100.002, 100.003, 100.004, 100.005, 100.006</a:t>
            </a:r>
          </a:p>
          <a:p>
            <a:r>
              <a:rPr lang="en-US" dirty="0"/>
              <a:t>Complexity of calculation grows exponentially as each value must be compared to each other (n</a:t>
            </a:r>
            <a:r>
              <a:rPr lang="en-US" baseline="30000" dirty="0"/>
              <a:t>2 </a:t>
            </a:r>
            <a:r>
              <a:rPr lang="en-US" dirty="0"/>
              <a:t>calculation)</a:t>
            </a:r>
          </a:p>
          <a:p>
            <a:r>
              <a:rPr lang="en-US" dirty="0"/>
              <a:t>100.006 would typically be classed with 100.000 by a technician knowing that there is some degree of instrument “drift” across a run which is acceptable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D3832-50ED-CA9C-C616-3307D71D9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06008"/>
            <a:ext cx="12192000" cy="3170955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9A665EC-C62D-D411-15C6-632E60C62111}"/>
              </a:ext>
            </a:extLst>
          </p:cNvPr>
          <p:cNvGrpSpPr/>
          <p:nvPr/>
        </p:nvGrpSpPr>
        <p:grpSpPr>
          <a:xfrm>
            <a:off x="378691" y="4001294"/>
            <a:ext cx="11730182" cy="369332"/>
            <a:chOff x="378691" y="4001294"/>
            <a:chExt cx="11730182" cy="369332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893D0AF-63FB-9CE5-C1B6-AE5489875062}"/>
                </a:ext>
              </a:extLst>
            </p:cNvPr>
            <p:cNvCxnSpPr/>
            <p:nvPr/>
          </p:nvCxnSpPr>
          <p:spPr>
            <a:xfrm flipV="1">
              <a:off x="378691" y="4304034"/>
              <a:ext cx="11730182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0C05337-F23E-7BB7-A111-1B599903DD8C}"/>
                </a:ext>
              </a:extLst>
            </p:cNvPr>
            <p:cNvSpPr txBox="1"/>
            <p:nvPr/>
          </p:nvSpPr>
          <p:spPr>
            <a:xfrm>
              <a:off x="5624946" y="4001294"/>
              <a:ext cx="37869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If a hard cap is set – features are lost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551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7C7A3-F2FD-8624-022E-9E8BC7B7D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Peak alignment algorithm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3D Model 6" descr="Sphere">
                <a:extLst>
                  <a:ext uri="{FF2B5EF4-FFF2-40B4-BE49-F238E27FC236}">
                    <a16:creationId xmlns:a16="http://schemas.microsoft.com/office/drawing/2014/main" id="{0CE41B30-6CB3-37D3-A99E-537A19DC21E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30633831"/>
                  </p:ext>
                </p:extLst>
              </p:nvPr>
            </p:nvGraphicFramePr>
            <p:xfrm>
              <a:off x="6358958" y="2191262"/>
              <a:ext cx="2985379" cy="3005826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985379" cy="3005826"/>
                    </a:xfrm>
                    <a:prstGeom prst="rect">
                      <a:avLst/>
                    </a:prstGeom>
                  </am3d:spPr>
                  <am3d:camera>
                    <am3d:pos x="0" y="0" z="814691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1533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29962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3D Model 6" descr="Sphere">
                <a:extLst>
                  <a:ext uri="{FF2B5EF4-FFF2-40B4-BE49-F238E27FC236}">
                    <a16:creationId xmlns:a16="http://schemas.microsoft.com/office/drawing/2014/main" id="{0CE41B30-6CB3-37D3-A99E-537A19DC21E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58958" y="2191262"/>
                <a:ext cx="2985379" cy="3005826"/>
              </a:xfrm>
              <a:prstGeom prst="rect">
                <a:avLst/>
              </a:prstGeom>
            </p:spPr>
          </p:pic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0F6527-9E2A-7A9C-81F3-E106735C5A4E}"/>
              </a:ext>
            </a:extLst>
          </p:cNvPr>
          <p:cNvCxnSpPr>
            <a:cxnSpLocks/>
          </p:cNvCxnSpPr>
          <p:nvPr/>
        </p:nvCxnSpPr>
        <p:spPr>
          <a:xfrm flipV="1">
            <a:off x="7851647" y="2286000"/>
            <a:ext cx="0" cy="1499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62DBED4-57F0-C99C-DF31-6EA5F7713D07}"/>
              </a:ext>
            </a:extLst>
          </p:cNvPr>
          <p:cNvCxnSpPr>
            <a:cxnSpLocks/>
          </p:cNvCxnSpPr>
          <p:nvPr/>
        </p:nvCxnSpPr>
        <p:spPr>
          <a:xfrm flipV="1">
            <a:off x="7854694" y="3145536"/>
            <a:ext cx="1325882" cy="640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D108CE4-B4AB-D967-B584-3DCAD15449ED}"/>
              </a:ext>
            </a:extLst>
          </p:cNvPr>
          <p:cNvCxnSpPr>
            <a:cxnSpLocks/>
          </p:cNvCxnSpPr>
          <p:nvPr/>
        </p:nvCxnSpPr>
        <p:spPr>
          <a:xfrm>
            <a:off x="7854694" y="3785616"/>
            <a:ext cx="908583" cy="9542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4F3D442-54CA-E0A7-8429-C8ACD7BCDCDA}"/>
              </a:ext>
            </a:extLst>
          </p:cNvPr>
          <p:cNvSpPr txBox="1"/>
          <p:nvPr/>
        </p:nvSpPr>
        <p:spPr>
          <a:xfrm>
            <a:off x="7646044" y="1946818"/>
            <a:ext cx="2439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CCS – typically 2%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21B8CE-C881-0D00-C75E-3DFFF665056C}"/>
              </a:ext>
            </a:extLst>
          </p:cNvPr>
          <p:cNvSpPr txBox="1"/>
          <p:nvPr/>
        </p:nvSpPr>
        <p:spPr>
          <a:xfrm>
            <a:off x="8833796" y="4654820"/>
            <a:ext cx="267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RT – typically 1 minute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63CA76-8C49-12BB-8F61-D7F841D440C2}"/>
              </a:ext>
            </a:extLst>
          </p:cNvPr>
          <p:cNvSpPr txBox="1"/>
          <p:nvPr/>
        </p:nvSpPr>
        <p:spPr>
          <a:xfrm>
            <a:off x="9180576" y="2899345"/>
            <a:ext cx="253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m/z – typically 0.001%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278437-24F7-CA0E-34BF-E7F5204766FB}"/>
              </a:ext>
            </a:extLst>
          </p:cNvPr>
          <p:cNvSpPr txBox="1"/>
          <p:nvPr/>
        </p:nvSpPr>
        <p:spPr>
          <a:xfrm>
            <a:off x="488666" y="5712619"/>
            <a:ext cx="112888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user defined parameters depending on the performance of the instrument</a:t>
            </a:r>
          </a:p>
          <a:p>
            <a:r>
              <a:rPr lang="en-US" dirty="0"/>
              <a:t>Uses DBSCAN – to my knowledge this is the first application to MS of this algorithm – exceptionally fast</a:t>
            </a:r>
          </a:p>
          <a:p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682A01B-309D-F218-15F9-BE4E1E859182}"/>
              </a:ext>
            </a:extLst>
          </p:cNvPr>
          <p:cNvSpPr/>
          <p:nvPr/>
        </p:nvSpPr>
        <p:spPr>
          <a:xfrm>
            <a:off x="1325880" y="3465576"/>
            <a:ext cx="182880" cy="1828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E5C16D5-5133-F600-B87D-FB04F2432CDE}"/>
              </a:ext>
            </a:extLst>
          </p:cNvPr>
          <p:cNvSpPr/>
          <p:nvPr/>
        </p:nvSpPr>
        <p:spPr>
          <a:xfrm>
            <a:off x="566513" y="2706624"/>
            <a:ext cx="1701614" cy="170078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B10C6DF-223A-B3B5-61E5-11B48760F371}"/>
              </a:ext>
            </a:extLst>
          </p:cNvPr>
          <p:cNvSpPr/>
          <p:nvPr/>
        </p:nvSpPr>
        <p:spPr>
          <a:xfrm>
            <a:off x="1679448" y="2962656"/>
            <a:ext cx="182880" cy="1828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0FC3087-D9C8-68A9-9138-280DD8D9A8C8}"/>
              </a:ext>
            </a:extLst>
          </p:cNvPr>
          <p:cNvSpPr/>
          <p:nvPr/>
        </p:nvSpPr>
        <p:spPr>
          <a:xfrm>
            <a:off x="920081" y="2203704"/>
            <a:ext cx="1701614" cy="170078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4FE9F69-5EE9-93DD-54D4-E30223B27ACB}"/>
              </a:ext>
            </a:extLst>
          </p:cNvPr>
          <p:cNvSpPr/>
          <p:nvPr/>
        </p:nvSpPr>
        <p:spPr>
          <a:xfrm>
            <a:off x="2362615" y="3204669"/>
            <a:ext cx="182880" cy="1828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7C1959-6A47-A327-056C-359E0D3A2E64}"/>
              </a:ext>
            </a:extLst>
          </p:cNvPr>
          <p:cNvSpPr/>
          <p:nvPr/>
        </p:nvSpPr>
        <p:spPr>
          <a:xfrm>
            <a:off x="1603248" y="2418285"/>
            <a:ext cx="1701614" cy="170078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3065C96-EE9A-00D6-DCA1-03159E41458D}"/>
              </a:ext>
            </a:extLst>
          </p:cNvPr>
          <p:cNvSpPr/>
          <p:nvPr/>
        </p:nvSpPr>
        <p:spPr>
          <a:xfrm>
            <a:off x="4294768" y="4027629"/>
            <a:ext cx="182880" cy="1828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F51B82F-3BA8-9416-1F4A-B0F9C9085C7E}"/>
              </a:ext>
            </a:extLst>
          </p:cNvPr>
          <p:cNvSpPr/>
          <p:nvPr/>
        </p:nvSpPr>
        <p:spPr>
          <a:xfrm>
            <a:off x="3535401" y="3215060"/>
            <a:ext cx="1701614" cy="170078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6D3A69-D7F7-5F07-2BAE-63DE48DC49DE}"/>
              </a:ext>
            </a:extLst>
          </p:cNvPr>
          <p:cNvSpPr txBox="1"/>
          <p:nvPr/>
        </p:nvSpPr>
        <p:spPr>
          <a:xfrm>
            <a:off x="876092" y="4711048"/>
            <a:ext cx="1606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Cluster 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E5D625C-3C9F-0DA2-4E42-C8DC346765C9}"/>
              </a:ext>
            </a:extLst>
          </p:cNvPr>
          <p:cNvSpPr txBox="1"/>
          <p:nvPr/>
        </p:nvSpPr>
        <p:spPr>
          <a:xfrm>
            <a:off x="3582852" y="5080380"/>
            <a:ext cx="1606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Isolated point</a:t>
            </a:r>
          </a:p>
        </p:txBody>
      </p:sp>
    </p:spTree>
    <p:extLst>
      <p:ext uri="{BB962C8B-B14F-4D97-AF65-F5344CB8AC3E}">
        <p14:creationId xmlns:p14="http://schemas.microsoft.com/office/powerpoint/2010/main" val="458888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D95FE-7389-D231-732A-8DCB0E1A5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Something potentially novel? Maybe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46F61C0-A075-E9AC-66D3-D0B8D92057D7}"/>
              </a:ext>
            </a:extLst>
          </p:cNvPr>
          <p:cNvCxnSpPr>
            <a:cxnSpLocks/>
          </p:cNvCxnSpPr>
          <p:nvPr/>
        </p:nvCxnSpPr>
        <p:spPr>
          <a:xfrm>
            <a:off x="1711452" y="4352542"/>
            <a:ext cx="8769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BFF4E9B-4F2A-5765-E481-50AEF6A43202}"/>
              </a:ext>
            </a:extLst>
          </p:cNvPr>
          <p:cNvSpPr txBox="1"/>
          <p:nvPr/>
        </p:nvSpPr>
        <p:spPr>
          <a:xfrm>
            <a:off x="5039868" y="4352542"/>
            <a:ext cx="2112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m/z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C953C99-45C1-9379-BB2A-97DD52C0FF34}"/>
              </a:ext>
            </a:extLst>
          </p:cNvPr>
          <p:cNvSpPr/>
          <p:nvPr/>
        </p:nvSpPr>
        <p:spPr>
          <a:xfrm>
            <a:off x="1592580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30928D8-1CF9-7401-55D8-1901FCB5219B}"/>
              </a:ext>
            </a:extLst>
          </p:cNvPr>
          <p:cNvSpPr/>
          <p:nvPr/>
        </p:nvSpPr>
        <p:spPr>
          <a:xfrm>
            <a:off x="2557272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2E7CA1-7011-CBCA-AEC1-A4220399BCD6}"/>
              </a:ext>
            </a:extLst>
          </p:cNvPr>
          <p:cNvSpPr/>
          <p:nvPr/>
        </p:nvSpPr>
        <p:spPr>
          <a:xfrm>
            <a:off x="3521964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3A91461-DF17-1E25-E711-4A12ACA03109}"/>
              </a:ext>
            </a:extLst>
          </p:cNvPr>
          <p:cNvSpPr/>
          <p:nvPr/>
        </p:nvSpPr>
        <p:spPr>
          <a:xfrm>
            <a:off x="4486656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6E4C381-4BC1-7C31-F4D0-FDECEEE24004}"/>
              </a:ext>
            </a:extLst>
          </p:cNvPr>
          <p:cNvSpPr/>
          <p:nvPr/>
        </p:nvSpPr>
        <p:spPr>
          <a:xfrm>
            <a:off x="5451348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6C10F38-EB68-C5C1-3483-A758F8155978}"/>
              </a:ext>
            </a:extLst>
          </p:cNvPr>
          <p:cNvSpPr/>
          <p:nvPr/>
        </p:nvSpPr>
        <p:spPr>
          <a:xfrm>
            <a:off x="6416040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72360A2-D071-73BD-E1EC-16C90D324F0C}"/>
              </a:ext>
            </a:extLst>
          </p:cNvPr>
          <p:cNvSpPr/>
          <p:nvPr/>
        </p:nvSpPr>
        <p:spPr>
          <a:xfrm>
            <a:off x="7380732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3DA5FD0-FF81-F944-165D-7CE3E17D63DB}"/>
              </a:ext>
            </a:extLst>
          </p:cNvPr>
          <p:cNvSpPr/>
          <p:nvPr/>
        </p:nvSpPr>
        <p:spPr>
          <a:xfrm>
            <a:off x="8345424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CA0E0B7-6AFA-046B-1AB7-60F05CCF3399}"/>
              </a:ext>
            </a:extLst>
          </p:cNvPr>
          <p:cNvSpPr/>
          <p:nvPr/>
        </p:nvSpPr>
        <p:spPr>
          <a:xfrm>
            <a:off x="9310116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BF66AC5-B2C2-2936-680B-8F15F1063FAB}"/>
              </a:ext>
            </a:extLst>
          </p:cNvPr>
          <p:cNvSpPr/>
          <p:nvPr/>
        </p:nvSpPr>
        <p:spPr>
          <a:xfrm>
            <a:off x="10274808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AB7A6DB-02C3-2C93-C750-B1A74E3B56CB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2004060" y="2967225"/>
            <a:ext cx="5532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74CC618-2411-F117-84C6-338B114E1F87}"/>
              </a:ext>
            </a:extLst>
          </p:cNvPr>
          <p:cNvSpPr txBox="1"/>
          <p:nvPr/>
        </p:nvSpPr>
        <p:spPr>
          <a:xfrm>
            <a:off x="1878330" y="2522792"/>
            <a:ext cx="804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9ppm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3F4DE6-E783-7136-C586-9B86311639D1}"/>
              </a:ext>
            </a:extLst>
          </p:cNvPr>
          <p:cNvSpPr txBox="1"/>
          <p:nvPr/>
        </p:nvSpPr>
        <p:spPr>
          <a:xfrm>
            <a:off x="1064514" y="3160697"/>
            <a:ext cx="2457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Within margin of error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FFFDC18-FB68-0A44-1EE3-31ACA7F9ABBC}"/>
              </a:ext>
            </a:extLst>
          </p:cNvPr>
          <p:cNvCxnSpPr>
            <a:cxnSpLocks/>
          </p:cNvCxnSpPr>
          <p:nvPr/>
        </p:nvCxnSpPr>
        <p:spPr>
          <a:xfrm>
            <a:off x="2004060" y="3616449"/>
            <a:ext cx="82707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6F21B35-0070-1B2B-B9A3-2A5D8C292F08}"/>
              </a:ext>
            </a:extLst>
          </p:cNvPr>
          <p:cNvSpPr txBox="1"/>
          <p:nvPr/>
        </p:nvSpPr>
        <p:spPr>
          <a:xfrm>
            <a:off x="2839212" y="3549316"/>
            <a:ext cx="6246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81ppm- points still classed as being in the same “cluster”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55D1C8-38F7-BE42-F56F-CAD6B8C6C0E9}"/>
              </a:ext>
            </a:extLst>
          </p:cNvPr>
          <p:cNvSpPr txBox="1"/>
          <p:nvPr/>
        </p:nvSpPr>
        <p:spPr>
          <a:xfrm>
            <a:off x="0" y="4757503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Results in anomalously large clusters – features which aren’t related are grouped together due to this drifting effect</a:t>
            </a:r>
          </a:p>
          <a:p>
            <a:r>
              <a:rPr lang="en-US" dirty="0"/>
              <a:t>However, instrument performance is known to gradually change with time – it rarely remains within the tolerance for the entire run requiring manual intervention (tuning, recalibration)</a:t>
            </a:r>
          </a:p>
        </p:txBody>
      </p:sp>
    </p:spTree>
    <p:extLst>
      <p:ext uri="{BB962C8B-B14F-4D97-AF65-F5344CB8AC3E}">
        <p14:creationId xmlns:p14="http://schemas.microsoft.com/office/powerpoint/2010/main" val="2265446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560A3-4FBC-CDB1-3848-8EF099290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Drift tolerance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76F8A3-6C07-DF9F-7978-F2D12557BB80}"/>
              </a:ext>
            </a:extLst>
          </p:cNvPr>
          <p:cNvCxnSpPr>
            <a:cxnSpLocks/>
          </p:cNvCxnSpPr>
          <p:nvPr/>
        </p:nvCxnSpPr>
        <p:spPr>
          <a:xfrm>
            <a:off x="1711452" y="4352542"/>
            <a:ext cx="8769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225F9AC-0D09-D9D3-0A97-19C3A2547368}"/>
              </a:ext>
            </a:extLst>
          </p:cNvPr>
          <p:cNvSpPr txBox="1"/>
          <p:nvPr/>
        </p:nvSpPr>
        <p:spPr>
          <a:xfrm>
            <a:off x="5039868" y="4352542"/>
            <a:ext cx="2112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m/z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FC3B1A-008C-1077-75A3-CB7BC1A6AF02}"/>
              </a:ext>
            </a:extLst>
          </p:cNvPr>
          <p:cNvSpPr/>
          <p:nvPr/>
        </p:nvSpPr>
        <p:spPr>
          <a:xfrm>
            <a:off x="1592580" y="2761485"/>
            <a:ext cx="411480" cy="41148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30BD641-4C5F-9843-7164-F06AC72691AC}"/>
              </a:ext>
            </a:extLst>
          </p:cNvPr>
          <p:cNvSpPr/>
          <p:nvPr/>
        </p:nvSpPr>
        <p:spPr>
          <a:xfrm>
            <a:off x="2557272" y="2761485"/>
            <a:ext cx="411480" cy="41148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41351F5-1FA3-2BE5-E41F-E309699F9041}"/>
              </a:ext>
            </a:extLst>
          </p:cNvPr>
          <p:cNvSpPr/>
          <p:nvPr/>
        </p:nvSpPr>
        <p:spPr>
          <a:xfrm>
            <a:off x="3521964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5882529-1001-DB5B-D30F-BE6934FB8134}"/>
              </a:ext>
            </a:extLst>
          </p:cNvPr>
          <p:cNvSpPr/>
          <p:nvPr/>
        </p:nvSpPr>
        <p:spPr>
          <a:xfrm>
            <a:off x="4486656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0F70380-5B3B-D169-0E88-CF14D40A4F08}"/>
              </a:ext>
            </a:extLst>
          </p:cNvPr>
          <p:cNvSpPr/>
          <p:nvPr/>
        </p:nvSpPr>
        <p:spPr>
          <a:xfrm>
            <a:off x="5451348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0C59248-B205-9E4B-F4F9-54FB27344167}"/>
              </a:ext>
            </a:extLst>
          </p:cNvPr>
          <p:cNvSpPr/>
          <p:nvPr/>
        </p:nvSpPr>
        <p:spPr>
          <a:xfrm>
            <a:off x="6416040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E4540BA-367B-0D1D-4B67-1E7C63FC0D85}"/>
              </a:ext>
            </a:extLst>
          </p:cNvPr>
          <p:cNvSpPr/>
          <p:nvPr/>
        </p:nvSpPr>
        <p:spPr>
          <a:xfrm>
            <a:off x="7380732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8D0CF4-95E5-2659-9522-527DA353C393}"/>
              </a:ext>
            </a:extLst>
          </p:cNvPr>
          <p:cNvSpPr/>
          <p:nvPr/>
        </p:nvSpPr>
        <p:spPr>
          <a:xfrm>
            <a:off x="8345424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9D6EC12-F06F-EE38-A133-E94BB0449F87}"/>
              </a:ext>
            </a:extLst>
          </p:cNvPr>
          <p:cNvSpPr/>
          <p:nvPr/>
        </p:nvSpPr>
        <p:spPr>
          <a:xfrm>
            <a:off x="9310116" y="2761485"/>
            <a:ext cx="411480" cy="41148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6F54571-5434-B46E-E03A-B95A141F948E}"/>
              </a:ext>
            </a:extLst>
          </p:cNvPr>
          <p:cNvSpPr/>
          <p:nvPr/>
        </p:nvSpPr>
        <p:spPr>
          <a:xfrm>
            <a:off x="10274808" y="2761485"/>
            <a:ext cx="411480" cy="41148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694AD02-0FAB-1C0A-632D-F4C5734885D2}"/>
              </a:ext>
            </a:extLst>
          </p:cNvPr>
          <p:cNvCxnSpPr>
            <a:cxnSpLocks/>
          </p:cNvCxnSpPr>
          <p:nvPr/>
        </p:nvCxnSpPr>
        <p:spPr>
          <a:xfrm>
            <a:off x="6095998" y="3311625"/>
            <a:ext cx="26609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1AC67B8-E650-75C3-9229-21483E9DFD17}"/>
              </a:ext>
            </a:extLst>
          </p:cNvPr>
          <p:cNvSpPr txBox="1"/>
          <p:nvPr/>
        </p:nvSpPr>
        <p:spPr>
          <a:xfrm>
            <a:off x="4772406" y="2426780"/>
            <a:ext cx="3019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Median value calculated</a:t>
            </a:r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883B5E9A-D530-E093-726A-796A5ABE4DE5}"/>
              </a:ext>
            </a:extLst>
          </p:cNvPr>
          <p:cNvSpPr/>
          <p:nvPr/>
        </p:nvSpPr>
        <p:spPr>
          <a:xfrm rot="2693115">
            <a:off x="5907783" y="2796110"/>
            <a:ext cx="365760" cy="369332"/>
          </a:xfrm>
          <a:prstGeom prst="plus">
            <a:avLst>
              <a:gd name="adj" fmla="val 3102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3D0D24-C1B0-3CE2-146B-EB59BCBEBB69}"/>
              </a:ext>
            </a:extLst>
          </p:cNvPr>
          <p:cNvSpPr txBox="1"/>
          <p:nvPr/>
        </p:nvSpPr>
        <p:spPr>
          <a:xfrm>
            <a:off x="6095999" y="3370257"/>
            <a:ext cx="5809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Drift tolerance</a:t>
            </a:r>
          </a:p>
          <a:p>
            <a:r>
              <a:rPr lang="en-US" dirty="0"/>
              <a:t>(user defined integer * maximum point to point tolerance)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1DABC6-29C1-B1A7-8380-033965F9B11F}"/>
              </a:ext>
            </a:extLst>
          </p:cNvPr>
          <p:cNvCxnSpPr>
            <a:cxnSpLocks/>
          </p:cNvCxnSpPr>
          <p:nvPr/>
        </p:nvCxnSpPr>
        <p:spPr>
          <a:xfrm flipH="1">
            <a:off x="3521964" y="3311625"/>
            <a:ext cx="25648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E91EE99-7BCA-28D2-3641-972938A490E5}"/>
              </a:ext>
            </a:extLst>
          </p:cNvPr>
          <p:cNvCxnSpPr>
            <a:endCxn id="6" idx="0"/>
          </p:cNvCxnSpPr>
          <p:nvPr/>
        </p:nvCxnSpPr>
        <p:spPr>
          <a:xfrm flipH="1">
            <a:off x="1798320" y="1865376"/>
            <a:ext cx="423672" cy="8961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DE73B89-CE35-B64C-705D-AE7AC0839646}"/>
              </a:ext>
            </a:extLst>
          </p:cNvPr>
          <p:cNvSpPr txBox="1"/>
          <p:nvPr/>
        </p:nvSpPr>
        <p:spPr>
          <a:xfrm>
            <a:off x="2221992" y="1506023"/>
            <a:ext cx="3715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Points defined as noise now</a:t>
            </a:r>
          </a:p>
        </p:txBody>
      </p:sp>
    </p:spTree>
    <p:extLst>
      <p:ext uri="{BB962C8B-B14F-4D97-AF65-F5344CB8AC3E}">
        <p14:creationId xmlns:p14="http://schemas.microsoft.com/office/powerpoint/2010/main" val="590504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59E77-098C-612C-383D-3F1BCFAFD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action</a:t>
            </a:r>
          </a:p>
        </p:txBody>
      </p:sp>
      <p:pic>
        <p:nvPicPr>
          <p:cNvPr id="11" name="Picture 10" descr="A red and blue dots on a white surface&#10;&#10;Description automatically generated">
            <a:extLst>
              <a:ext uri="{FF2B5EF4-FFF2-40B4-BE49-F238E27FC236}">
                <a16:creationId xmlns:a16="http://schemas.microsoft.com/office/drawing/2014/main" id="{5509169C-68B6-8542-3CF7-575176772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70" t="26881" r="33056" b="8713"/>
          <a:stretch/>
        </p:blipFill>
        <p:spPr>
          <a:xfrm>
            <a:off x="361190" y="1690688"/>
            <a:ext cx="4617720" cy="3831336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0E3A7D4-4515-9E28-6F35-C93BD2EC4E5A}"/>
              </a:ext>
            </a:extLst>
          </p:cNvPr>
          <p:cNvCxnSpPr>
            <a:cxnSpLocks/>
          </p:cNvCxnSpPr>
          <p:nvPr/>
        </p:nvCxnSpPr>
        <p:spPr>
          <a:xfrm>
            <a:off x="2113792" y="1792224"/>
            <a:ext cx="64008" cy="28620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EC7F363-D7D2-58FB-B21D-AD549E7AA95D}"/>
              </a:ext>
            </a:extLst>
          </p:cNvPr>
          <p:cNvSpPr txBox="1"/>
          <p:nvPr/>
        </p:nvSpPr>
        <p:spPr>
          <a:xfrm>
            <a:off x="1241300" y="5879592"/>
            <a:ext cx="285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12.7% min-max spread</a:t>
            </a:r>
          </a:p>
        </p:txBody>
      </p:sp>
      <p:pic>
        <p:nvPicPr>
          <p:cNvPr id="19" name="Picture 18" descr="A diagram of a red and blue box&#10;&#10;Description automatically generated">
            <a:extLst>
              <a:ext uri="{FF2B5EF4-FFF2-40B4-BE49-F238E27FC236}">
                <a16:creationId xmlns:a16="http://schemas.microsoft.com/office/drawing/2014/main" id="{04B9C134-4528-038B-4674-688776CA17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00" t="26020" r="33625" b="8651"/>
          <a:stretch/>
        </p:blipFill>
        <p:spPr>
          <a:xfrm>
            <a:off x="6647692" y="1690688"/>
            <a:ext cx="4507992" cy="388620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BFC9F0F-2851-3C13-20DA-68037674D868}"/>
              </a:ext>
            </a:extLst>
          </p:cNvPr>
          <p:cNvCxnSpPr>
            <a:cxnSpLocks/>
          </p:cNvCxnSpPr>
          <p:nvPr/>
        </p:nvCxnSpPr>
        <p:spPr>
          <a:xfrm>
            <a:off x="8010975" y="2797943"/>
            <a:ext cx="0" cy="9704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05A288F-1B4F-3ECB-C550-A8E67859B08B}"/>
              </a:ext>
            </a:extLst>
          </p:cNvPr>
          <p:cNvSpPr txBox="1"/>
          <p:nvPr/>
        </p:nvSpPr>
        <p:spPr>
          <a:xfrm>
            <a:off x="5484233" y="5911049"/>
            <a:ext cx="68349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4.6% min-max spread</a:t>
            </a:r>
          </a:p>
          <a:p>
            <a:r>
              <a:rPr lang="en-US" dirty="0"/>
              <a:t>Totally user defined based on instrument performance</a:t>
            </a:r>
          </a:p>
          <a:p>
            <a:r>
              <a:rPr lang="en-US" dirty="0"/>
              <a:t>Good for things like SLIMS with known drift due to long path lengths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4F2743-E4C7-493F-2917-EC65451B9554}"/>
              </a:ext>
            </a:extLst>
          </p:cNvPr>
          <p:cNvSpPr txBox="1"/>
          <p:nvPr/>
        </p:nvSpPr>
        <p:spPr>
          <a:xfrm>
            <a:off x="7927848" y="1422892"/>
            <a:ext cx="2423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1.2 drift tolerance</a:t>
            </a:r>
          </a:p>
        </p:txBody>
      </p:sp>
    </p:spTree>
    <p:extLst>
      <p:ext uri="{BB962C8B-B14F-4D97-AF65-F5344CB8AC3E}">
        <p14:creationId xmlns:p14="http://schemas.microsoft.com/office/powerpoint/2010/main" val="482864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3233D-4C26-3574-DABF-9C30D633A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with experimental data</a:t>
            </a:r>
          </a:p>
        </p:txBody>
      </p:sp>
      <p:pic>
        <p:nvPicPr>
          <p:cNvPr id="7" name="Picture 6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B37F5BEE-C37A-0A5C-8049-6480B3B87E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57" t="30946" r="37578" b="18136"/>
          <a:stretch/>
        </p:blipFill>
        <p:spPr>
          <a:xfrm>
            <a:off x="180975" y="2009775"/>
            <a:ext cx="3629025" cy="30289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2729F2-2927-AC4C-E026-9769D78B6838}"/>
              </a:ext>
            </a:extLst>
          </p:cNvPr>
          <p:cNvSpPr txBox="1"/>
          <p:nvPr/>
        </p:nvSpPr>
        <p:spPr>
          <a:xfrm>
            <a:off x="3810000" y="2828835"/>
            <a:ext cx="73342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Visualizing clusters – processes files in a comparable time to Agilent’s mass profiler despite being more advanced</a:t>
            </a:r>
          </a:p>
          <a:p>
            <a:r>
              <a:rPr lang="en-US" dirty="0"/>
              <a:t>Processing &gt;30000 rows of data from 4 experimental files to produce &gt;8000 clusters in 20 seconds</a:t>
            </a:r>
          </a:p>
        </p:txBody>
      </p:sp>
    </p:spTree>
    <p:extLst>
      <p:ext uri="{BB962C8B-B14F-4D97-AF65-F5344CB8AC3E}">
        <p14:creationId xmlns:p14="http://schemas.microsoft.com/office/powerpoint/2010/main" val="2152588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CFC27-E57D-6BEE-4E8A-3635F355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Isotopic modelling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395E33-CEDD-3CEB-36FB-C82E926D2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24952"/>
            <a:ext cx="5534797" cy="3886742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98FEA21-2D03-062B-6375-960C5629C8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1086853"/>
              </p:ext>
            </p:extLst>
          </p:nvPr>
        </p:nvGraphicFramePr>
        <p:xfrm>
          <a:off x="6491592" y="2041139"/>
          <a:ext cx="5700408" cy="3719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EED8F617-BD10-A3FA-9069-AB2673253DB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1540" r="27715"/>
          <a:stretch/>
        </p:blipFill>
        <p:spPr>
          <a:xfrm>
            <a:off x="8364575" y="2208421"/>
            <a:ext cx="3827425" cy="122057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9F0C567-3FB0-491D-2FB5-09D0EF226F80}"/>
              </a:ext>
            </a:extLst>
          </p:cNvPr>
          <p:cNvCxnSpPr>
            <a:cxnSpLocks/>
          </p:cNvCxnSpPr>
          <p:nvPr/>
        </p:nvCxnSpPr>
        <p:spPr>
          <a:xfrm flipH="1">
            <a:off x="8543636" y="1510562"/>
            <a:ext cx="424873" cy="1214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62091F7-80A1-E6FD-902C-96A8D1009AAD}"/>
              </a:ext>
            </a:extLst>
          </p:cNvPr>
          <p:cNvSpPr txBox="1"/>
          <p:nvPr/>
        </p:nvSpPr>
        <p:spPr>
          <a:xfrm>
            <a:off x="8885382" y="1174631"/>
            <a:ext cx="2290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Isotopic fingerprints</a:t>
            </a:r>
          </a:p>
        </p:txBody>
      </p:sp>
      <p:pic>
        <p:nvPicPr>
          <p:cNvPr id="1026" name="Picture 2" descr="MacCoss Lab Software: /home">
            <a:extLst>
              <a:ext uri="{FF2B5EF4-FFF2-40B4-BE49-F238E27FC236}">
                <a16:creationId xmlns:a16="http://schemas.microsoft.com/office/drawing/2014/main" id="{E7DDCCC7-C6BE-E2CA-7122-5A7824A3B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098" y="1557064"/>
            <a:ext cx="3517325" cy="1302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03B2E40-8C0E-0842-E916-E4A8A1E0F89C}"/>
              </a:ext>
            </a:extLst>
          </p:cNvPr>
          <p:cNvCxnSpPr>
            <a:cxnSpLocks/>
          </p:cNvCxnSpPr>
          <p:nvPr/>
        </p:nvCxnSpPr>
        <p:spPr>
          <a:xfrm>
            <a:off x="10841492" y="1434056"/>
            <a:ext cx="512308" cy="1290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72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42731-9073-85B1-9BEB-84E17BDD0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681A3-70E3-973B-A3BD-8C0C7FC98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Isotopic modelling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4B5B832-5F46-62D1-7597-F8CC7FBD07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9552829"/>
              </p:ext>
            </p:extLst>
          </p:nvPr>
        </p:nvGraphicFramePr>
        <p:xfrm>
          <a:off x="3268101" y="2115021"/>
          <a:ext cx="5700408" cy="3719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B08A8F6C-8C30-FB62-927F-A57F8838CF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1540" r="27715"/>
          <a:stretch/>
        </p:blipFill>
        <p:spPr>
          <a:xfrm>
            <a:off x="5759630" y="1403749"/>
            <a:ext cx="3827425" cy="1220579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72695DC-5B74-0F2D-7722-F4A20064E0F5}"/>
              </a:ext>
            </a:extLst>
          </p:cNvPr>
          <p:cNvCxnSpPr>
            <a:cxnSpLocks/>
          </p:cNvCxnSpPr>
          <p:nvPr/>
        </p:nvCxnSpPr>
        <p:spPr>
          <a:xfrm flipH="1">
            <a:off x="7869672" y="3770722"/>
            <a:ext cx="1306702" cy="751557"/>
          </a:xfrm>
          <a:prstGeom prst="straightConnector1">
            <a:avLst/>
          </a:prstGeom>
          <a:ln>
            <a:solidFill>
              <a:srgbClr val="3E7C9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6A27F79-446F-AC9A-694F-C27E00C3A9EE}"/>
              </a:ext>
            </a:extLst>
          </p:cNvPr>
          <p:cNvSpPr txBox="1"/>
          <p:nvPr/>
        </p:nvSpPr>
        <p:spPr>
          <a:xfrm>
            <a:off x="9176374" y="3189936"/>
            <a:ext cx="2177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  <a:r>
              <a:rPr lang="en-US" baseline="-25000" dirty="0"/>
              <a:t>8</a:t>
            </a:r>
            <a:r>
              <a:rPr lang="en-US" dirty="0"/>
              <a:t>F</a:t>
            </a:r>
            <a:r>
              <a:rPr lang="en-US" baseline="-25000" dirty="0"/>
              <a:t>16</a:t>
            </a:r>
            <a:r>
              <a:rPr lang="en-US" dirty="0"/>
              <a:t>O</a:t>
            </a:r>
            <a:r>
              <a:rPr lang="en-US" baseline="-25000" dirty="0"/>
              <a:t>4</a:t>
            </a:r>
            <a:r>
              <a:rPr lang="en-US" dirty="0"/>
              <a:t>SCl – isotopic distribution model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87F219E-2EB2-87EB-24CB-96B17C0CBCEC}"/>
              </a:ext>
            </a:extLst>
          </p:cNvPr>
          <p:cNvCxnSpPr>
            <a:cxnSpLocks/>
          </p:cNvCxnSpPr>
          <p:nvPr/>
        </p:nvCxnSpPr>
        <p:spPr>
          <a:xfrm>
            <a:off x="3703783" y="1989056"/>
            <a:ext cx="1169875" cy="1439944"/>
          </a:xfrm>
          <a:prstGeom prst="straightConnector1">
            <a:avLst/>
          </a:prstGeom>
          <a:ln>
            <a:solidFill>
              <a:srgbClr val="E9713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C4E2A2F-47B1-2A9E-CAE4-9D449018CF59}"/>
              </a:ext>
            </a:extLst>
          </p:cNvPr>
          <p:cNvSpPr txBox="1"/>
          <p:nvPr/>
        </p:nvSpPr>
        <p:spPr>
          <a:xfrm>
            <a:off x="1734777" y="1690688"/>
            <a:ext cx="225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Experimental 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547D46-B621-2279-317E-AFCD82B2D2BC}"/>
              </a:ext>
            </a:extLst>
          </p:cNvPr>
          <p:cNvSpPr txBox="1"/>
          <p:nvPr/>
        </p:nvSpPr>
        <p:spPr>
          <a:xfrm>
            <a:off x="0" y="5934003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matching gives us confidence that chlorine must be present, aiding greatly the identification of an unknown feature</a:t>
            </a:r>
          </a:p>
          <a:p>
            <a:r>
              <a:rPr lang="en-US" dirty="0"/>
              <a:t>Relies on a TON of trial and error – you need to know what exactly you’re looking for and there are often 100s of valid combinations of elements within a compound</a:t>
            </a:r>
          </a:p>
        </p:txBody>
      </p:sp>
    </p:spTree>
    <p:extLst>
      <p:ext uri="{BB962C8B-B14F-4D97-AF65-F5344CB8AC3E}">
        <p14:creationId xmlns:p14="http://schemas.microsoft.com/office/powerpoint/2010/main" val="4079519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E9FD21A5-BC82-9483-F63E-10D36E239F5B}"/>
              </a:ext>
            </a:extLst>
          </p:cNvPr>
          <p:cNvGrpSpPr/>
          <p:nvPr/>
        </p:nvGrpSpPr>
        <p:grpSpPr>
          <a:xfrm>
            <a:off x="9422861" y="1968385"/>
            <a:ext cx="2769139" cy="2451296"/>
            <a:chOff x="527162" y="1905494"/>
            <a:chExt cx="2769139" cy="2451296"/>
          </a:xfrm>
        </p:grpSpPr>
        <p:graphicFrame>
          <p:nvGraphicFramePr>
            <p:cNvPr id="4" name="Chart 3">
              <a:extLst>
                <a:ext uri="{FF2B5EF4-FFF2-40B4-BE49-F238E27FC236}">
                  <a16:creationId xmlns:a16="http://schemas.microsoft.com/office/drawing/2014/main" id="{3E86B0A7-CA42-AC95-F609-9B6E14BE020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705319691"/>
                </p:ext>
              </p:extLst>
            </p:nvPr>
          </p:nvGraphicFramePr>
          <p:xfrm>
            <a:off x="527162" y="2409589"/>
            <a:ext cx="2769139" cy="194720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51DD9F9-EB0D-4CB9-256D-D9C5AAB89F4A}"/>
                </a:ext>
              </a:extLst>
            </p:cNvPr>
            <p:cNvSpPr txBox="1"/>
            <p:nvPr/>
          </p:nvSpPr>
          <p:spPr>
            <a:xfrm>
              <a:off x="681182" y="1905494"/>
              <a:ext cx="24610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Experimental isotopic distribution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E2242C4-B336-DA20-9623-D9537ECAF55F}"/>
              </a:ext>
            </a:extLst>
          </p:cNvPr>
          <p:cNvGrpSpPr/>
          <p:nvPr/>
        </p:nvGrpSpPr>
        <p:grpSpPr>
          <a:xfrm>
            <a:off x="353143" y="2478197"/>
            <a:ext cx="2560389" cy="1448585"/>
            <a:chOff x="9309809" y="2070224"/>
            <a:chExt cx="2560389" cy="14485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E55D5F4-D3BB-B66B-01B9-CD4EF8A4CDAF}"/>
                </a:ext>
              </a:extLst>
            </p:cNvPr>
            <p:cNvSpPr txBox="1"/>
            <p:nvPr/>
          </p:nvSpPr>
          <p:spPr>
            <a:xfrm>
              <a:off x="9359455" y="2070224"/>
              <a:ext cx="24610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Library match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FC8453A-FF12-2D0A-079B-B4949597B378}"/>
                </a:ext>
              </a:extLst>
            </p:cNvPr>
            <p:cNvSpPr txBox="1"/>
            <p:nvPr/>
          </p:nvSpPr>
          <p:spPr>
            <a:xfrm>
              <a:off x="9309809" y="3149477"/>
              <a:ext cx="25603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C</a:t>
              </a:r>
              <a:r>
                <a:rPr lang="en-US" baseline="-25000" dirty="0" err="1"/>
                <a:t>x</a:t>
              </a:r>
              <a:r>
                <a:rPr lang="en-US" dirty="0" err="1"/>
                <a:t>H</a:t>
              </a:r>
              <a:r>
                <a:rPr lang="en-US" baseline="-25000" dirty="0" err="1"/>
                <a:t>y</a:t>
              </a:r>
              <a:r>
                <a:rPr lang="en-US" dirty="0" err="1"/>
                <a:t>F</a:t>
              </a:r>
              <a:r>
                <a:rPr lang="en-US" baseline="-25000" dirty="0" err="1"/>
                <a:t>z</a:t>
              </a:r>
              <a:r>
                <a:rPr lang="en-US" dirty="0" err="1"/>
                <a:t>O</a:t>
              </a:r>
              <a:r>
                <a:rPr lang="en-US" dirty="0"/>
                <a:t>….</a:t>
              </a:r>
            </a:p>
          </p:txBody>
        </p:sp>
      </p:grpSp>
      <p:sp>
        <p:nvSpPr>
          <p:cNvPr id="9" name="Arrow: Right 8">
            <a:extLst>
              <a:ext uri="{FF2B5EF4-FFF2-40B4-BE49-F238E27FC236}">
                <a16:creationId xmlns:a16="http://schemas.microsoft.com/office/drawing/2014/main" id="{15323DAE-A87E-BF44-A58D-8B38BD5D1C38}"/>
              </a:ext>
            </a:extLst>
          </p:cNvPr>
          <p:cNvSpPr/>
          <p:nvPr/>
        </p:nvSpPr>
        <p:spPr>
          <a:xfrm>
            <a:off x="2913532" y="3058228"/>
            <a:ext cx="6364936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0F6C5B-DADE-A49C-6292-ED07AA00E61B}"/>
              </a:ext>
            </a:extLst>
          </p:cNvPr>
          <p:cNvSpPr txBox="1"/>
          <p:nvPr/>
        </p:nvSpPr>
        <p:spPr>
          <a:xfrm>
            <a:off x="3873696" y="3419057"/>
            <a:ext cx="4444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Does the matching to an external library make sense with it’s library match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Increased confidence in IDs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E40E49-07FF-CC7D-03A3-268C3C7740D3}"/>
              </a:ext>
            </a:extLst>
          </p:cNvPr>
          <p:cNvSpPr txBox="1"/>
          <p:nvPr/>
        </p:nvSpPr>
        <p:spPr>
          <a:xfrm>
            <a:off x="0" y="4697379"/>
            <a:ext cx="1231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the monoisotopic mass 530.89504 (9Cl – PF3ONS M-H) there are &gt;1000 formulas that match within a 10 ppm tolerance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E8AEF7-8747-D52F-1662-59DF5456E6EB}"/>
              </a:ext>
            </a:extLst>
          </p:cNvPr>
          <p:cNvSpPr txBox="1"/>
          <p:nvPr/>
        </p:nvSpPr>
        <p:spPr>
          <a:xfrm>
            <a:off x="-2" y="5243109"/>
            <a:ext cx="12164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Identifying the presence of only one Cl, S reduces that list to 81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DF8A13-EBCE-95CA-7F6D-7718FF64EBE8}"/>
              </a:ext>
            </a:extLst>
          </p:cNvPr>
          <p:cNvSpPr txBox="1"/>
          <p:nvPr/>
        </p:nvSpPr>
        <p:spPr>
          <a:xfrm>
            <a:off x="-3" y="5741186"/>
            <a:ext cx="12164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Eliminating the presence of P reduces the list further to 6</a:t>
            </a:r>
          </a:p>
        </p:txBody>
      </p:sp>
    </p:spTree>
    <p:extLst>
      <p:ext uri="{BB962C8B-B14F-4D97-AF65-F5344CB8AC3E}">
        <p14:creationId xmlns:p14="http://schemas.microsoft.com/office/powerpoint/2010/main" val="3429315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3DEBD-5B7F-6A35-18BC-C67A54C35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Does the matching to an external library make sense with it’s library match?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3BA5D-7DD9-FD95-B0F9-77896AED4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Automated comparison of the formula match with the theoretical distribution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Software can perform a similar operation in fragmentation matching – nothing exists for isotopic modeling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679D0DF-97D6-1BC4-1DEC-000E8706919F}"/>
              </a:ext>
            </a:extLst>
          </p:cNvPr>
          <p:cNvSpPr/>
          <p:nvPr/>
        </p:nvSpPr>
        <p:spPr>
          <a:xfrm>
            <a:off x="3136364" y="3410304"/>
            <a:ext cx="849746" cy="1551718"/>
          </a:xfrm>
          <a:custGeom>
            <a:avLst/>
            <a:gdLst>
              <a:gd name="connsiteX0" fmla="*/ 0 w 849746"/>
              <a:gd name="connsiteY0" fmla="*/ 1551718 h 1551718"/>
              <a:gd name="connsiteX1" fmla="*/ 471055 w 849746"/>
              <a:gd name="connsiteY1" fmla="*/ 9 h 1551718"/>
              <a:gd name="connsiteX2" fmla="*/ 849746 w 849746"/>
              <a:gd name="connsiteY2" fmla="*/ 1533246 h 1551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9746" h="1551718">
                <a:moveTo>
                  <a:pt x="0" y="1551718"/>
                </a:moveTo>
                <a:cubicBezTo>
                  <a:pt x="164715" y="777403"/>
                  <a:pt x="329431" y="3088"/>
                  <a:pt x="471055" y="9"/>
                </a:cubicBezTo>
                <a:cubicBezTo>
                  <a:pt x="612679" y="-3070"/>
                  <a:pt x="731212" y="765088"/>
                  <a:pt x="849746" y="1533246"/>
                </a:cubicBezTo>
              </a:path>
            </a:pathLst>
          </a:custGeom>
          <a:noFill/>
          <a:ln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A5179AC-D023-CE68-1C2B-AA5A1A219527}"/>
              </a:ext>
            </a:extLst>
          </p:cNvPr>
          <p:cNvSpPr/>
          <p:nvPr/>
        </p:nvSpPr>
        <p:spPr>
          <a:xfrm>
            <a:off x="4623419" y="4490968"/>
            <a:ext cx="849746" cy="471054"/>
          </a:xfrm>
          <a:custGeom>
            <a:avLst/>
            <a:gdLst>
              <a:gd name="connsiteX0" fmla="*/ 0 w 849746"/>
              <a:gd name="connsiteY0" fmla="*/ 1551718 h 1551718"/>
              <a:gd name="connsiteX1" fmla="*/ 471055 w 849746"/>
              <a:gd name="connsiteY1" fmla="*/ 9 h 1551718"/>
              <a:gd name="connsiteX2" fmla="*/ 849746 w 849746"/>
              <a:gd name="connsiteY2" fmla="*/ 1533246 h 1551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9746" h="1551718">
                <a:moveTo>
                  <a:pt x="0" y="1551718"/>
                </a:moveTo>
                <a:cubicBezTo>
                  <a:pt x="164715" y="777403"/>
                  <a:pt x="329431" y="3088"/>
                  <a:pt x="471055" y="9"/>
                </a:cubicBezTo>
                <a:cubicBezTo>
                  <a:pt x="612679" y="-3070"/>
                  <a:pt x="731212" y="765088"/>
                  <a:pt x="849746" y="1533246"/>
                </a:cubicBezTo>
              </a:path>
            </a:pathLst>
          </a:custGeom>
          <a:noFill/>
          <a:ln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E4735E4-E45B-C012-4232-2666097CD288}"/>
              </a:ext>
            </a:extLst>
          </p:cNvPr>
          <p:cNvSpPr/>
          <p:nvPr/>
        </p:nvSpPr>
        <p:spPr>
          <a:xfrm>
            <a:off x="6110474" y="4186168"/>
            <a:ext cx="849746" cy="775854"/>
          </a:xfrm>
          <a:custGeom>
            <a:avLst/>
            <a:gdLst>
              <a:gd name="connsiteX0" fmla="*/ 0 w 849746"/>
              <a:gd name="connsiteY0" fmla="*/ 1551718 h 1551718"/>
              <a:gd name="connsiteX1" fmla="*/ 471055 w 849746"/>
              <a:gd name="connsiteY1" fmla="*/ 9 h 1551718"/>
              <a:gd name="connsiteX2" fmla="*/ 849746 w 849746"/>
              <a:gd name="connsiteY2" fmla="*/ 1533246 h 1551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9746" h="1551718">
                <a:moveTo>
                  <a:pt x="0" y="1551718"/>
                </a:moveTo>
                <a:cubicBezTo>
                  <a:pt x="164715" y="777403"/>
                  <a:pt x="329431" y="3088"/>
                  <a:pt x="471055" y="9"/>
                </a:cubicBezTo>
                <a:cubicBezTo>
                  <a:pt x="612679" y="-3070"/>
                  <a:pt x="731212" y="765088"/>
                  <a:pt x="849746" y="1533246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95110D7-BD43-DC26-B637-4CA89A0ACF39}"/>
              </a:ext>
            </a:extLst>
          </p:cNvPr>
          <p:cNvSpPr/>
          <p:nvPr/>
        </p:nvSpPr>
        <p:spPr>
          <a:xfrm>
            <a:off x="7597529" y="4795768"/>
            <a:ext cx="849746" cy="166254"/>
          </a:xfrm>
          <a:custGeom>
            <a:avLst/>
            <a:gdLst>
              <a:gd name="connsiteX0" fmla="*/ 0 w 849746"/>
              <a:gd name="connsiteY0" fmla="*/ 1551718 h 1551718"/>
              <a:gd name="connsiteX1" fmla="*/ 471055 w 849746"/>
              <a:gd name="connsiteY1" fmla="*/ 9 h 1551718"/>
              <a:gd name="connsiteX2" fmla="*/ 849746 w 849746"/>
              <a:gd name="connsiteY2" fmla="*/ 1533246 h 1551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9746" h="1551718">
                <a:moveTo>
                  <a:pt x="0" y="1551718"/>
                </a:moveTo>
                <a:cubicBezTo>
                  <a:pt x="164715" y="777403"/>
                  <a:pt x="329431" y="3088"/>
                  <a:pt x="471055" y="9"/>
                </a:cubicBezTo>
                <a:cubicBezTo>
                  <a:pt x="612679" y="-3070"/>
                  <a:pt x="731212" y="765088"/>
                  <a:pt x="849746" y="1533246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7BCAA7-0ECA-5220-F835-779E3578E37E}"/>
              </a:ext>
            </a:extLst>
          </p:cNvPr>
          <p:cNvSpPr/>
          <p:nvPr/>
        </p:nvSpPr>
        <p:spPr>
          <a:xfrm>
            <a:off x="3136364" y="2782240"/>
            <a:ext cx="849746" cy="2179782"/>
          </a:xfrm>
          <a:custGeom>
            <a:avLst/>
            <a:gdLst>
              <a:gd name="connsiteX0" fmla="*/ 0 w 849746"/>
              <a:gd name="connsiteY0" fmla="*/ 1551718 h 1551718"/>
              <a:gd name="connsiteX1" fmla="*/ 471055 w 849746"/>
              <a:gd name="connsiteY1" fmla="*/ 9 h 1551718"/>
              <a:gd name="connsiteX2" fmla="*/ 849746 w 849746"/>
              <a:gd name="connsiteY2" fmla="*/ 1533246 h 1551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9746" h="1551718">
                <a:moveTo>
                  <a:pt x="0" y="1551718"/>
                </a:moveTo>
                <a:cubicBezTo>
                  <a:pt x="164715" y="777403"/>
                  <a:pt x="329431" y="3088"/>
                  <a:pt x="471055" y="9"/>
                </a:cubicBezTo>
                <a:cubicBezTo>
                  <a:pt x="612679" y="-3070"/>
                  <a:pt x="731212" y="765088"/>
                  <a:pt x="849746" y="1533246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732E0B-0D21-36EA-6AD0-B8825B8818C3}"/>
              </a:ext>
            </a:extLst>
          </p:cNvPr>
          <p:cNvSpPr/>
          <p:nvPr/>
        </p:nvSpPr>
        <p:spPr>
          <a:xfrm>
            <a:off x="4623419" y="4093804"/>
            <a:ext cx="849746" cy="868218"/>
          </a:xfrm>
          <a:custGeom>
            <a:avLst/>
            <a:gdLst>
              <a:gd name="connsiteX0" fmla="*/ 0 w 849746"/>
              <a:gd name="connsiteY0" fmla="*/ 1551718 h 1551718"/>
              <a:gd name="connsiteX1" fmla="*/ 471055 w 849746"/>
              <a:gd name="connsiteY1" fmla="*/ 9 h 1551718"/>
              <a:gd name="connsiteX2" fmla="*/ 849746 w 849746"/>
              <a:gd name="connsiteY2" fmla="*/ 1533246 h 1551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9746" h="1551718">
                <a:moveTo>
                  <a:pt x="0" y="1551718"/>
                </a:moveTo>
                <a:cubicBezTo>
                  <a:pt x="164715" y="777403"/>
                  <a:pt x="329431" y="3088"/>
                  <a:pt x="471055" y="9"/>
                </a:cubicBezTo>
                <a:cubicBezTo>
                  <a:pt x="612679" y="-3070"/>
                  <a:pt x="731212" y="765088"/>
                  <a:pt x="849746" y="1533246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9F6F70A-3F73-D6CB-D6C3-213780312110}"/>
              </a:ext>
            </a:extLst>
          </p:cNvPr>
          <p:cNvSpPr/>
          <p:nvPr/>
        </p:nvSpPr>
        <p:spPr>
          <a:xfrm>
            <a:off x="6110474" y="4490968"/>
            <a:ext cx="849746" cy="471054"/>
          </a:xfrm>
          <a:custGeom>
            <a:avLst/>
            <a:gdLst>
              <a:gd name="connsiteX0" fmla="*/ 0 w 849746"/>
              <a:gd name="connsiteY0" fmla="*/ 1551718 h 1551718"/>
              <a:gd name="connsiteX1" fmla="*/ 471055 w 849746"/>
              <a:gd name="connsiteY1" fmla="*/ 9 h 1551718"/>
              <a:gd name="connsiteX2" fmla="*/ 849746 w 849746"/>
              <a:gd name="connsiteY2" fmla="*/ 1533246 h 1551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9746" h="1551718">
                <a:moveTo>
                  <a:pt x="0" y="1551718"/>
                </a:moveTo>
                <a:cubicBezTo>
                  <a:pt x="164715" y="777403"/>
                  <a:pt x="329431" y="3088"/>
                  <a:pt x="471055" y="9"/>
                </a:cubicBezTo>
                <a:cubicBezTo>
                  <a:pt x="612679" y="-3070"/>
                  <a:pt x="731212" y="765088"/>
                  <a:pt x="849746" y="1533246"/>
                </a:cubicBezTo>
              </a:path>
            </a:pathLst>
          </a:custGeom>
          <a:noFill/>
          <a:ln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29443D5-A718-6700-39C2-0B3DBA86469A}"/>
              </a:ext>
            </a:extLst>
          </p:cNvPr>
          <p:cNvSpPr/>
          <p:nvPr/>
        </p:nvSpPr>
        <p:spPr>
          <a:xfrm>
            <a:off x="7597529" y="4878894"/>
            <a:ext cx="849746" cy="83127"/>
          </a:xfrm>
          <a:custGeom>
            <a:avLst/>
            <a:gdLst>
              <a:gd name="connsiteX0" fmla="*/ 0 w 849746"/>
              <a:gd name="connsiteY0" fmla="*/ 1551718 h 1551718"/>
              <a:gd name="connsiteX1" fmla="*/ 471055 w 849746"/>
              <a:gd name="connsiteY1" fmla="*/ 9 h 1551718"/>
              <a:gd name="connsiteX2" fmla="*/ 849746 w 849746"/>
              <a:gd name="connsiteY2" fmla="*/ 1533246 h 1551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9746" h="1551718">
                <a:moveTo>
                  <a:pt x="0" y="1551718"/>
                </a:moveTo>
                <a:cubicBezTo>
                  <a:pt x="164715" y="777403"/>
                  <a:pt x="329431" y="3088"/>
                  <a:pt x="471055" y="9"/>
                </a:cubicBezTo>
                <a:cubicBezTo>
                  <a:pt x="612679" y="-3070"/>
                  <a:pt x="731212" y="765088"/>
                  <a:pt x="849746" y="1533246"/>
                </a:cubicBezTo>
              </a:path>
            </a:pathLst>
          </a:custGeom>
          <a:noFill/>
          <a:ln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6F7A11F-74FD-ED6A-483F-E8389CEFAD9B}"/>
              </a:ext>
            </a:extLst>
          </p:cNvPr>
          <p:cNvCxnSpPr>
            <a:cxnSpLocks/>
          </p:cNvCxnSpPr>
          <p:nvPr/>
        </p:nvCxnSpPr>
        <p:spPr>
          <a:xfrm flipH="1">
            <a:off x="8332064" y="4115189"/>
            <a:ext cx="1306702" cy="751557"/>
          </a:xfrm>
          <a:prstGeom prst="straightConnector1">
            <a:avLst/>
          </a:prstGeom>
          <a:ln>
            <a:solidFill>
              <a:srgbClr val="3E7C9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2BE93B9-7B40-BBD6-2248-DC0F27B2196C}"/>
              </a:ext>
            </a:extLst>
          </p:cNvPr>
          <p:cNvSpPr txBox="1"/>
          <p:nvPr/>
        </p:nvSpPr>
        <p:spPr>
          <a:xfrm>
            <a:off x="9638766" y="3770638"/>
            <a:ext cx="2177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isotopic distribution model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F3B25FE-4C43-3DF4-0FFA-60A6261EEFE6}"/>
              </a:ext>
            </a:extLst>
          </p:cNvPr>
          <p:cNvCxnSpPr>
            <a:cxnSpLocks/>
          </p:cNvCxnSpPr>
          <p:nvPr/>
        </p:nvCxnSpPr>
        <p:spPr>
          <a:xfrm flipV="1">
            <a:off x="2573517" y="3862391"/>
            <a:ext cx="822897" cy="242598"/>
          </a:xfrm>
          <a:prstGeom prst="straightConnector1">
            <a:avLst/>
          </a:prstGeom>
          <a:ln>
            <a:solidFill>
              <a:srgbClr val="E9713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9F33F1C-E5B9-F112-E73F-DB929F501E1D}"/>
              </a:ext>
            </a:extLst>
          </p:cNvPr>
          <p:cNvSpPr txBox="1"/>
          <p:nvPr/>
        </p:nvSpPr>
        <p:spPr>
          <a:xfrm>
            <a:off x="958939" y="4001497"/>
            <a:ext cx="1877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Experimental Data</a:t>
            </a:r>
          </a:p>
        </p:txBody>
      </p:sp>
    </p:spTree>
    <p:extLst>
      <p:ext uri="{BB962C8B-B14F-4D97-AF65-F5344CB8AC3E}">
        <p14:creationId xmlns:p14="http://schemas.microsoft.com/office/powerpoint/2010/main" val="1119333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A587B-F8C1-37B6-BECA-46A3B18A0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Kaufman integration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2B31F85-0103-083E-FBA8-9937B758B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070" y="1917963"/>
            <a:ext cx="6524625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2F1869-A979-4D03-055D-CFA982F3CB9E}"/>
              </a:ext>
            </a:extLst>
          </p:cNvPr>
          <p:cNvSpPr txBox="1"/>
          <p:nvPr/>
        </p:nvSpPr>
        <p:spPr>
          <a:xfrm>
            <a:off x="0" y="6288613"/>
            <a:ext cx="1156137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100" b="0" i="0" dirty="0" err="1">
                <a:solidFill>
                  <a:srgbClr val="222222"/>
                </a:solidFill>
                <a:effectLst/>
                <a:latin typeface="Merriweather Sans" pitchFamily="2" charset="0"/>
              </a:rPr>
              <a:t>Zweigle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Merriweather Sans" pitchFamily="2" charset="0"/>
              </a:rPr>
              <a:t>, J., </a:t>
            </a:r>
            <a:r>
              <a:rPr lang="en-US" sz="1100" b="0" i="0" dirty="0" err="1">
                <a:solidFill>
                  <a:srgbClr val="222222"/>
                </a:solidFill>
                <a:effectLst/>
                <a:latin typeface="Merriweather Sans" pitchFamily="2" charset="0"/>
              </a:rPr>
              <a:t>Bugsel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Merriweather Sans" pitchFamily="2" charset="0"/>
              </a:rPr>
              <a:t>, B. &amp; </a:t>
            </a:r>
            <a:r>
              <a:rPr lang="en-US" sz="1100" b="0" i="0" dirty="0" err="1">
                <a:solidFill>
                  <a:srgbClr val="222222"/>
                </a:solidFill>
                <a:effectLst/>
                <a:latin typeface="Merriweather Sans" pitchFamily="2" charset="0"/>
              </a:rPr>
              <a:t>Zwiener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Merriweather Sans" pitchFamily="2" charset="0"/>
              </a:rPr>
              <a:t>, C. Efficient PFAS prioritization in non-target HRMS data: systematic evaluation of the novel MD/C-m/C approach. </a:t>
            </a:r>
            <a:r>
              <a:rPr lang="en-US" sz="1100" b="0" i="1" dirty="0">
                <a:solidFill>
                  <a:srgbClr val="222222"/>
                </a:solidFill>
                <a:effectLst/>
                <a:latin typeface="Merriweather Sans" pitchFamily="2" charset="0"/>
              </a:rPr>
              <a:t>Anal </a:t>
            </a:r>
            <a:r>
              <a:rPr lang="en-US" sz="1100" b="0" i="1" dirty="0" err="1">
                <a:solidFill>
                  <a:srgbClr val="222222"/>
                </a:solidFill>
                <a:effectLst/>
                <a:latin typeface="Merriweather Sans" pitchFamily="2" charset="0"/>
              </a:rPr>
              <a:t>Bioanal</a:t>
            </a:r>
            <a:r>
              <a:rPr lang="en-US" sz="1100" b="0" i="1" dirty="0">
                <a:solidFill>
                  <a:srgbClr val="222222"/>
                </a:solidFill>
                <a:effectLst/>
                <a:latin typeface="Merriweather Sans" pitchFamily="2" charset="0"/>
              </a:rPr>
              <a:t> Chem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Merriweather Sans" pitchFamily="2" charset="0"/>
              </a:rPr>
              <a:t> </a:t>
            </a:r>
            <a:r>
              <a:rPr lang="en-US" sz="1100" b="1" i="0" dirty="0">
                <a:solidFill>
                  <a:srgbClr val="222222"/>
                </a:solidFill>
                <a:effectLst/>
                <a:latin typeface="Merriweather Sans" pitchFamily="2" charset="0"/>
              </a:rPr>
              <a:t>415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Merriweather Sans" pitchFamily="2" charset="0"/>
              </a:rPr>
              <a:t>, 1791–1801 (2023). https://doi.org/10.1007/s00216-023-04601-1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89B8B8-A3F6-01C2-4933-0F1AD7F2C253}"/>
              </a:ext>
            </a:extLst>
          </p:cNvPr>
          <p:cNvSpPr txBox="1"/>
          <p:nvPr/>
        </p:nvSpPr>
        <p:spPr>
          <a:xfrm>
            <a:off x="7232073" y="1917963"/>
            <a:ext cx="46920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Fluorine has a unique property – a slightly negative mass defect (slightly below the integer)</a:t>
            </a:r>
          </a:p>
          <a:p>
            <a:r>
              <a:rPr lang="en-US" dirty="0"/>
              <a:t>Also unique in abnormally low abundance in M+1 peak giving a distinctive isotopic distribution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8A1F557-A6B6-284A-4C70-96AFBDA294F2}"/>
              </a:ext>
            </a:extLst>
          </p:cNvPr>
          <p:cNvSpPr/>
          <p:nvPr/>
        </p:nvSpPr>
        <p:spPr>
          <a:xfrm>
            <a:off x="10285311" y="5587999"/>
            <a:ext cx="354980" cy="264071"/>
          </a:xfrm>
          <a:custGeom>
            <a:avLst/>
            <a:gdLst>
              <a:gd name="connsiteX0" fmla="*/ 0 w 849746"/>
              <a:gd name="connsiteY0" fmla="*/ 1551718 h 1551718"/>
              <a:gd name="connsiteX1" fmla="*/ 471055 w 849746"/>
              <a:gd name="connsiteY1" fmla="*/ 9 h 1551718"/>
              <a:gd name="connsiteX2" fmla="*/ 849746 w 849746"/>
              <a:gd name="connsiteY2" fmla="*/ 1533246 h 1551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9746" h="1551718">
                <a:moveTo>
                  <a:pt x="0" y="1551718"/>
                </a:moveTo>
                <a:cubicBezTo>
                  <a:pt x="164715" y="777403"/>
                  <a:pt x="329431" y="3088"/>
                  <a:pt x="471055" y="9"/>
                </a:cubicBezTo>
                <a:cubicBezTo>
                  <a:pt x="612679" y="-3070"/>
                  <a:pt x="731212" y="765088"/>
                  <a:pt x="849746" y="1533246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2EF9C62-A1EB-D669-9ED4-6A21CFD18282}"/>
              </a:ext>
            </a:extLst>
          </p:cNvPr>
          <p:cNvSpPr/>
          <p:nvPr/>
        </p:nvSpPr>
        <p:spPr>
          <a:xfrm>
            <a:off x="7311201" y="3672289"/>
            <a:ext cx="849746" cy="2179782"/>
          </a:xfrm>
          <a:custGeom>
            <a:avLst/>
            <a:gdLst>
              <a:gd name="connsiteX0" fmla="*/ 0 w 849746"/>
              <a:gd name="connsiteY0" fmla="*/ 1551718 h 1551718"/>
              <a:gd name="connsiteX1" fmla="*/ 471055 w 849746"/>
              <a:gd name="connsiteY1" fmla="*/ 9 h 1551718"/>
              <a:gd name="connsiteX2" fmla="*/ 849746 w 849746"/>
              <a:gd name="connsiteY2" fmla="*/ 1533246 h 1551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9746" h="1551718">
                <a:moveTo>
                  <a:pt x="0" y="1551718"/>
                </a:moveTo>
                <a:cubicBezTo>
                  <a:pt x="164715" y="777403"/>
                  <a:pt x="329431" y="3088"/>
                  <a:pt x="471055" y="9"/>
                </a:cubicBezTo>
                <a:cubicBezTo>
                  <a:pt x="612679" y="-3070"/>
                  <a:pt x="731212" y="765088"/>
                  <a:pt x="849746" y="1533246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53C8D12-05C1-0150-73FF-25F2A7BA1A7F}"/>
              </a:ext>
            </a:extLst>
          </p:cNvPr>
          <p:cNvSpPr/>
          <p:nvPr/>
        </p:nvSpPr>
        <p:spPr>
          <a:xfrm>
            <a:off x="8798256" y="4983853"/>
            <a:ext cx="849746" cy="868218"/>
          </a:xfrm>
          <a:custGeom>
            <a:avLst/>
            <a:gdLst>
              <a:gd name="connsiteX0" fmla="*/ 0 w 849746"/>
              <a:gd name="connsiteY0" fmla="*/ 1551718 h 1551718"/>
              <a:gd name="connsiteX1" fmla="*/ 471055 w 849746"/>
              <a:gd name="connsiteY1" fmla="*/ 9 h 1551718"/>
              <a:gd name="connsiteX2" fmla="*/ 849746 w 849746"/>
              <a:gd name="connsiteY2" fmla="*/ 1533246 h 1551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9746" h="1551718">
                <a:moveTo>
                  <a:pt x="0" y="1551718"/>
                </a:moveTo>
                <a:cubicBezTo>
                  <a:pt x="164715" y="777403"/>
                  <a:pt x="329431" y="3088"/>
                  <a:pt x="471055" y="9"/>
                </a:cubicBezTo>
                <a:cubicBezTo>
                  <a:pt x="612679" y="-3070"/>
                  <a:pt x="731212" y="765088"/>
                  <a:pt x="849746" y="1533246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C396B0-A2C6-8BCD-641D-A292FB98D7CB}"/>
              </a:ext>
            </a:extLst>
          </p:cNvPr>
          <p:cNvSpPr/>
          <p:nvPr/>
        </p:nvSpPr>
        <p:spPr>
          <a:xfrm>
            <a:off x="10285311" y="5772727"/>
            <a:ext cx="354980" cy="88831"/>
          </a:xfrm>
          <a:custGeom>
            <a:avLst/>
            <a:gdLst>
              <a:gd name="connsiteX0" fmla="*/ 0 w 849746"/>
              <a:gd name="connsiteY0" fmla="*/ 1551718 h 1551718"/>
              <a:gd name="connsiteX1" fmla="*/ 471055 w 849746"/>
              <a:gd name="connsiteY1" fmla="*/ 9 h 1551718"/>
              <a:gd name="connsiteX2" fmla="*/ 849746 w 849746"/>
              <a:gd name="connsiteY2" fmla="*/ 1533246 h 1551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9746" h="1551718">
                <a:moveTo>
                  <a:pt x="0" y="1551718"/>
                </a:moveTo>
                <a:cubicBezTo>
                  <a:pt x="164715" y="777403"/>
                  <a:pt x="329431" y="3088"/>
                  <a:pt x="471055" y="9"/>
                </a:cubicBezTo>
                <a:cubicBezTo>
                  <a:pt x="612679" y="-3070"/>
                  <a:pt x="731212" y="765088"/>
                  <a:pt x="849746" y="1533246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904932D-D46D-0E1C-6B11-FFE06D8D8D24}"/>
              </a:ext>
            </a:extLst>
          </p:cNvPr>
          <p:cNvSpPr/>
          <p:nvPr/>
        </p:nvSpPr>
        <p:spPr>
          <a:xfrm>
            <a:off x="7311201" y="3681777"/>
            <a:ext cx="849746" cy="2179782"/>
          </a:xfrm>
          <a:custGeom>
            <a:avLst/>
            <a:gdLst>
              <a:gd name="connsiteX0" fmla="*/ 0 w 849746"/>
              <a:gd name="connsiteY0" fmla="*/ 1551718 h 1551718"/>
              <a:gd name="connsiteX1" fmla="*/ 471055 w 849746"/>
              <a:gd name="connsiteY1" fmla="*/ 9 h 1551718"/>
              <a:gd name="connsiteX2" fmla="*/ 849746 w 849746"/>
              <a:gd name="connsiteY2" fmla="*/ 1533246 h 1551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9746" h="1551718">
                <a:moveTo>
                  <a:pt x="0" y="1551718"/>
                </a:moveTo>
                <a:cubicBezTo>
                  <a:pt x="164715" y="777403"/>
                  <a:pt x="329431" y="3088"/>
                  <a:pt x="471055" y="9"/>
                </a:cubicBezTo>
                <a:cubicBezTo>
                  <a:pt x="612679" y="-3070"/>
                  <a:pt x="731212" y="765088"/>
                  <a:pt x="849746" y="1533246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95AB293-07A1-FAF7-0ABC-4C4E9DBA5877}"/>
              </a:ext>
            </a:extLst>
          </p:cNvPr>
          <p:cNvSpPr/>
          <p:nvPr/>
        </p:nvSpPr>
        <p:spPr>
          <a:xfrm>
            <a:off x="8798256" y="5587999"/>
            <a:ext cx="849746" cy="273560"/>
          </a:xfrm>
          <a:custGeom>
            <a:avLst/>
            <a:gdLst>
              <a:gd name="connsiteX0" fmla="*/ 0 w 849746"/>
              <a:gd name="connsiteY0" fmla="*/ 1551718 h 1551718"/>
              <a:gd name="connsiteX1" fmla="*/ 471055 w 849746"/>
              <a:gd name="connsiteY1" fmla="*/ 9 h 1551718"/>
              <a:gd name="connsiteX2" fmla="*/ 849746 w 849746"/>
              <a:gd name="connsiteY2" fmla="*/ 1533246 h 1551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9746" h="1551718">
                <a:moveTo>
                  <a:pt x="0" y="1551718"/>
                </a:moveTo>
                <a:cubicBezTo>
                  <a:pt x="164715" y="777403"/>
                  <a:pt x="329431" y="3088"/>
                  <a:pt x="471055" y="9"/>
                </a:cubicBezTo>
                <a:cubicBezTo>
                  <a:pt x="612679" y="-3070"/>
                  <a:pt x="731212" y="765088"/>
                  <a:pt x="849746" y="1533246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5123C17-DEAB-5D0D-C9C7-A91EA5096777}"/>
              </a:ext>
            </a:extLst>
          </p:cNvPr>
          <p:cNvGrpSpPr/>
          <p:nvPr/>
        </p:nvGrpSpPr>
        <p:grpSpPr>
          <a:xfrm>
            <a:off x="1047324" y="2345111"/>
            <a:ext cx="5294850" cy="2791215"/>
            <a:chOff x="1047324" y="2345111"/>
            <a:chExt cx="5294850" cy="2791215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82EB1E5C-935F-1F14-FCB8-352C4EE942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7324" y="2345111"/>
              <a:ext cx="5294850" cy="2791215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F8EA5BB-C7F7-952E-4643-2A82B9E2F47D}"/>
                </a:ext>
              </a:extLst>
            </p:cNvPr>
            <p:cNvSpPr txBox="1"/>
            <p:nvPr/>
          </p:nvSpPr>
          <p:spPr>
            <a:xfrm>
              <a:off x="4359564" y="2580622"/>
              <a:ext cx="1625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  <a:r>
                <a:rPr lang="en-US" baseline="-25000" dirty="0"/>
                <a:t>3</a:t>
              </a:r>
              <a:r>
                <a:rPr lang="en-US" dirty="0"/>
                <a:t>HO</a:t>
              </a:r>
              <a:r>
                <a:rPr lang="en-US" baseline="-25000" dirty="0"/>
                <a:t>2</a:t>
              </a:r>
            </a:p>
            <a:p>
              <a:r>
                <a:rPr lang="en-US" dirty="0"/>
                <a:t>68.9977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0AF4417-B4AC-FF1B-73F4-B92C3F6C775D}"/>
              </a:ext>
            </a:extLst>
          </p:cNvPr>
          <p:cNvGrpSpPr/>
          <p:nvPr/>
        </p:nvGrpSpPr>
        <p:grpSpPr>
          <a:xfrm>
            <a:off x="6342174" y="2335623"/>
            <a:ext cx="5414385" cy="2741683"/>
            <a:chOff x="6342174" y="2335623"/>
            <a:chExt cx="5414385" cy="2741683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86656930-760B-15E8-8EB5-021CB6256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42174" y="2335623"/>
              <a:ext cx="5306756" cy="2741683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4816C0B-65AC-D69B-CD74-19EE8A2AE42B}"/>
                </a:ext>
              </a:extLst>
            </p:cNvPr>
            <p:cNvSpPr txBox="1"/>
            <p:nvPr/>
          </p:nvSpPr>
          <p:spPr>
            <a:xfrm>
              <a:off x="10130959" y="2471960"/>
              <a:ext cx="1625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CF</a:t>
              </a:r>
              <a:r>
                <a:rPr lang="en-US" baseline="-25000" dirty="0"/>
                <a:t>3</a:t>
              </a:r>
              <a:endParaRPr lang="en-US" dirty="0"/>
            </a:p>
            <a:p>
              <a:r>
                <a:rPr lang="en-US" dirty="0"/>
                <a:t>66.9952 Da</a:t>
              </a:r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996D47E9-B847-91D6-FAF6-7F9ACE018176}"/>
              </a:ext>
            </a:extLst>
          </p:cNvPr>
          <p:cNvSpPr/>
          <p:nvPr/>
        </p:nvSpPr>
        <p:spPr>
          <a:xfrm>
            <a:off x="2678545" y="4439198"/>
            <a:ext cx="1477819" cy="63461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401E648-031A-26B1-DDC3-1D633AFAB5F1}"/>
              </a:ext>
            </a:extLst>
          </p:cNvPr>
          <p:cNvSpPr/>
          <p:nvPr/>
        </p:nvSpPr>
        <p:spPr>
          <a:xfrm>
            <a:off x="7960006" y="4439198"/>
            <a:ext cx="1477819" cy="63461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038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B230D-53AA-7566-D55E-688CA960F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idea</a:t>
            </a:r>
          </a:p>
        </p:txBody>
      </p:sp>
      <p:pic>
        <p:nvPicPr>
          <p:cNvPr id="4098" name="Picture 2" descr="figure 6">
            <a:extLst>
              <a:ext uri="{FF2B5EF4-FFF2-40B4-BE49-F238E27FC236}">
                <a16:creationId xmlns:a16="http://schemas.microsoft.com/office/drawing/2014/main" id="{41B95F85-AEA2-38FF-4DBA-1E7062F3F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16" y="1856509"/>
            <a:ext cx="3559026" cy="368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7FF348-146C-C73C-A701-06E8F4A5C586}"/>
              </a:ext>
            </a:extLst>
          </p:cNvPr>
          <p:cNvSpPr txBox="1"/>
          <p:nvPr/>
        </p:nvSpPr>
        <p:spPr>
          <a:xfrm>
            <a:off x="4165600" y="2868505"/>
            <a:ext cx="68626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 be used to predict the ratio of Fluorine to Carbon present in a molecule with decent accuracy across 52,769 PFAS</a:t>
            </a:r>
          </a:p>
          <a:p>
            <a:r>
              <a:rPr lang="en-US" dirty="0"/>
              <a:t>This can be used to further advise the isotopic distribution matching – does the candidate structure match the predicted ratio of fluorine to carbon?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CC6669-DA5D-E9D9-1CC5-15E927008DA1}"/>
              </a:ext>
            </a:extLst>
          </p:cNvPr>
          <p:cNvSpPr txBox="1"/>
          <p:nvPr/>
        </p:nvSpPr>
        <p:spPr>
          <a:xfrm>
            <a:off x="4165600" y="4664978"/>
            <a:ext cx="7259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functionality would be novel – there currently is no application that automates </a:t>
            </a:r>
            <a:r>
              <a:rPr lang="en-US" dirty="0" err="1"/>
              <a:t>kaufman</a:t>
            </a:r>
            <a:r>
              <a:rPr lang="en-US" dirty="0"/>
              <a:t> analysis, or uses that in molecular matching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00ED79-1C7F-090C-4866-62A1D8CB9893}"/>
              </a:ext>
            </a:extLst>
          </p:cNvPr>
          <p:cNvSpPr txBox="1"/>
          <p:nvPr/>
        </p:nvSpPr>
        <p:spPr>
          <a:xfrm>
            <a:off x="0" y="6288613"/>
            <a:ext cx="115613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100" b="0" i="0" dirty="0" err="1">
                <a:solidFill>
                  <a:srgbClr val="222222"/>
                </a:solidFill>
                <a:effectLst/>
                <a:latin typeface="Merriweather Sans" pitchFamily="2" charset="0"/>
              </a:rPr>
              <a:t>Zweigle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Merriweather Sans" pitchFamily="2" charset="0"/>
              </a:rPr>
              <a:t>, J., </a:t>
            </a:r>
            <a:r>
              <a:rPr lang="en-US" sz="1100" b="0" i="0" dirty="0" err="1">
                <a:solidFill>
                  <a:srgbClr val="222222"/>
                </a:solidFill>
                <a:effectLst/>
                <a:latin typeface="Merriweather Sans" pitchFamily="2" charset="0"/>
              </a:rPr>
              <a:t>Bugsel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Merriweather Sans" pitchFamily="2" charset="0"/>
              </a:rPr>
              <a:t>, B. &amp; </a:t>
            </a:r>
            <a:r>
              <a:rPr lang="en-US" sz="1100" b="0" i="0" dirty="0" err="1">
                <a:solidFill>
                  <a:srgbClr val="222222"/>
                </a:solidFill>
                <a:effectLst/>
                <a:latin typeface="Merriweather Sans" pitchFamily="2" charset="0"/>
              </a:rPr>
              <a:t>Zwiener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Merriweather Sans" pitchFamily="2" charset="0"/>
              </a:rPr>
              <a:t>, C. Efficient PFAS prioritization in non-target HRMS data: systematic evaluation of the novel MD/C-m/C approach. </a:t>
            </a:r>
            <a:r>
              <a:rPr lang="en-US" sz="1100" b="0" i="1" dirty="0">
                <a:solidFill>
                  <a:srgbClr val="222222"/>
                </a:solidFill>
                <a:effectLst/>
                <a:latin typeface="Merriweather Sans" pitchFamily="2" charset="0"/>
              </a:rPr>
              <a:t>Anal </a:t>
            </a:r>
            <a:r>
              <a:rPr lang="en-US" sz="1100" b="0" i="1" dirty="0" err="1">
                <a:solidFill>
                  <a:srgbClr val="222222"/>
                </a:solidFill>
                <a:effectLst/>
                <a:latin typeface="Merriweather Sans" pitchFamily="2" charset="0"/>
              </a:rPr>
              <a:t>Bioanal</a:t>
            </a:r>
            <a:r>
              <a:rPr lang="en-US" sz="1100" b="0" i="1" dirty="0">
                <a:solidFill>
                  <a:srgbClr val="222222"/>
                </a:solidFill>
                <a:effectLst/>
                <a:latin typeface="Merriweather Sans" pitchFamily="2" charset="0"/>
              </a:rPr>
              <a:t> Chem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Merriweather Sans" pitchFamily="2" charset="0"/>
              </a:rPr>
              <a:t> </a:t>
            </a:r>
            <a:r>
              <a:rPr lang="en-US" sz="1100" b="1" i="0" dirty="0">
                <a:solidFill>
                  <a:srgbClr val="222222"/>
                </a:solidFill>
                <a:effectLst/>
                <a:latin typeface="Merriweather Sans" pitchFamily="2" charset="0"/>
              </a:rPr>
              <a:t>415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Merriweather Sans" pitchFamily="2" charset="0"/>
              </a:rPr>
              <a:t>, 1791–1801 (2023). https://doi.org/10.1007/s00216-023-04601-1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619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C7957-667F-23DD-9D67-8EA0E6BFD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produced using PIMMS v1.1 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0228088-D37E-AB42-134E-5C1BA51281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6050004"/>
              </p:ext>
            </p:extLst>
          </p:nvPr>
        </p:nvGraphicFramePr>
        <p:xfrm>
          <a:off x="5347135" y="2053070"/>
          <a:ext cx="4772025" cy="241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2" imgW="4771884" imgH="2419183" progId="ACD.ChemSketch.20">
                  <p:embed/>
                </p:oleObj>
              </mc:Choice>
              <mc:Fallback>
                <p:oleObj name="ChemSketch" r:id="rId2" imgW="4771884" imgH="2419183" progId="ACD.ChemSketch.2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FB8C92AF-0124-B417-5AC4-CB76E1EA9C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47135" y="2053070"/>
                        <a:ext cx="4772025" cy="2419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AA04B6AC-9C69-C8E1-349C-7EAD5CE504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9474171"/>
              </p:ext>
            </p:extLst>
          </p:nvPr>
        </p:nvGraphicFramePr>
        <p:xfrm>
          <a:off x="1773382" y="1995920"/>
          <a:ext cx="2667000" cy="253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4" imgW="2667202" imgH="2533521" progId="ACD.ChemSketch.20">
                  <p:embed/>
                </p:oleObj>
              </mc:Choice>
              <mc:Fallback>
                <p:oleObj name="ChemSketch" r:id="rId4" imgW="2667202" imgH="2533521" progId="ACD.ChemSketch.20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98FAEBE1-2599-6DDC-D833-5C6E25705D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73382" y="1995920"/>
                        <a:ext cx="2667000" cy="2533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D6C770E-DEB5-FF45-443E-E673166DB878}"/>
              </a:ext>
            </a:extLst>
          </p:cNvPr>
          <p:cNvSpPr txBox="1"/>
          <p:nvPr/>
        </p:nvSpPr>
        <p:spPr>
          <a:xfrm>
            <a:off x="378691" y="4529570"/>
            <a:ext cx="10603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Novel PFAS discovered in alligator serum in the Cape Fear River in NC.</a:t>
            </a:r>
          </a:p>
        </p:txBody>
      </p:sp>
    </p:spTree>
    <p:extLst>
      <p:ext uri="{BB962C8B-B14F-4D97-AF65-F5344CB8AC3E}">
        <p14:creationId xmlns:p14="http://schemas.microsoft.com/office/powerpoint/2010/main" val="3498054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488E3F-29F5-6EE2-EC48-FFA62FE84E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2127" y="441018"/>
            <a:ext cx="4838870" cy="597596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FCE8259-AC2C-0FBD-19B3-34DA824694EB}"/>
              </a:ext>
            </a:extLst>
          </p:cNvPr>
          <p:cNvCxnSpPr>
            <a:cxnSpLocks/>
          </p:cNvCxnSpPr>
          <p:nvPr/>
        </p:nvCxnSpPr>
        <p:spPr>
          <a:xfrm flipH="1" flipV="1">
            <a:off x="8446416" y="1602557"/>
            <a:ext cx="1253765" cy="461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29064F-BDFC-8CAA-F658-8F31DA7E61E2}"/>
              </a:ext>
            </a:extLst>
          </p:cNvPr>
          <p:cNvSpPr txBox="1"/>
          <p:nvPr/>
        </p:nvSpPr>
        <p:spPr>
          <a:xfrm>
            <a:off x="9700181" y="1602557"/>
            <a:ext cx="24646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 average detecting 5-15 features that would be completely missed otherwise</a:t>
            </a:r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C496D0A7-B4EC-7C96-1AE3-8134D1CB39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2FB873-6E04-19D7-BDFD-19B4DFDD0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6163" y="0"/>
            <a:ext cx="4324350" cy="684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956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4380BCAB-557B-9A14-4CD3-BE7A0C9D494A}"/>
              </a:ext>
            </a:extLst>
          </p:cNvPr>
          <p:cNvGrpSpPr/>
          <p:nvPr/>
        </p:nvGrpSpPr>
        <p:grpSpPr>
          <a:xfrm>
            <a:off x="2024158" y="1232105"/>
            <a:ext cx="9816544" cy="4393790"/>
            <a:chOff x="1766492" y="1582694"/>
            <a:chExt cx="9816544" cy="439379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7AF4FBA-E603-5788-5B97-6FD49F7BC18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766492" y="2229025"/>
              <a:ext cx="7589520" cy="3747459"/>
              <a:chOff x="0" y="0"/>
              <a:chExt cx="6113780" cy="3019245"/>
            </a:xfrm>
          </p:grpSpPr>
          <p:sp>
            <p:nvSpPr>
              <p:cNvPr id="5" name="Text Box 25">
                <a:extLst>
                  <a:ext uri="{FF2B5EF4-FFF2-40B4-BE49-F238E27FC236}">
                    <a16:creationId xmlns:a16="http://schemas.microsoft.com/office/drawing/2014/main" id="{4922B594-09DD-DF32-3073-271DA81A91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2458150"/>
                <a:ext cx="6113780" cy="56109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just">
                  <a:spcAft>
                    <a:spcPts val="600"/>
                  </a:spcAft>
                </a:pPr>
                <a:r>
                  <a:rPr lang="en-GB" sz="900" b="1" i="1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Figure 1</a:t>
                </a:r>
                <a:r>
                  <a:rPr lang="en-GB" sz="900" b="1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Locational trends of Level 3 and Level 5 confidence-level PFAS annotations.</a:t>
                </a:r>
                <a:r>
                  <a:rPr lang="en-GB" sz="9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Pie charts are scaled to reflect the total number of detections and display the relative distribution of average detections of Level 3 and Level 5 PFAS found in individuals from each geographic region. </a:t>
                </a:r>
                <a:r>
                  <a:rPr lang="en-GB" sz="900" b="1" dirty="0">
                    <a:solidFill>
                      <a:srgbClr val="034D52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Washington DC Metropolitan region (DC Met.)</a:t>
                </a:r>
                <a:r>
                  <a:rPr lang="en-GB" sz="9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900" b="1" dirty="0">
                    <a:solidFill>
                      <a:srgbClr val="85DF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Southeast (SE)</a:t>
                </a:r>
                <a:r>
                  <a:rPr lang="en-GB" sz="900" dirty="0">
                    <a:solidFill>
                      <a:srgbClr val="85DF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GB" sz="9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900" b="1" dirty="0">
                    <a:solidFill>
                      <a:srgbClr val="17D4DE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Northeast (NE)</a:t>
                </a:r>
                <a:r>
                  <a:rPr lang="en-GB" sz="9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GB" sz="900" b="1" dirty="0">
                    <a:solidFill>
                      <a:srgbClr val="2593BB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Midwest (MW)</a:t>
                </a:r>
                <a:r>
                  <a:rPr lang="en-GB" sz="900" dirty="0">
                    <a:solidFill>
                      <a:srgbClr val="2593BB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9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regions</a:t>
                </a:r>
                <a:r>
                  <a:rPr lang="en-GB" sz="900" dirty="0">
                    <a:solidFill>
                      <a:srgbClr val="2593BB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9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are displayed. States depicted in </a:t>
                </a:r>
                <a:r>
                  <a:rPr lang="en-GB" sz="900" b="1" dirty="0" err="1">
                    <a:solidFill>
                      <a:srgbClr val="C0C0C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gray</a:t>
                </a:r>
                <a:r>
                  <a:rPr lang="en-GB" sz="9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had no participant </a:t>
                </a:r>
                <a:r>
                  <a:rPr lang="en-GB" sz="900" dirty="0" err="1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enrollment</a:t>
                </a:r>
                <a:r>
                  <a:rPr lang="en-GB" sz="9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10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algn="ctr">
                  <a:spcAft>
                    <a:spcPts val="600"/>
                  </a:spcAft>
                </a:pPr>
                <a:r>
                  <a:rPr lang="en-GB" sz="1000" b="1" i="1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800" b="1" i="1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6" name="Picture 5" descr="A map with numbers and circles&#10;&#10;Description automatically generated">
                <a:extLst>
                  <a:ext uri="{FF2B5EF4-FFF2-40B4-BE49-F238E27FC236}">
                    <a16:creationId xmlns:a16="http://schemas.microsoft.com/office/drawing/2014/main" id="{851EBD53-1E71-5470-BEEA-320494CB2C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1925" y="0"/>
                <a:ext cx="5527040" cy="2459355"/>
              </a:xfrm>
              <a:prstGeom prst="rect">
                <a:avLst/>
              </a:prstGeom>
            </p:spPr>
          </p:pic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FCAC32F-6323-D89B-681B-769126781B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97245" y="2875356"/>
              <a:ext cx="657370" cy="5536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C16ABD9-29D9-7163-A8D1-3948F55DDC5B}"/>
                </a:ext>
              </a:extLst>
            </p:cNvPr>
            <p:cNvSpPr txBox="1"/>
            <p:nvPr/>
          </p:nvSpPr>
          <p:spPr>
            <a:xfrm>
              <a:off x="9254615" y="2413691"/>
              <a:ext cx="232842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An average of 26.5 features that would otherwise be missed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1D4EF68-5F39-5EDB-CA2B-D2FB7B5B7D38}"/>
                </a:ext>
              </a:extLst>
            </p:cNvPr>
            <p:cNvCxnSpPr>
              <a:cxnSpLocks/>
            </p:cNvCxnSpPr>
            <p:nvPr/>
          </p:nvCxnSpPr>
          <p:spPr>
            <a:xfrm>
              <a:off x="8012784" y="2171455"/>
              <a:ext cx="80127" cy="11487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56901AF-4798-CFFA-8FF6-F8057B5AA28A}"/>
                </a:ext>
              </a:extLst>
            </p:cNvPr>
            <p:cNvSpPr txBox="1"/>
            <p:nvPr/>
          </p:nvSpPr>
          <p:spPr>
            <a:xfrm>
              <a:off x="6462859" y="1582694"/>
              <a:ext cx="31799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More than would be identified by a strict targeted analysis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06110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58BE1-614E-1D58-9846-89634202E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do with this?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AA0D6-EC6B-70C4-AB44-186E6460B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a lot of useful algorithms which are being joined into a single application</a:t>
            </a:r>
          </a:p>
          <a:p>
            <a:pPr lvl="1"/>
            <a:r>
              <a:rPr lang="en-US" dirty="0"/>
              <a:t>Smearing filter, ML CCS v m/z filter, isotopic distribution analysis, and drift tolerance (to my knowledge) are novel</a:t>
            </a:r>
          </a:p>
          <a:p>
            <a:pPr lvl="1"/>
            <a:r>
              <a:rPr lang="en-US" dirty="0"/>
              <a:t>The peak alignment, </a:t>
            </a:r>
            <a:r>
              <a:rPr lang="en-US" dirty="0" err="1"/>
              <a:t>kaufman</a:t>
            </a:r>
            <a:r>
              <a:rPr lang="en-US" dirty="0"/>
              <a:t> analysis, Kendrick mass defect, CF</a:t>
            </a:r>
            <a:r>
              <a:rPr lang="en-US" baseline="-25000" dirty="0"/>
              <a:t>2 </a:t>
            </a:r>
            <a:r>
              <a:rPr lang="en-US" dirty="0"/>
              <a:t>homologous series analysis are all other people’s algorithms slightly modified to work with PIMMS</a:t>
            </a:r>
          </a:p>
          <a:p>
            <a:pPr lvl="1"/>
            <a:r>
              <a:rPr lang="en-US" dirty="0"/>
              <a:t>It’s produced some interesting data MUCH faster than the alternative (months -&gt; days)</a:t>
            </a:r>
          </a:p>
          <a:p>
            <a:pPr lvl="1"/>
            <a:r>
              <a:rPr lang="en-US" dirty="0"/>
              <a:t>We’re getting in interest in distributing to collaborators at other institutions</a:t>
            </a:r>
          </a:p>
        </p:txBody>
      </p:sp>
    </p:spTree>
    <p:extLst>
      <p:ext uri="{BB962C8B-B14F-4D97-AF65-F5344CB8AC3E}">
        <p14:creationId xmlns:p14="http://schemas.microsoft.com/office/powerpoint/2010/main" val="14761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1045</Words>
  <Application>Microsoft Office PowerPoint</Application>
  <PresentationFormat>Widescreen</PresentationFormat>
  <Paragraphs>123</Paragraphs>
  <Slides>20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Merriweather Sans</vt:lpstr>
      <vt:lpstr>Office Theme</vt:lpstr>
      <vt:lpstr>ChemSketch</vt:lpstr>
      <vt:lpstr>PIMMS updates</vt:lpstr>
      <vt:lpstr>PowerPoint Presentation</vt:lpstr>
      <vt:lpstr>PowerPoint Presentation</vt:lpstr>
      <vt:lpstr>Building out PIMMS v1.2</vt:lpstr>
      <vt:lpstr>What does it mean to be the same as something else?</vt:lpstr>
      <vt:lpstr>Peak alignment algorithm</vt:lpstr>
      <vt:lpstr>Something potentially novel? Maybe</vt:lpstr>
      <vt:lpstr>Drift tolerance</vt:lpstr>
      <vt:lpstr>In action</vt:lpstr>
      <vt:lpstr>Operating with experimental data</vt:lpstr>
      <vt:lpstr>Isotopic modelling</vt:lpstr>
      <vt:lpstr>Isotopic modelling</vt:lpstr>
      <vt:lpstr>PowerPoint Presentation</vt:lpstr>
      <vt:lpstr>Does the matching to an external library make sense with it’s library match?</vt:lpstr>
      <vt:lpstr>Kaufman integration</vt:lpstr>
      <vt:lpstr>An idea</vt:lpstr>
      <vt:lpstr>Work produced using PIMMS v1.1 </vt:lpstr>
      <vt:lpstr>PowerPoint Presentation</vt:lpstr>
      <vt:lpstr>PowerPoint Presentation</vt:lpstr>
      <vt:lpstr>What do we do with this?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Kudzin, Gregory Phillip</dc:creator>
  <cp:lastModifiedBy>Kudzin, Gregory Phillip</cp:lastModifiedBy>
  <cp:revision>6</cp:revision>
  <dcterms:created xsi:type="dcterms:W3CDTF">2025-01-16T14:11:43Z</dcterms:created>
  <dcterms:modified xsi:type="dcterms:W3CDTF">2025-04-29T17:25:18Z</dcterms:modified>
</cp:coreProperties>
</file>