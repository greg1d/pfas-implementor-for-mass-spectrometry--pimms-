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8" r:id="rId6"/>
    <p:sldId id="269" r:id="rId7"/>
    <p:sldId id="267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96" r:id="rId16"/>
    <p:sldId id="277" r:id="rId17"/>
    <p:sldId id="297" r:id="rId18"/>
    <p:sldId id="299" r:id="rId19"/>
    <p:sldId id="298" r:id="rId20"/>
    <p:sldId id="300" r:id="rId21"/>
    <p:sldId id="301" r:id="rId22"/>
    <p:sldId id="278" r:id="rId23"/>
    <p:sldId id="295" r:id="rId24"/>
    <p:sldId id="280" r:id="rId25"/>
    <p:sldId id="281" r:id="rId26"/>
    <p:sldId id="279" r:id="rId27"/>
    <p:sldId id="282" r:id="rId28"/>
    <p:sldId id="283" r:id="rId29"/>
    <p:sldId id="305" r:id="rId30"/>
    <p:sldId id="287" r:id="rId31"/>
    <p:sldId id="306" r:id="rId32"/>
    <p:sldId id="285" r:id="rId33"/>
    <p:sldId id="307" r:id="rId34"/>
    <p:sldId id="286" r:id="rId35"/>
    <p:sldId id="308" r:id="rId36"/>
    <p:sldId id="309" r:id="rId37"/>
    <p:sldId id="310" r:id="rId38"/>
    <p:sldId id="311" r:id="rId39"/>
    <p:sldId id="290" r:id="rId40"/>
    <p:sldId id="312" r:id="rId41"/>
    <p:sldId id="316" r:id="rId42"/>
    <p:sldId id="317" r:id="rId43"/>
    <p:sldId id="289" r:id="rId44"/>
    <p:sldId id="322" r:id="rId45"/>
    <p:sldId id="318" r:id="rId46"/>
    <p:sldId id="321" r:id="rId47"/>
    <p:sldId id="319" r:id="rId48"/>
    <p:sldId id="325" r:id="rId49"/>
    <p:sldId id="324" r:id="rId50"/>
    <p:sldId id="302" r:id="rId51"/>
    <p:sldId id="326" r:id="rId52"/>
    <p:sldId id="288" r:id="rId53"/>
    <p:sldId id="292" r:id="rId54"/>
    <p:sldId id="293" r:id="rId55"/>
    <p:sldId id="294" r:id="rId56"/>
    <p:sldId id="303" r:id="rId57"/>
    <p:sldId id="314" r:id="rId58"/>
    <p:sldId id="315" r:id="rId59"/>
    <p:sldId id="304" r:id="rId60"/>
    <p:sldId id="313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D7BA24-4829-437E-AF85-110CB9D41C62}" v="288" dt="2024-12-09T21:27:51.0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6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atman, Anna Kathryn" userId="8adb65ec-17a6-42cf-9b24-1629fcbd589f" providerId="ADAL" clId="{48D7BA24-4829-437E-AF85-110CB9D41C62}"/>
    <pc:docChg chg="undo redo custSel addSld delSld modSld sldOrd">
      <pc:chgData name="Boatman, Anna Kathryn" userId="8adb65ec-17a6-42cf-9b24-1629fcbd589f" providerId="ADAL" clId="{48D7BA24-4829-437E-AF85-110CB9D41C62}" dt="2024-12-09T21:29:51.719" v="21320" actId="20577"/>
      <pc:docMkLst>
        <pc:docMk/>
      </pc:docMkLst>
      <pc:sldChg chg="modSp mod">
        <pc:chgData name="Boatman, Anna Kathryn" userId="8adb65ec-17a6-42cf-9b24-1629fcbd589f" providerId="ADAL" clId="{48D7BA24-4829-437E-AF85-110CB9D41C62}" dt="2024-12-03T10:58:13.254" v="886" actId="20577"/>
        <pc:sldMkLst>
          <pc:docMk/>
          <pc:sldMk cId="1288377656" sldId="256"/>
        </pc:sldMkLst>
        <pc:spChg chg="mod">
          <ac:chgData name="Boatman, Anna Kathryn" userId="8adb65ec-17a6-42cf-9b24-1629fcbd589f" providerId="ADAL" clId="{48D7BA24-4829-437E-AF85-110CB9D41C62}" dt="2024-12-03T10:58:09.802" v="878" actId="20577"/>
          <ac:spMkLst>
            <pc:docMk/>
            <pc:sldMk cId="1288377656" sldId="256"/>
            <ac:spMk id="2" creationId="{61673819-0431-0DF6-4C5F-6E648E6F40A8}"/>
          </ac:spMkLst>
        </pc:spChg>
        <pc:spChg chg="mod">
          <ac:chgData name="Boatman, Anna Kathryn" userId="8adb65ec-17a6-42cf-9b24-1629fcbd589f" providerId="ADAL" clId="{48D7BA24-4829-437E-AF85-110CB9D41C62}" dt="2024-12-03T10:58:13.254" v="886" actId="20577"/>
          <ac:spMkLst>
            <pc:docMk/>
            <pc:sldMk cId="1288377656" sldId="256"/>
            <ac:spMk id="3" creationId="{643FBC7B-6E2F-E691-476C-084CA81E1178}"/>
          </ac:spMkLst>
        </pc:spChg>
      </pc:sldChg>
      <pc:sldChg chg="modSp mod">
        <pc:chgData name="Boatman, Anna Kathryn" userId="8adb65ec-17a6-42cf-9b24-1629fcbd589f" providerId="ADAL" clId="{48D7BA24-4829-437E-AF85-110CB9D41C62}" dt="2024-12-03T10:59:17.155" v="947" actId="207"/>
        <pc:sldMkLst>
          <pc:docMk/>
          <pc:sldMk cId="2900362220" sldId="257"/>
        </pc:sldMkLst>
        <pc:spChg chg="mod">
          <ac:chgData name="Boatman, Anna Kathryn" userId="8adb65ec-17a6-42cf-9b24-1629fcbd589f" providerId="ADAL" clId="{48D7BA24-4829-437E-AF85-110CB9D41C62}" dt="2024-12-03T10:59:17.155" v="947" actId="207"/>
          <ac:spMkLst>
            <pc:docMk/>
            <pc:sldMk cId="2900362220" sldId="257"/>
            <ac:spMk id="12" creationId="{F8709A20-2283-5792-4394-20E312C7BED3}"/>
          </ac:spMkLst>
        </pc:spChg>
      </pc:sldChg>
      <pc:sldChg chg="modSp mod">
        <pc:chgData name="Boatman, Anna Kathryn" userId="8adb65ec-17a6-42cf-9b24-1629fcbd589f" providerId="ADAL" clId="{48D7BA24-4829-437E-AF85-110CB9D41C62}" dt="2024-12-02T14:20:39.851" v="166" actId="20577"/>
        <pc:sldMkLst>
          <pc:docMk/>
          <pc:sldMk cId="2823740190" sldId="261"/>
        </pc:sldMkLst>
        <pc:spChg chg="mod">
          <ac:chgData name="Boatman, Anna Kathryn" userId="8adb65ec-17a6-42cf-9b24-1629fcbd589f" providerId="ADAL" clId="{48D7BA24-4829-437E-AF85-110CB9D41C62}" dt="2024-12-02T14:20:39.851" v="166" actId="20577"/>
          <ac:spMkLst>
            <pc:docMk/>
            <pc:sldMk cId="2823740190" sldId="261"/>
            <ac:spMk id="3" creationId="{B3EA9E48-F8B6-4B6E-E151-F71391160680}"/>
          </ac:spMkLst>
        </pc:spChg>
      </pc:sldChg>
      <pc:sldChg chg="del">
        <pc:chgData name="Boatman, Anna Kathryn" userId="8adb65ec-17a6-42cf-9b24-1629fcbd589f" providerId="ADAL" clId="{48D7BA24-4829-437E-AF85-110CB9D41C62}" dt="2024-12-02T14:19:48.737" v="7" actId="47"/>
        <pc:sldMkLst>
          <pc:docMk/>
          <pc:sldMk cId="1667774635" sldId="262"/>
        </pc:sldMkLst>
      </pc:sldChg>
      <pc:sldChg chg="del">
        <pc:chgData name="Boatman, Anna Kathryn" userId="8adb65ec-17a6-42cf-9b24-1629fcbd589f" providerId="ADAL" clId="{48D7BA24-4829-437E-AF85-110CB9D41C62}" dt="2024-12-02T14:18:49.222" v="1" actId="47"/>
        <pc:sldMkLst>
          <pc:docMk/>
          <pc:sldMk cId="2063735926" sldId="263"/>
        </pc:sldMkLst>
      </pc:sldChg>
      <pc:sldChg chg="del">
        <pc:chgData name="Boatman, Anna Kathryn" userId="8adb65ec-17a6-42cf-9b24-1629fcbd589f" providerId="ADAL" clId="{48D7BA24-4829-437E-AF85-110CB9D41C62}" dt="2024-12-02T14:18:39.136" v="0" actId="47"/>
        <pc:sldMkLst>
          <pc:docMk/>
          <pc:sldMk cId="3528124098" sldId="264"/>
        </pc:sldMkLst>
      </pc:sldChg>
      <pc:sldChg chg="del">
        <pc:chgData name="Boatman, Anna Kathryn" userId="8adb65ec-17a6-42cf-9b24-1629fcbd589f" providerId="ADAL" clId="{48D7BA24-4829-437E-AF85-110CB9D41C62}" dt="2024-12-02T14:19:55.729" v="8" actId="47"/>
        <pc:sldMkLst>
          <pc:docMk/>
          <pc:sldMk cId="3719945801" sldId="265"/>
        </pc:sldMkLst>
      </pc:sldChg>
      <pc:sldChg chg="del">
        <pc:chgData name="Boatman, Anna Kathryn" userId="8adb65ec-17a6-42cf-9b24-1629fcbd589f" providerId="ADAL" clId="{48D7BA24-4829-437E-AF85-110CB9D41C62}" dt="2024-12-02T14:19:06.463" v="2" actId="47"/>
        <pc:sldMkLst>
          <pc:docMk/>
          <pc:sldMk cId="2461409678" sldId="266"/>
        </pc:sldMkLst>
      </pc:sldChg>
      <pc:sldChg chg="addSp delSp modSp mod">
        <pc:chgData name="Boatman, Anna Kathryn" userId="8adb65ec-17a6-42cf-9b24-1629fcbd589f" providerId="ADAL" clId="{48D7BA24-4829-437E-AF85-110CB9D41C62}" dt="2024-12-03T01:33:21.781" v="510" actId="20577"/>
        <pc:sldMkLst>
          <pc:docMk/>
          <pc:sldMk cId="1755412179" sldId="267"/>
        </pc:sldMkLst>
        <pc:spChg chg="mod">
          <ac:chgData name="Boatman, Anna Kathryn" userId="8adb65ec-17a6-42cf-9b24-1629fcbd589f" providerId="ADAL" clId="{48D7BA24-4829-437E-AF85-110CB9D41C62}" dt="2024-12-02T14:22:58.527" v="240" actId="20577"/>
          <ac:spMkLst>
            <pc:docMk/>
            <pc:sldMk cId="1755412179" sldId="267"/>
            <ac:spMk id="2" creationId="{F2367F7D-DBC2-6DC8-28F8-02224658B796}"/>
          </ac:spMkLst>
        </pc:spChg>
        <pc:spChg chg="mod">
          <ac:chgData name="Boatman, Anna Kathryn" userId="8adb65ec-17a6-42cf-9b24-1629fcbd589f" providerId="ADAL" clId="{48D7BA24-4829-437E-AF85-110CB9D41C62}" dt="2024-12-03T01:33:21.781" v="510" actId="20577"/>
          <ac:spMkLst>
            <pc:docMk/>
            <pc:sldMk cId="1755412179" sldId="267"/>
            <ac:spMk id="10" creationId="{B640CA38-262C-BAB2-0A1F-8285270926B3}"/>
          </ac:spMkLst>
        </pc:spChg>
        <pc:graphicFrameChg chg="add mod modGraphic">
          <ac:chgData name="Boatman, Anna Kathryn" userId="8adb65ec-17a6-42cf-9b24-1629fcbd589f" providerId="ADAL" clId="{48D7BA24-4829-437E-AF85-110CB9D41C62}" dt="2024-12-02T14:21:21.149" v="177" actId="1076"/>
          <ac:graphicFrameMkLst>
            <pc:docMk/>
            <pc:sldMk cId="1755412179" sldId="267"/>
            <ac:graphicFrameMk id="3" creationId="{3E1591CF-5A0B-EC93-BB18-84BDF1CB44E8}"/>
          </ac:graphicFrameMkLst>
        </pc:graphicFrameChg>
        <pc:graphicFrameChg chg="del">
          <ac:chgData name="Boatman, Anna Kathryn" userId="8adb65ec-17a6-42cf-9b24-1629fcbd589f" providerId="ADAL" clId="{48D7BA24-4829-437E-AF85-110CB9D41C62}" dt="2024-12-02T14:21:18.514" v="176" actId="478"/>
          <ac:graphicFrameMkLst>
            <pc:docMk/>
            <pc:sldMk cId="1755412179" sldId="267"/>
            <ac:graphicFrameMk id="9" creationId="{386B9A50-E973-B7D4-95E9-9F808E81BB7E}"/>
          </ac:graphicFrameMkLst>
        </pc:graphicFrameChg>
        <pc:graphicFrameChg chg="add del mod">
          <ac:chgData name="Boatman, Anna Kathryn" userId="8adb65ec-17a6-42cf-9b24-1629fcbd589f" providerId="ADAL" clId="{48D7BA24-4829-437E-AF85-110CB9D41C62}" dt="2024-12-02T14:23:51.255" v="242" actId="21"/>
          <ac:graphicFrameMkLst>
            <pc:docMk/>
            <pc:sldMk cId="1755412179" sldId="267"/>
            <ac:graphicFrameMk id="11" creationId="{8D6F70E6-881B-6873-D20C-1A6E4CE155A0}"/>
          </ac:graphicFrameMkLst>
        </pc:graphicFrameChg>
      </pc:sldChg>
      <pc:sldChg chg="addSp modSp mod">
        <pc:chgData name="Boatman, Anna Kathryn" userId="8adb65ec-17a6-42cf-9b24-1629fcbd589f" providerId="ADAL" clId="{48D7BA24-4829-437E-AF85-110CB9D41C62}" dt="2024-12-02T14:24:01.961" v="250" actId="14100"/>
        <pc:sldMkLst>
          <pc:docMk/>
          <pc:sldMk cId="1857585737" sldId="268"/>
        </pc:sldMkLst>
        <pc:spChg chg="mod">
          <ac:chgData name="Boatman, Anna Kathryn" userId="8adb65ec-17a6-42cf-9b24-1629fcbd589f" providerId="ADAL" clId="{48D7BA24-4829-437E-AF85-110CB9D41C62}" dt="2024-12-02T14:20:06.253" v="11" actId="20577"/>
          <ac:spMkLst>
            <pc:docMk/>
            <pc:sldMk cId="1857585737" sldId="268"/>
            <ac:spMk id="2" creationId="{E9DDC26D-1DFA-776B-DEB9-F43D1E0D90A3}"/>
          </ac:spMkLst>
        </pc:spChg>
        <pc:spChg chg="mod">
          <ac:chgData name="Boatman, Anna Kathryn" userId="8adb65ec-17a6-42cf-9b24-1629fcbd589f" providerId="ADAL" clId="{48D7BA24-4829-437E-AF85-110CB9D41C62}" dt="2024-12-02T14:19:25.993" v="5" actId="6549"/>
          <ac:spMkLst>
            <pc:docMk/>
            <pc:sldMk cId="1857585737" sldId="268"/>
            <ac:spMk id="3" creationId="{910CD7A7-BCD5-FCCE-45C3-237F27EDE934}"/>
          </ac:spMkLst>
        </pc:spChg>
        <pc:graphicFrameChg chg="mod">
          <ac:chgData name="Boatman, Anna Kathryn" userId="8adb65ec-17a6-42cf-9b24-1629fcbd589f" providerId="ADAL" clId="{48D7BA24-4829-437E-AF85-110CB9D41C62}" dt="2024-12-02T14:19:36.967" v="6" actId="1076"/>
          <ac:graphicFrameMkLst>
            <pc:docMk/>
            <pc:sldMk cId="1857585737" sldId="268"/>
            <ac:graphicFrameMk id="4" creationId="{2987694B-18F8-F64E-8707-0B0E7415FD3E}"/>
          </ac:graphicFrameMkLst>
        </pc:graphicFrameChg>
        <pc:graphicFrameChg chg="add mod modGraphic">
          <ac:chgData name="Boatman, Anna Kathryn" userId="8adb65ec-17a6-42cf-9b24-1629fcbd589f" providerId="ADAL" clId="{48D7BA24-4829-437E-AF85-110CB9D41C62}" dt="2024-12-02T14:24:01.961" v="250" actId="14100"/>
          <ac:graphicFrameMkLst>
            <pc:docMk/>
            <pc:sldMk cId="1857585737" sldId="268"/>
            <ac:graphicFrameMk id="11" creationId="{8D6F70E6-881B-6873-D20C-1A6E4CE155A0}"/>
          </ac:graphicFrameMkLst>
        </pc:graphicFrameChg>
      </pc:sldChg>
      <pc:sldChg chg="addSp modSp new mod">
        <pc:chgData name="Boatman, Anna Kathryn" userId="8adb65ec-17a6-42cf-9b24-1629fcbd589f" providerId="ADAL" clId="{48D7BA24-4829-437E-AF85-110CB9D41C62}" dt="2024-12-02T14:22:48.984" v="217" actId="20577"/>
        <pc:sldMkLst>
          <pc:docMk/>
          <pc:sldMk cId="184311830" sldId="269"/>
        </pc:sldMkLst>
        <pc:spChg chg="mod">
          <ac:chgData name="Boatman, Anna Kathryn" userId="8adb65ec-17a6-42cf-9b24-1629fcbd589f" providerId="ADAL" clId="{48D7BA24-4829-437E-AF85-110CB9D41C62}" dt="2024-12-02T14:22:48.984" v="217" actId="20577"/>
          <ac:spMkLst>
            <pc:docMk/>
            <pc:sldMk cId="184311830" sldId="269"/>
            <ac:spMk id="2" creationId="{6DDD5624-B5FE-7ADA-F21F-3CD905F372FD}"/>
          </ac:spMkLst>
        </pc:spChg>
        <pc:picChg chg="add mod">
          <ac:chgData name="Boatman, Anna Kathryn" userId="8adb65ec-17a6-42cf-9b24-1629fcbd589f" providerId="ADAL" clId="{48D7BA24-4829-437E-AF85-110CB9D41C62}" dt="2024-12-02T14:21:56.977" v="180" actId="1076"/>
          <ac:picMkLst>
            <pc:docMk/>
            <pc:sldMk cId="184311830" sldId="269"/>
            <ac:picMk id="5" creationId="{3116FB23-6A03-E668-7D1D-E4D00070B03E}"/>
          </ac:picMkLst>
        </pc:picChg>
        <pc:picChg chg="add mod">
          <ac:chgData name="Boatman, Anna Kathryn" userId="8adb65ec-17a6-42cf-9b24-1629fcbd589f" providerId="ADAL" clId="{48D7BA24-4829-437E-AF85-110CB9D41C62}" dt="2024-12-02T14:22:12.276" v="182" actId="1076"/>
          <ac:picMkLst>
            <pc:docMk/>
            <pc:sldMk cId="184311830" sldId="269"/>
            <ac:picMk id="7" creationId="{4FC62D85-FB5E-ED8D-620E-2D3C1EC78C1D}"/>
          </ac:picMkLst>
        </pc:picChg>
      </pc:sldChg>
      <pc:sldChg chg="addSp delSp modSp new mod">
        <pc:chgData name="Boatman, Anna Kathryn" userId="8adb65ec-17a6-42cf-9b24-1629fcbd589f" providerId="ADAL" clId="{48D7BA24-4829-437E-AF85-110CB9D41C62}" dt="2024-12-02T14:29:27.853" v="427" actId="14100"/>
        <pc:sldMkLst>
          <pc:docMk/>
          <pc:sldMk cId="1408128184" sldId="270"/>
        </pc:sldMkLst>
        <pc:spChg chg="mod">
          <ac:chgData name="Boatman, Anna Kathryn" userId="8adb65ec-17a6-42cf-9b24-1629fcbd589f" providerId="ADAL" clId="{48D7BA24-4829-437E-AF85-110CB9D41C62}" dt="2024-12-02T14:25:38.587" v="280" actId="20577"/>
          <ac:spMkLst>
            <pc:docMk/>
            <pc:sldMk cId="1408128184" sldId="270"/>
            <ac:spMk id="2" creationId="{DC793B54-5CC6-EB0B-D410-646D088E3C52}"/>
          </ac:spMkLst>
        </pc:spChg>
        <pc:spChg chg="del">
          <ac:chgData name="Boatman, Anna Kathryn" userId="8adb65ec-17a6-42cf-9b24-1629fcbd589f" providerId="ADAL" clId="{48D7BA24-4829-437E-AF85-110CB9D41C62}" dt="2024-12-02T14:26:10.926" v="281"/>
          <ac:spMkLst>
            <pc:docMk/>
            <pc:sldMk cId="1408128184" sldId="270"/>
            <ac:spMk id="3" creationId="{CBF2FC38-09DD-A681-B9BF-B2250D9ADDC4}"/>
          </ac:spMkLst>
        </pc:spChg>
        <pc:spChg chg="add mod">
          <ac:chgData name="Boatman, Anna Kathryn" userId="8adb65ec-17a6-42cf-9b24-1629fcbd589f" providerId="ADAL" clId="{48D7BA24-4829-437E-AF85-110CB9D41C62}" dt="2024-12-02T14:29:27.853" v="427" actId="14100"/>
          <ac:spMkLst>
            <pc:docMk/>
            <pc:sldMk cId="1408128184" sldId="270"/>
            <ac:spMk id="5" creationId="{56A1CCCF-B940-1E39-1803-DB6BDC5E5648}"/>
          </ac:spMkLst>
        </pc:spChg>
        <pc:graphicFrameChg chg="add mod modGraphic">
          <ac:chgData name="Boatman, Anna Kathryn" userId="8adb65ec-17a6-42cf-9b24-1629fcbd589f" providerId="ADAL" clId="{48D7BA24-4829-437E-AF85-110CB9D41C62}" dt="2024-12-02T14:27:29.290" v="302" actId="14734"/>
          <ac:graphicFrameMkLst>
            <pc:docMk/>
            <pc:sldMk cId="1408128184" sldId="270"/>
            <ac:graphicFrameMk id="4" creationId="{DD519CCA-CF5C-EE51-6F14-E894B8ED22BE}"/>
          </ac:graphicFrameMkLst>
        </pc:graphicFrameChg>
      </pc:sldChg>
      <pc:sldChg chg="addSp modSp new mod">
        <pc:chgData name="Boatman, Anna Kathryn" userId="8adb65ec-17a6-42cf-9b24-1629fcbd589f" providerId="ADAL" clId="{48D7BA24-4829-437E-AF85-110CB9D41C62}" dt="2024-12-03T01:38:50.881" v="852" actId="1076"/>
        <pc:sldMkLst>
          <pc:docMk/>
          <pc:sldMk cId="4133162906" sldId="271"/>
        </pc:sldMkLst>
        <pc:spChg chg="mod">
          <ac:chgData name="Boatman, Anna Kathryn" userId="8adb65ec-17a6-42cf-9b24-1629fcbd589f" providerId="ADAL" clId="{48D7BA24-4829-437E-AF85-110CB9D41C62}" dt="2024-12-03T01:31:56.033" v="474" actId="20577"/>
          <ac:spMkLst>
            <pc:docMk/>
            <pc:sldMk cId="4133162906" sldId="271"/>
            <ac:spMk id="2" creationId="{C5024EBF-3DA3-7183-8523-A6F7B90E9CD0}"/>
          </ac:spMkLst>
        </pc:spChg>
        <pc:spChg chg="mod">
          <ac:chgData name="Boatman, Anna Kathryn" userId="8adb65ec-17a6-42cf-9b24-1629fcbd589f" providerId="ADAL" clId="{48D7BA24-4829-437E-AF85-110CB9D41C62}" dt="2024-12-03T01:36:11.908" v="848" actId="20577"/>
          <ac:spMkLst>
            <pc:docMk/>
            <pc:sldMk cId="4133162906" sldId="271"/>
            <ac:spMk id="3" creationId="{461934A5-C98F-5347-4BB5-28693CB397F0}"/>
          </ac:spMkLst>
        </pc:spChg>
        <pc:graphicFrameChg chg="add mod">
          <ac:chgData name="Boatman, Anna Kathryn" userId="8adb65ec-17a6-42cf-9b24-1629fcbd589f" providerId="ADAL" clId="{48D7BA24-4829-437E-AF85-110CB9D41C62}" dt="2024-12-03T01:38:50.881" v="852" actId="1076"/>
          <ac:graphicFrameMkLst>
            <pc:docMk/>
            <pc:sldMk cId="4133162906" sldId="271"/>
            <ac:graphicFrameMk id="4" creationId="{2230A8BC-9BAE-3D88-4431-B1C8BE7F3D2A}"/>
          </ac:graphicFrameMkLst>
        </pc:graphicFrameChg>
        <pc:graphicFrameChg chg="add mod">
          <ac:chgData name="Boatman, Anna Kathryn" userId="8adb65ec-17a6-42cf-9b24-1629fcbd589f" providerId="ADAL" clId="{48D7BA24-4829-437E-AF85-110CB9D41C62}" dt="2024-12-03T01:38:48.437" v="851" actId="1076"/>
          <ac:graphicFrameMkLst>
            <pc:docMk/>
            <pc:sldMk cId="4133162906" sldId="271"/>
            <ac:graphicFrameMk id="5" creationId="{253B655F-0E6C-4031-B8C5-A9F242EAAE79}"/>
          </ac:graphicFrameMkLst>
        </pc:graphicFrameChg>
      </pc:sldChg>
      <pc:sldChg chg="addSp modSp new mod">
        <pc:chgData name="Boatman, Anna Kathryn" userId="8adb65ec-17a6-42cf-9b24-1629fcbd589f" providerId="ADAL" clId="{48D7BA24-4829-437E-AF85-110CB9D41C62}" dt="2024-12-03T11:13:00.001" v="1130" actId="554"/>
        <pc:sldMkLst>
          <pc:docMk/>
          <pc:sldMk cId="884202668" sldId="272"/>
        </pc:sldMkLst>
        <pc:spChg chg="mod">
          <ac:chgData name="Boatman, Anna Kathryn" userId="8adb65ec-17a6-42cf-9b24-1629fcbd589f" providerId="ADAL" clId="{48D7BA24-4829-437E-AF85-110CB9D41C62}" dt="2024-12-03T11:10:54.091" v="994" actId="20577"/>
          <ac:spMkLst>
            <pc:docMk/>
            <pc:sldMk cId="884202668" sldId="272"/>
            <ac:spMk id="2" creationId="{D8790756-A1F6-C7BC-530B-C50E6EB5F2CD}"/>
          </ac:spMkLst>
        </pc:spChg>
        <pc:spChg chg="mod">
          <ac:chgData name="Boatman, Anna Kathryn" userId="8adb65ec-17a6-42cf-9b24-1629fcbd589f" providerId="ADAL" clId="{48D7BA24-4829-437E-AF85-110CB9D41C62}" dt="2024-12-03T11:11:37.835" v="1120" actId="20577"/>
          <ac:spMkLst>
            <pc:docMk/>
            <pc:sldMk cId="884202668" sldId="272"/>
            <ac:spMk id="3" creationId="{6B82648D-7E11-0382-E815-0B2E7CCF003D}"/>
          </ac:spMkLst>
        </pc:spChg>
        <pc:picChg chg="add mod">
          <ac:chgData name="Boatman, Anna Kathryn" userId="8adb65ec-17a6-42cf-9b24-1629fcbd589f" providerId="ADAL" clId="{48D7BA24-4829-437E-AF85-110CB9D41C62}" dt="2024-12-03T11:13:00.001" v="1130" actId="554"/>
          <ac:picMkLst>
            <pc:docMk/>
            <pc:sldMk cId="884202668" sldId="272"/>
            <ac:picMk id="5" creationId="{EC5E924C-75E3-6E9D-BF15-77C246E5B123}"/>
          </ac:picMkLst>
        </pc:picChg>
        <pc:picChg chg="add mod">
          <ac:chgData name="Boatman, Anna Kathryn" userId="8adb65ec-17a6-42cf-9b24-1629fcbd589f" providerId="ADAL" clId="{48D7BA24-4829-437E-AF85-110CB9D41C62}" dt="2024-12-03T11:13:00.001" v="1130" actId="554"/>
          <ac:picMkLst>
            <pc:docMk/>
            <pc:sldMk cId="884202668" sldId="272"/>
            <ac:picMk id="7" creationId="{CBBECB94-C968-353B-7961-DF487762C85A}"/>
          </ac:picMkLst>
        </pc:picChg>
      </pc:sldChg>
      <pc:sldChg chg="addSp delSp modSp new mod">
        <pc:chgData name="Boatman, Anna Kathryn" userId="8adb65ec-17a6-42cf-9b24-1629fcbd589f" providerId="ADAL" clId="{48D7BA24-4829-437E-AF85-110CB9D41C62}" dt="2024-12-06T15:03:13.282" v="9115"/>
        <pc:sldMkLst>
          <pc:docMk/>
          <pc:sldMk cId="841856906" sldId="273"/>
        </pc:sldMkLst>
        <pc:spChg chg="mod">
          <ac:chgData name="Boatman, Anna Kathryn" userId="8adb65ec-17a6-42cf-9b24-1629fcbd589f" providerId="ADAL" clId="{48D7BA24-4829-437E-AF85-110CB9D41C62}" dt="2024-12-03T11:56:56.553" v="1193" actId="20577"/>
          <ac:spMkLst>
            <pc:docMk/>
            <pc:sldMk cId="841856906" sldId="273"/>
            <ac:spMk id="2" creationId="{F9450333-CB77-D06B-F007-E569BF56C063}"/>
          </ac:spMkLst>
        </pc:spChg>
        <pc:spChg chg="mod">
          <ac:chgData name="Boatman, Anna Kathryn" userId="8adb65ec-17a6-42cf-9b24-1629fcbd589f" providerId="ADAL" clId="{48D7BA24-4829-437E-AF85-110CB9D41C62}" dt="2024-12-04T18:02:01.433" v="1489" actId="20577"/>
          <ac:spMkLst>
            <pc:docMk/>
            <pc:sldMk cId="841856906" sldId="273"/>
            <ac:spMk id="3" creationId="{BD28270F-9E54-60B3-B635-D0AB131CEE71}"/>
          </ac:spMkLst>
        </pc:spChg>
        <pc:picChg chg="add mod">
          <ac:chgData name="Boatman, Anna Kathryn" userId="8adb65ec-17a6-42cf-9b24-1629fcbd589f" providerId="ADAL" clId="{48D7BA24-4829-437E-AF85-110CB9D41C62}" dt="2024-12-06T15:03:13.282" v="9115"/>
          <ac:picMkLst>
            <pc:docMk/>
            <pc:sldMk cId="841856906" sldId="273"/>
            <ac:picMk id="4" creationId="{A531EFD7-B04B-83A7-9016-3A5F8FAB773E}"/>
          </ac:picMkLst>
        </pc:picChg>
        <pc:picChg chg="add del mod">
          <ac:chgData name="Boatman, Anna Kathryn" userId="8adb65ec-17a6-42cf-9b24-1629fcbd589f" providerId="ADAL" clId="{48D7BA24-4829-437E-AF85-110CB9D41C62}" dt="2024-12-04T19:43:54.012" v="1522" actId="21"/>
          <ac:picMkLst>
            <pc:docMk/>
            <pc:sldMk cId="841856906" sldId="273"/>
            <ac:picMk id="5" creationId="{D5BB6C7F-B4A8-4FBA-8D7F-8FDD86B354A2}"/>
          </ac:picMkLst>
        </pc:picChg>
        <pc:picChg chg="add del mod">
          <ac:chgData name="Boatman, Anna Kathryn" userId="8adb65ec-17a6-42cf-9b24-1629fcbd589f" providerId="ADAL" clId="{48D7BA24-4829-437E-AF85-110CB9D41C62}" dt="2024-12-04T19:29:49.929" v="1504" actId="478"/>
          <ac:picMkLst>
            <pc:docMk/>
            <pc:sldMk cId="841856906" sldId="273"/>
            <ac:picMk id="7" creationId="{DA997382-0316-8881-C458-F336D946287C}"/>
          </ac:picMkLst>
        </pc:picChg>
        <pc:picChg chg="add del mod">
          <ac:chgData name="Boatman, Anna Kathryn" userId="8adb65ec-17a6-42cf-9b24-1629fcbd589f" providerId="ADAL" clId="{48D7BA24-4829-437E-AF85-110CB9D41C62}" dt="2024-12-04T19:29:49.339" v="1503" actId="478"/>
          <ac:picMkLst>
            <pc:docMk/>
            <pc:sldMk cId="841856906" sldId="273"/>
            <ac:picMk id="9" creationId="{CD142965-BA73-BEDA-190B-30775355E254}"/>
          </ac:picMkLst>
        </pc:picChg>
        <pc:picChg chg="add del mod">
          <ac:chgData name="Boatman, Anna Kathryn" userId="8adb65ec-17a6-42cf-9b24-1629fcbd589f" providerId="ADAL" clId="{48D7BA24-4829-437E-AF85-110CB9D41C62}" dt="2024-12-04T19:38:22.354" v="1513" actId="478"/>
          <ac:picMkLst>
            <pc:docMk/>
            <pc:sldMk cId="841856906" sldId="273"/>
            <ac:picMk id="11" creationId="{5D8AE216-88AC-0F3B-9666-ACDE1E0E5131}"/>
          </ac:picMkLst>
        </pc:picChg>
        <pc:picChg chg="add del mod">
          <ac:chgData name="Boatman, Anna Kathryn" userId="8adb65ec-17a6-42cf-9b24-1629fcbd589f" providerId="ADAL" clId="{48D7BA24-4829-437E-AF85-110CB9D41C62}" dt="2024-12-04T19:43:54.012" v="1522" actId="21"/>
          <ac:picMkLst>
            <pc:docMk/>
            <pc:sldMk cId="841856906" sldId="273"/>
            <ac:picMk id="13" creationId="{02B4248A-D593-B4CE-9D33-CE091B07CD83}"/>
          </ac:picMkLst>
        </pc:picChg>
        <pc:picChg chg="add mod">
          <ac:chgData name="Boatman, Anna Kathryn" userId="8adb65ec-17a6-42cf-9b24-1629fcbd589f" providerId="ADAL" clId="{48D7BA24-4829-437E-AF85-110CB9D41C62}" dt="2024-12-04T19:45:48.385" v="1540" actId="1076"/>
          <ac:picMkLst>
            <pc:docMk/>
            <pc:sldMk cId="841856906" sldId="273"/>
            <ac:picMk id="15" creationId="{737B68AD-2930-033B-8447-3B6A567329CE}"/>
          </ac:picMkLst>
        </pc:picChg>
        <pc:picChg chg="add mod">
          <ac:chgData name="Boatman, Anna Kathryn" userId="8adb65ec-17a6-42cf-9b24-1629fcbd589f" providerId="ADAL" clId="{48D7BA24-4829-437E-AF85-110CB9D41C62}" dt="2024-12-04T19:46:00.343" v="1541" actId="1076"/>
          <ac:picMkLst>
            <pc:docMk/>
            <pc:sldMk cId="841856906" sldId="273"/>
            <ac:picMk id="17" creationId="{28F74A56-5CD4-B2F5-09C9-37CD33B31A32}"/>
          </ac:picMkLst>
        </pc:picChg>
      </pc:sldChg>
      <pc:sldChg chg="addSp modSp new mod">
        <pc:chgData name="Boatman, Anna Kathryn" userId="8adb65ec-17a6-42cf-9b24-1629fcbd589f" providerId="ADAL" clId="{48D7BA24-4829-437E-AF85-110CB9D41C62}" dt="2024-12-04T20:09:17.808" v="1728" actId="1076"/>
        <pc:sldMkLst>
          <pc:docMk/>
          <pc:sldMk cId="1881763575" sldId="274"/>
        </pc:sldMkLst>
        <pc:spChg chg="mod">
          <ac:chgData name="Boatman, Anna Kathryn" userId="8adb65ec-17a6-42cf-9b24-1629fcbd589f" providerId="ADAL" clId="{48D7BA24-4829-437E-AF85-110CB9D41C62}" dt="2024-12-04T20:09:15.384" v="1727" actId="20577"/>
          <ac:spMkLst>
            <pc:docMk/>
            <pc:sldMk cId="1881763575" sldId="274"/>
            <ac:spMk id="2" creationId="{F6DE20A0-1F2E-71E2-3365-F9D95705C7DD}"/>
          </ac:spMkLst>
        </pc:spChg>
        <pc:spChg chg="mod">
          <ac:chgData name="Boatman, Anna Kathryn" userId="8adb65ec-17a6-42cf-9b24-1629fcbd589f" providerId="ADAL" clId="{48D7BA24-4829-437E-AF85-110CB9D41C62}" dt="2024-12-04T20:08:45.815" v="1710" actId="20577"/>
          <ac:spMkLst>
            <pc:docMk/>
            <pc:sldMk cId="1881763575" sldId="274"/>
            <ac:spMk id="3" creationId="{390905CB-6B38-379E-A7B2-F0D66AC8DC7E}"/>
          </ac:spMkLst>
        </pc:spChg>
        <pc:picChg chg="add mod">
          <ac:chgData name="Boatman, Anna Kathryn" userId="8adb65ec-17a6-42cf-9b24-1629fcbd589f" providerId="ADAL" clId="{48D7BA24-4829-437E-AF85-110CB9D41C62}" dt="2024-12-04T20:09:17.808" v="1728" actId="1076"/>
          <ac:picMkLst>
            <pc:docMk/>
            <pc:sldMk cId="1881763575" sldId="274"/>
            <ac:picMk id="5" creationId="{D5BB6C7F-B4A8-4FBA-8D7F-8FDD86B354A2}"/>
          </ac:picMkLst>
        </pc:picChg>
        <pc:picChg chg="add mod">
          <ac:chgData name="Boatman, Anna Kathryn" userId="8adb65ec-17a6-42cf-9b24-1629fcbd589f" providerId="ADAL" clId="{48D7BA24-4829-437E-AF85-110CB9D41C62}" dt="2024-12-04T20:09:17.808" v="1728" actId="1076"/>
          <ac:picMkLst>
            <pc:docMk/>
            <pc:sldMk cId="1881763575" sldId="274"/>
            <ac:picMk id="13" creationId="{02B4248A-D593-B4CE-9D33-CE091B07CD83}"/>
          </ac:picMkLst>
        </pc:picChg>
      </pc:sldChg>
      <pc:sldChg chg="addSp delSp modSp new mod">
        <pc:chgData name="Boatman, Anna Kathryn" userId="8adb65ec-17a6-42cf-9b24-1629fcbd589f" providerId="ADAL" clId="{48D7BA24-4829-437E-AF85-110CB9D41C62}" dt="2024-12-04T20:38:10.798" v="2112" actId="20577"/>
        <pc:sldMkLst>
          <pc:docMk/>
          <pc:sldMk cId="583253576" sldId="275"/>
        </pc:sldMkLst>
        <pc:spChg chg="mod">
          <ac:chgData name="Boatman, Anna Kathryn" userId="8adb65ec-17a6-42cf-9b24-1629fcbd589f" providerId="ADAL" clId="{48D7BA24-4829-437E-AF85-110CB9D41C62}" dt="2024-12-04T20:12:17.824" v="1744" actId="20577"/>
          <ac:spMkLst>
            <pc:docMk/>
            <pc:sldMk cId="583253576" sldId="275"/>
            <ac:spMk id="2" creationId="{F9063887-110B-77E6-395F-E81CC338F697}"/>
          </ac:spMkLst>
        </pc:spChg>
        <pc:spChg chg="del">
          <ac:chgData name="Boatman, Anna Kathryn" userId="8adb65ec-17a6-42cf-9b24-1629fcbd589f" providerId="ADAL" clId="{48D7BA24-4829-437E-AF85-110CB9D41C62}" dt="2024-12-04T20:12:35.512" v="1779" actId="478"/>
          <ac:spMkLst>
            <pc:docMk/>
            <pc:sldMk cId="583253576" sldId="275"/>
            <ac:spMk id="3" creationId="{BFD2CA54-8CD8-F3B4-0CA5-4E5002B4D74B}"/>
          </ac:spMkLst>
        </pc:spChg>
        <pc:spChg chg="add mod">
          <ac:chgData name="Boatman, Anna Kathryn" userId="8adb65ec-17a6-42cf-9b24-1629fcbd589f" providerId="ADAL" clId="{48D7BA24-4829-437E-AF85-110CB9D41C62}" dt="2024-12-04T20:32:47.479" v="2077" actId="20577"/>
          <ac:spMkLst>
            <pc:docMk/>
            <pc:sldMk cId="583253576" sldId="275"/>
            <ac:spMk id="5" creationId="{CAD658F5-7867-3E3B-ED47-70235D943C5B}"/>
          </ac:spMkLst>
        </pc:spChg>
        <pc:spChg chg="add mod">
          <ac:chgData name="Boatman, Anna Kathryn" userId="8adb65ec-17a6-42cf-9b24-1629fcbd589f" providerId="ADAL" clId="{48D7BA24-4829-437E-AF85-110CB9D41C62}" dt="2024-12-04T20:36:47.434" v="2079" actId="1076"/>
          <ac:spMkLst>
            <pc:docMk/>
            <pc:sldMk cId="583253576" sldId="275"/>
            <ac:spMk id="7" creationId="{8538786E-8EC7-08D0-D762-E7ECA918D5FC}"/>
          </ac:spMkLst>
        </pc:spChg>
        <pc:spChg chg="add mod">
          <ac:chgData name="Boatman, Anna Kathryn" userId="8adb65ec-17a6-42cf-9b24-1629fcbd589f" providerId="ADAL" clId="{48D7BA24-4829-437E-AF85-110CB9D41C62}" dt="2024-12-04T20:36:49.268" v="2080" actId="1076"/>
          <ac:spMkLst>
            <pc:docMk/>
            <pc:sldMk cId="583253576" sldId="275"/>
            <ac:spMk id="9" creationId="{7FFAA546-3856-8DCB-1384-E97F4B6C5507}"/>
          </ac:spMkLst>
        </pc:spChg>
        <pc:spChg chg="add mod">
          <ac:chgData name="Boatman, Anna Kathryn" userId="8adb65ec-17a6-42cf-9b24-1629fcbd589f" providerId="ADAL" clId="{48D7BA24-4829-437E-AF85-110CB9D41C62}" dt="2024-12-04T20:37:37.067" v="2102" actId="1076"/>
          <ac:spMkLst>
            <pc:docMk/>
            <pc:sldMk cId="583253576" sldId="275"/>
            <ac:spMk id="10" creationId="{69824006-F883-43D5-B0AF-0B84C195A972}"/>
          </ac:spMkLst>
        </pc:spChg>
        <pc:spChg chg="add mod">
          <ac:chgData name="Boatman, Anna Kathryn" userId="8adb65ec-17a6-42cf-9b24-1629fcbd589f" providerId="ADAL" clId="{48D7BA24-4829-437E-AF85-110CB9D41C62}" dt="2024-12-04T20:38:10.798" v="2112" actId="20577"/>
          <ac:spMkLst>
            <pc:docMk/>
            <pc:sldMk cId="583253576" sldId="275"/>
            <ac:spMk id="11" creationId="{15321A25-E4D4-C42D-333C-5A2EDECA9309}"/>
          </ac:spMkLst>
        </pc:spChg>
      </pc:sldChg>
      <pc:sldChg chg="addSp modSp new mod">
        <pc:chgData name="Boatman, Anna Kathryn" userId="8adb65ec-17a6-42cf-9b24-1629fcbd589f" providerId="ADAL" clId="{48D7BA24-4829-437E-AF85-110CB9D41C62}" dt="2024-12-04T21:10:22.460" v="2219" actId="20577"/>
        <pc:sldMkLst>
          <pc:docMk/>
          <pc:sldMk cId="3501569720" sldId="276"/>
        </pc:sldMkLst>
        <pc:spChg chg="mod">
          <ac:chgData name="Boatman, Anna Kathryn" userId="8adb65ec-17a6-42cf-9b24-1629fcbd589f" providerId="ADAL" clId="{48D7BA24-4829-437E-AF85-110CB9D41C62}" dt="2024-12-04T21:10:00.748" v="2159" actId="20577"/>
          <ac:spMkLst>
            <pc:docMk/>
            <pc:sldMk cId="3501569720" sldId="276"/>
            <ac:spMk id="2" creationId="{71F390AF-4EA5-D764-DC4C-FF86907F6D5B}"/>
          </ac:spMkLst>
        </pc:spChg>
        <pc:spChg chg="mod">
          <ac:chgData name="Boatman, Anna Kathryn" userId="8adb65ec-17a6-42cf-9b24-1629fcbd589f" providerId="ADAL" clId="{48D7BA24-4829-437E-AF85-110CB9D41C62}" dt="2024-12-04T21:10:22.460" v="2219" actId="20577"/>
          <ac:spMkLst>
            <pc:docMk/>
            <pc:sldMk cId="3501569720" sldId="276"/>
            <ac:spMk id="3" creationId="{0A377D90-239B-BC64-0525-E38CE908559A}"/>
          </ac:spMkLst>
        </pc:spChg>
        <pc:picChg chg="add mod">
          <ac:chgData name="Boatman, Anna Kathryn" userId="8adb65ec-17a6-42cf-9b24-1629fcbd589f" providerId="ADAL" clId="{48D7BA24-4829-437E-AF85-110CB9D41C62}" dt="2024-12-04T21:10:04.287" v="2160" actId="1076"/>
          <ac:picMkLst>
            <pc:docMk/>
            <pc:sldMk cId="3501569720" sldId="276"/>
            <ac:picMk id="5" creationId="{178C5D91-3FD2-3674-553E-82C3BABFCDEE}"/>
          </ac:picMkLst>
        </pc:picChg>
        <pc:picChg chg="add mod">
          <ac:chgData name="Boatman, Anna Kathryn" userId="8adb65ec-17a6-42cf-9b24-1629fcbd589f" providerId="ADAL" clId="{48D7BA24-4829-437E-AF85-110CB9D41C62}" dt="2024-12-04T21:10:04.287" v="2160" actId="1076"/>
          <ac:picMkLst>
            <pc:docMk/>
            <pc:sldMk cId="3501569720" sldId="276"/>
            <ac:picMk id="7" creationId="{9374F22C-B59D-6F33-B6CC-8299BA075F8F}"/>
          </ac:picMkLst>
        </pc:picChg>
      </pc:sldChg>
      <pc:sldChg chg="addSp modSp new mod">
        <pc:chgData name="Boatman, Anna Kathryn" userId="8adb65ec-17a6-42cf-9b24-1629fcbd589f" providerId="ADAL" clId="{48D7BA24-4829-437E-AF85-110CB9D41C62}" dt="2024-12-06T14:20:59.059" v="7390" actId="20577"/>
        <pc:sldMkLst>
          <pc:docMk/>
          <pc:sldMk cId="1675016378" sldId="277"/>
        </pc:sldMkLst>
        <pc:spChg chg="mod">
          <ac:chgData name="Boatman, Anna Kathryn" userId="8adb65ec-17a6-42cf-9b24-1629fcbd589f" providerId="ADAL" clId="{48D7BA24-4829-437E-AF85-110CB9D41C62}" dt="2024-12-05T21:53:10.224" v="5463" actId="20577"/>
          <ac:spMkLst>
            <pc:docMk/>
            <pc:sldMk cId="1675016378" sldId="277"/>
            <ac:spMk id="2" creationId="{898F7B1F-C50C-078A-DABE-F1A4B592FB64}"/>
          </ac:spMkLst>
        </pc:spChg>
        <pc:spChg chg="mod">
          <ac:chgData name="Boatman, Anna Kathryn" userId="8adb65ec-17a6-42cf-9b24-1629fcbd589f" providerId="ADAL" clId="{48D7BA24-4829-437E-AF85-110CB9D41C62}" dt="2024-12-06T14:20:59.059" v="7390" actId="20577"/>
          <ac:spMkLst>
            <pc:docMk/>
            <pc:sldMk cId="1675016378" sldId="277"/>
            <ac:spMk id="3" creationId="{EE29F1AE-B0A0-A6AB-AB12-492C80E59B82}"/>
          </ac:spMkLst>
        </pc:spChg>
        <pc:graphicFrameChg chg="add mod">
          <ac:chgData name="Boatman, Anna Kathryn" userId="8adb65ec-17a6-42cf-9b24-1629fcbd589f" providerId="ADAL" clId="{48D7BA24-4829-437E-AF85-110CB9D41C62}" dt="2024-12-04T21:28:13.084" v="2589" actId="1076"/>
          <ac:graphicFrameMkLst>
            <pc:docMk/>
            <pc:sldMk cId="1675016378" sldId="277"/>
            <ac:graphicFrameMk id="4" creationId="{56140B65-73A9-6B28-7A20-30BD4279C38A}"/>
          </ac:graphicFrameMkLst>
        </pc:graphicFrameChg>
      </pc:sldChg>
      <pc:sldChg chg="addSp modSp new mod">
        <pc:chgData name="Boatman, Anna Kathryn" userId="8adb65ec-17a6-42cf-9b24-1629fcbd589f" providerId="ADAL" clId="{48D7BA24-4829-437E-AF85-110CB9D41C62}" dt="2024-12-05T21:53:35.297" v="5555" actId="6549"/>
        <pc:sldMkLst>
          <pc:docMk/>
          <pc:sldMk cId="3311247683" sldId="278"/>
        </pc:sldMkLst>
        <pc:spChg chg="mod">
          <ac:chgData name="Boatman, Anna Kathryn" userId="8adb65ec-17a6-42cf-9b24-1629fcbd589f" providerId="ADAL" clId="{48D7BA24-4829-437E-AF85-110CB9D41C62}" dt="2024-12-05T21:53:35.297" v="5555" actId="6549"/>
          <ac:spMkLst>
            <pc:docMk/>
            <pc:sldMk cId="3311247683" sldId="278"/>
            <ac:spMk id="2" creationId="{F370D4E7-3AFA-6C7C-BB55-E2928620489D}"/>
          </ac:spMkLst>
        </pc:spChg>
        <pc:spChg chg="mod">
          <ac:chgData name="Boatman, Anna Kathryn" userId="8adb65ec-17a6-42cf-9b24-1629fcbd589f" providerId="ADAL" clId="{48D7BA24-4829-437E-AF85-110CB9D41C62}" dt="2024-12-05T16:53:48.650" v="4451" actId="15"/>
          <ac:spMkLst>
            <pc:docMk/>
            <pc:sldMk cId="3311247683" sldId="278"/>
            <ac:spMk id="3" creationId="{3A862F7B-928D-78A9-CE7A-490B572DC56C}"/>
          </ac:spMkLst>
        </pc:spChg>
        <pc:graphicFrameChg chg="add mod">
          <ac:chgData name="Boatman, Anna Kathryn" userId="8adb65ec-17a6-42cf-9b24-1629fcbd589f" providerId="ADAL" clId="{48D7BA24-4829-437E-AF85-110CB9D41C62}" dt="2024-12-05T16:54:12.973" v="4452"/>
          <ac:graphicFrameMkLst>
            <pc:docMk/>
            <pc:sldMk cId="3311247683" sldId="278"/>
            <ac:graphicFrameMk id="5" creationId="{BA34EBA8-AFE1-21E0-7402-5D2CC5AD6C57}"/>
          </ac:graphicFrameMkLst>
        </pc:graphicFrameChg>
        <pc:picChg chg="add mod">
          <ac:chgData name="Boatman, Anna Kathryn" userId="8adb65ec-17a6-42cf-9b24-1629fcbd589f" providerId="ADAL" clId="{48D7BA24-4829-437E-AF85-110CB9D41C62}" dt="2024-12-04T21:54:59.456" v="2888" actId="1076"/>
          <ac:picMkLst>
            <pc:docMk/>
            <pc:sldMk cId="3311247683" sldId="278"/>
            <ac:picMk id="4" creationId="{74DAD54F-3197-CE50-B8BF-0AB557E94453}"/>
          </ac:picMkLst>
        </pc:picChg>
      </pc:sldChg>
      <pc:sldChg chg="addSp delSp modSp new mod ord">
        <pc:chgData name="Boatman, Anna Kathryn" userId="8adb65ec-17a6-42cf-9b24-1629fcbd589f" providerId="ADAL" clId="{48D7BA24-4829-437E-AF85-110CB9D41C62}" dt="2024-12-05T21:52:05.869" v="5366"/>
        <pc:sldMkLst>
          <pc:docMk/>
          <pc:sldMk cId="2767302036" sldId="279"/>
        </pc:sldMkLst>
        <pc:spChg chg="mod">
          <ac:chgData name="Boatman, Anna Kathryn" userId="8adb65ec-17a6-42cf-9b24-1629fcbd589f" providerId="ADAL" clId="{48D7BA24-4829-437E-AF85-110CB9D41C62}" dt="2024-12-05T21:51:43.816" v="5357" actId="20577"/>
          <ac:spMkLst>
            <pc:docMk/>
            <pc:sldMk cId="2767302036" sldId="279"/>
            <ac:spMk id="2" creationId="{9E14BF20-C1A2-B352-A22A-0C69E1AC6DF4}"/>
          </ac:spMkLst>
        </pc:spChg>
        <pc:spChg chg="mod">
          <ac:chgData name="Boatman, Anna Kathryn" userId="8adb65ec-17a6-42cf-9b24-1629fcbd589f" providerId="ADAL" clId="{48D7BA24-4829-437E-AF85-110CB9D41C62}" dt="2024-12-05T21:51:46.563" v="5358" actId="6549"/>
          <ac:spMkLst>
            <pc:docMk/>
            <pc:sldMk cId="2767302036" sldId="279"/>
            <ac:spMk id="3" creationId="{DD060ED8-C9E0-B101-BDF8-ACB5C2D9A6D2}"/>
          </ac:spMkLst>
        </pc:spChg>
        <pc:picChg chg="add del mod">
          <ac:chgData name="Boatman, Anna Kathryn" userId="8adb65ec-17a6-42cf-9b24-1629fcbd589f" providerId="ADAL" clId="{48D7BA24-4829-437E-AF85-110CB9D41C62}" dt="2024-12-05T16:04:09.941" v="3375" actId="478"/>
          <ac:picMkLst>
            <pc:docMk/>
            <pc:sldMk cId="2767302036" sldId="279"/>
            <ac:picMk id="5" creationId="{62D4F1ED-12BF-FCE0-F3CB-97C2D5B76210}"/>
          </ac:picMkLst>
        </pc:picChg>
        <pc:picChg chg="add del mod">
          <ac:chgData name="Boatman, Anna Kathryn" userId="8adb65ec-17a6-42cf-9b24-1629fcbd589f" providerId="ADAL" clId="{48D7BA24-4829-437E-AF85-110CB9D41C62}" dt="2024-12-05T16:04:10.483" v="3376" actId="478"/>
          <ac:picMkLst>
            <pc:docMk/>
            <pc:sldMk cId="2767302036" sldId="279"/>
            <ac:picMk id="7" creationId="{229A952C-9179-D6A4-A818-C8134F87A24A}"/>
          </ac:picMkLst>
        </pc:picChg>
        <pc:picChg chg="add del mod">
          <ac:chgData name="Boatman, Anna Kathryn" userId="8adb65ec-17a6-42cf-9b24-1629fcbd589f" providerId="ADAL" clId="{48D7BA24-4829-437E-AF85-110CB9D41C62}" dt="2024-12-05T16:04:11.276" v="3378" actId="478"/>
          <ac:picMkLst>
            <pc:docMk/>
            <pc:sldMk cId="2767302036" sldId="279"/>
            <ac:picMk id="9" creationId="{0356513B-B826-FE6D-FD28-1D69F2D6636B}"/>
          </ac:picMkLst>
        </pc:picChg>
        <pc:picChg chg="add del mod">
          <ac:chgData name="Boatman, Anna Kathryn" userId="8adb65ec-17a6-42cf-9b24-1629fcbd589f" providerId="ADAL" clId="{48D7BA24-4829-437E-AF85-110CB9D41C62}" dt="2024-12-05T16:04:10.883" v="3377" actId="478"/>
          <ac:picMkLst>
            <pc:docMk/>
            <pc:sldMk cId="2767302036" sldId="279"/>
            <ac:picMk id="11" creationId="{3DA4BEE9-83B3-9212-BFD7-35B5F36CA4F8}"/>
          </ac:picMkLst>
        </pc:picChg>
      </pc:sldChg>
      <pc:sldChg chg="addSp delSp modSp add mod">
        <pc:chgData name="Boatman, Anna Kathryn" userId="8adb65ec-17a6-42cf-9b24-1629fcbd589f" providerId="ADAL" clId="{48D7BA24-4829-437E-AF85-110CB9D41C62}" dt="2024-12-05T16:34:03.818" v="3956" actId="20577"/>
        <pc:sldMkLst>
          <pc:docMk/>
          <pc:sldMk cId="3938805572" sldId="280"/>
        </pc:sldMkLst>
        <pc:spChg chg="mod">
          <ac:chgData name="Boatman, Anna Kathryn" userId="8adb65ec-17a6-42cf-9b24-1629fcbd589f" providerId="ADAL" clId="{48D7BA24-4829-437E-AF85-110CB9D41C62}" dt="2024-12-05T16:04:26.364" v="3416" actId="20577"/>
          <ac:spMkLst>
            <pc:docMk/>
            <pc:sldMk cId="3938805572" sldId="280"/>
            <ac:spMk id="2" creationId="{C877718B-AE12-996F-968B-AEED7C529310}"/>
          </ac:spMkLst>
        </pc:spChg>
        <pc:spChg chg="del mod">
          <ac:chgData name="Boatman, Anna Kathryn" userId="8adb65ec-17a6-42cf-9b24-1629fcbd589f" providerId="ADAL" clId="{48D7BA24-4829-437E-AF85-110CB9D41C62}" dt="2024-12-05T16:04:47.013" v="3436" actId="478"/>
          <ac:spMkLst>
            <pc:docMk/>
            <pc:sldMk cId="3938805572" sldId="280"/>
            <ac:spMk id="3" creationId="{D794BDD1-6261-C693-AF9B-51B090A48C45}"/>
          </ac:spMkLst>
        </pc:spChg>
        <pc:spChg chg="add mod">
          <ac:chgData name="Boatman, Anna Kathryn" userId="8adb65ec-17a6-42cf-9b24-1629fcbd589f" providerId="ADAL" clId="{48D7BA24-4829-437E-AF85-110CB9D41C62}" dt="2024-12-05T16:11:04.106" v="3691" actId="1076"/>
          <ac:spMkLst>
            <pc:docMk/>
            <pc:sldMk cId="3938805572" sldId="280"/>
            <ac:spMk id="4" creationId="{3C94639D-9912-5A83-B621-89CD58F73DED}"/>
          </ac:spMkLst>
        </pc:spChg>
        <pc:spChg chg="add mod">
          <ac:chgData name="Boatman, Anna Kathryn" userId="8adb65ec-17a6-42cf-9b24-1629fcbd589f" providerId="ADAL" clId="{48D7BA24-4829-437E-AF85-110CB9D41C62}" dt="2024-12-05T16:11:04.106" v="3691" actId="1076"/>
          <ac:spMkLst>
            <pc:docMk/>
            <pc:sldMk cId="3938805572" sldId="280"/>
            <ac:spMk id="6" creationId="{5FDF4D78-6629-72A5-F0BC-1C606F15EA15}"/>
          </ac:spMkLst>
        </pc:spChg>
        <pc:spChg chg="add mod">
          <ac:chgData name="Boatman, Anna Kathryn" userId="8adb65ec-17a6-42cf-9b24-1629fcbd589f" providerId="ADAL" clId="{48D7BA24-4829-437E-AF85-110CB9D41C62}" dt="2024-12-05T16:34:03.818" v="3956" actId="20577"/>
          <ac:spMkLst>
            <pc:docMk/>
            <pc:sldMk cId="3938805572" sldId="280"/>
            <ac:spMk id="12" creationId="{75431281-385D-63FF-8381-4679F2DB439F}"/>
          </ac:spMkLst>
        </pc:spChg>
        <pc:picChg chg="mod">
          <ac:chgData name="Boatman, Anna Kathryn" userId="8adb65ec-17a6-42cf-9b24-1629fcbd589f" providerId="ADAL" clId="{48D7BA24-4829-437E-AF85-110CB9D41C62}" dt="2024-12-05T16:11:04.106" v="3691" actId="1076"/>
          <ac:picMkLst>
            <pc:docMk/>
            <pc:sldMk cId="3938805572" sldId="280"/>
            <ac:picMk id="5" creationId="{FC037668-C979-96C5-3069-3236A5E32F9B}"/>
          </ac:picMkLst>
        </pc:picChg>
        <pc:picChg chg="mod">
          <ac:chgData name="Boatman, Anna Kathryn" userId="8adb65ec-17a6-42cf-9b24-1629fcbd589f" providerId="ADAL" clId="{48D7BA24-4829-437E-AF85-110CB9D41C62}" dt="2024-12-05T16:11:04.106" v="3691" actId="1076"/>
          <ac:picMkLst>
            <pc:docMk/>
            <pc:sldMk cId="3938805572" sldId="280"/>
            <ac:picMk id="7" creationId="{C86DEA0D-77AB-0441-8D2F-60B34AFDE27B}"/>
          </ac:picMkLst>
        </pc:picChg>
        <pc:picChg chg="mod">
          <ac:chgData name="Boatman, Anna Kathryn" userId="8adb65ec-17a6-42cf-9b24-1629fcbd589f" providerId="ADAL" clId="{48D7BA24-4829-437E-AF85-110CB9D41C62}" dt="2024-12-05T16:11:04.106" v="3691" actId="1076"/>
          <ac:picMkLst>
            <pc:docMk/>
            <pc:sldMk cId="3938805572" sldId="280"/>
            <ac:picMk id="9" creationId="{B7302DE0-3F11-C28D-EA3B-3DCC7CADAD30}"/>
          </ac:picMkLst>
        </pc:picChg>
        <pc:picChg chg="add mod">
          <ac:chgData name="Boatman, Anna Kathryn" userId="8adb65ec-17a6-42cf-9b24-1629fcbd589f" providerId="ADAL" clId="{48D7BA24-4829-437E-AF85-110CB9D41C62}" dt="2024-12-05T16:13:58.376" v="3838" actId="1076"/>
          <ac:picMkLst>
            <pc:docMk/>
            <pc:sldMk cId="3938805572" sldId="280"/>
            <ac:picMk id="10" creationId="{821D93D9-7BB4-C2F8-6F78-077761152A2D}"/>
          </ac:picMkLst>
        </pc:picChg>
        <pc:picChg chg="mod">
          <ac:chgData name="Boatman, Anna Kathryn" userId="8adb65ec-17a6-42cf-9b24-1629fcbd589f" providerId="ADAL" clId="{48D7BA24-4829-437E-AF85-110CB9D41C62}" dt="2024-12-05T16:11:04.106" v="3691" actId="1076"/>
          <ac:picMkLst>
            <pc:docMk/>
            <pc:sldMk cId="3938805572" sldId="280"/>
            <ac:picMk id="11" creationId="{0C82ADFD-92F8-A0A6-6644-9A592F5601FA}"/>
          </ac:picMkLst>
        </pc:picChg>
      </pc:sldChg>
      <pc:sldChg chg="addSp delSp modSp new mod ord">
        <pc:chgData name="Boatman, Anna Kathryn" userId="8adb65ec-17a6-42cf-9b24-1629fcbd589f" providerId="ADAL" clId="{48D7BA24-4829-437E-AF85-110CB9D41C62}" dt="2024-12-05T21:52:11.226" v="5368"/>
        <pc:sldMkLst>
          <pc:docMk/>
          <pc:sldMk cId="3238807160" sldId="281"/>
        </pc:sldMkLst>
        <pc:spChg chg="mod">
          <ac:chgData name="Boatman, Anna Kathryn" userId="8adb65ec-17a6-42cf-9b24-1629fcbd589f" providerId="ADAL" clId="{48D7BA24-4829-437E-AF85-110CB9D41C62}" dt="2024-12-05T16:07:26.236" v="3495" actId="20577"/>
          <ac:spMkLst>
            <pc:docMk/>
            <pc:sldMk cId="3238807160" sldId="281"/>
            <ac:spMk id="2" creationId="{B3AAA501-290F-3E84-25D2-A4425DCCFB99}"/>
          </ac:spMkLst>
        </pc:spChg>
        <pc:spChg chg="del">
          <ac:chgData name="Boatman, Anna Kathryn" userId="8adb65ec-17a6-42cf-9b24-1629fcbd589f" providerId="ADAL" clId="{48D7BA24-4829-437E-AF85-110CB9D41C62}" dt="2024-12-05T16:35:12.203" v="3957" actId="478"/>
          <ac:spMkLst>
            <pc:docMk/>
            <pc:sldMk cId="3238807160" sldId="281"/>
            <ac:spMk id="3" creationId="{CEBB82D5-7C8A-6091-754C-63CC3E169EC9}"/>
          </ac:spMkLst>
        </pc:spChg>
        <pc:spChg chg="add mod">
          <ac:chgData name="Boatman, Anna Kathryn" userId="8adb65ec-17a6-42cf-9b24-1629fcbd589f" providerId="ADAL" clId="{48D7BA24-4829-437E-AF85-110CB9D41C62}" dt="2024-12-05T16:40:25.528" v="4007" actId="1076"/>
          <ac:spMkLst>
            <pc:docMk/>
            <pc:sldMk cId="3238807160" sldId="281"/>
            <ac:spMk id="10" creationId="{3C4FCFF0-E863-C125-4F77-2F32F8C98B6B}"/>
          </ac:spMkLst>
        </pc:spChg>
        <pc:picChg chg="add mod">
          <ac:chgData name="Boatman, Anna Kathryn" userId="8adb65ec-17a6-42cf-9b24-1629fcbd589f" providerId="ADAL" clId="{48D7BA24-4829-437E-AF85-110CB9D41C62}" dt="2024-12-05T16:38:17.294" v="3997" actId="14826"/>
          <ac:picMkLst>
            <pc:docMk/>
            <pc:sldMk cId="3238807160" sldId="281"/>
            <ac:picMk id="5" creationId="{7D152C8E-953B-74CB-1BBD-CB5913B38ADF}"/>
          </ac:picMkLst>
        </pc:picChg>
        <pc:picChg chg="add del">
          <ac:chgData name="Boatman, Anna Kathryn" userId="8adb65ec-17a6-42cf-9b24-1629fcbd589f" providerId="ADAL" clId="{48D7BA24-4829-437E-AF85-110CB9D41C62}" dt="2024-12-05T16:35:51.274" v="3963" actId="478"/>
          <ac:picMkLst>
            <pc:docMk/>
            <pc:sldMk cId="3238807160" sldId="281"/>
            <ac:picMk id="7" creationId="{E088ECB2-C758-D5BF-BBF8-8E9D02DE4CBC}"/>
          </ac:picMkLst>
        </pc:picChg>
        <pc:picChg chg="add mod">
          <ac:chgData name="Boatman, Anna Kathryn" userId="8adb65ec-17a6-42cf-9b24-1629fcbd589f" providerId="ADAL" clId="{48D7BA24-4829-437E-AF85-110CB9D41C62}" dt="2024-12-05T16:38:43.679" v="3998" actId="14826"/>
          <ac:picMkLst>
            <pc:docMk/>
            <pc:sldMk cId="3238807160" sldId="281"/>
            <ac:picMk id="9" creationId="{736C22A8-F890-F9A1-3417-DDAFEF59EF51}"/>
          </ac:picMkLst>
        </pc:picChg>
        <pc:picChg chg="add mod">
          <ac:chgData name="Boatman, Anna Kathryn" userId="8adb65ec-17a6-42cf-9b24-1629fcbd589f" providerId="ADAL" clId="{48D7BA24-4829-437E-AF85-110CB9D41C62}" dt="2024-12-05T16:40:32.904" v="4010" actId="1076"/>
          <ac:picMkLst>
            <pc:docMk/>
            <pc:sldMk cId="3238807160" sldId="281"/>
            <ac:picMk id="12" creationId="{B21B1A9F-EBB8-7449-2502-D835EBD63EAE}"/>
          </ac:picMkLst>
        </pc:picChg>
      </pc:sldChg>
      <pc:sldChg chg="addSp modSp new mod ord">
        <pc:chgData name="Boatman, Anna Kathryn" userId="8adb65ec-17a6-42cf-9b24-1629fcbd589f" providerId="ADAL" clId="{48D7BA24-4829-437E-AF85-110CB9D41C62}" dt="2024-12-05T21:51:28.657" v="5297"/>
        <pc:sldMkLst>
          <pc:docMk/>
          <pc:sldMk cId="4271884801" sldId="282"/>
        </pc:sldMkLst>
        <pc:spChg chg="mod">
          <ac:chgData name="Boatman, Anna Kathryn" userId="8adb65ec-17a6-42cf-9b24-1629fcbd589f" providerId="ADAL" clId="{48D7BA24-4829-437E-AF85-110CB9D41C62}" dt="2024-12-05T20:34:35.341" v="4750" actId="20577"/>
          <ac:spMkLst>
            <pc:docMk/>
            <pc:sldMk cId="4271884801" sldId="282"/>
            <ac:spMk id="2" creationId="{22866B7F-8E85-1004-BB36-6BDFEA38C6CD}"/>
          </ac:spMkLst>
        </pc:spChg>
        <pc:picChg chg="add mod">
          <ac:chgData name="Boatman, Anna Kathryn" userId="8adb65ec-17a6-42cf-9b24-1629fcbd589f" providerId="ADAL" clId="{48D7BA24-4829-437E-AF85-110CB9D41C62}" dt="2024-12-05T20:19:02.954" v="4703" actId="1076"/>
          <ac:picMkLst>
            <pc:docMk/>
            <pc:sldMk cId="4271884801" sldId="282"/>
            <ac:picMk id="5" creationId="{8BB48F37-A270-D172-E4DA-B25B387CB9F0}"/>
          </ac:picMkLst>
        </pc:picChg>
        <pc:picChg chg="add mod">
          <ac:chgData name="Boatman, Anna Kathryn" userId="8adb65ec-17a6-42cf-9b24-1629fcbd589f" providerId="ADAL" clId="{48D7BA24-4829-437E-AF85-110CB9D41C62}" dt="2024-12-05T20:19:04.740" v="4704" actId="1076"/>
          <ac:picMkLst>
            <pc:docMk/>
            <pc:sldMk cId="4271884801" sldId="282"/>
            <ac:picMk id="7" creationId="{1D2C0924-8DC0-81C0-8783-E708ACDAAB4C}"/>
          </ac:picMkLst>
        </pc:picChg>
      </pc:sldChg>
      <pc:sldChg chg="modSp new mod">
        <pc:chgData name="Boatman, Anna Kathryn" userId="8adb65ec-17a6-42cf-9b24-1629fcbd589f" providerId="ADAL" clId="{48D7BA24-4829-437E-AF85-110CB9D41C62}" dt="2024-12-06T21:46:36.320" v="12105" actId="20577"/>
        <pc:sldMkLst>
          <pc:docMk/>
          <pc:sldMk cId="2168639385" sldId="283"/>
        </pc:sldMkLst>
        <pc:spChg chg="mod">
          <ac:chgData name="Boatman, Anna Kathryn" userId="8adb65ec-17a6-42cf-9b24-1629fcbd589f" providerId="ADAL" clId="{48D7BA24-4829-437E-AF85-110CB9D41C62}" dt="2024-12-05T20:47:37.988" v="4817" actId="20577"/>
          <ac:spMkLst>
            <pc:docMk/>
            <pc:sldMk cId="2168639385" sldId="283"/>
            <ac:spMk id="2" creationId="{D40984B5-C845-2F44-2A06-CE90BF609498}"/>
          </ac:spMkLst>
        </pc:spChg>
        <pc:spChg chg="mod">
          <ac:chgData name="Boatman, Anna Kathryn" userId="8adb65ec-17a6-42cf-9b24-1629fcbd589f" providerId="ADAL" clId="{48D7BA24-4829-437E-AF85-110CB9D41C62}" dt="2024-12-06T21:46:36.320" v="12105" actId="20577"/>
          <ac:spMkLst>
            <pc:docMk/>
            <pc:sldMk cId="2168639385" sldId="283"/>
            <ac:spMk id="3" creationId="{11B48780-5CC7-FD77-48CF-B17DA9124D57}"/>
          </ac:spMkLst>
        </pc:spChg>
      </pc:sldChg>
      <pc:sldChg chg="addSp modSp new del mod">
        <pc:chgData name="Boatman, Anna Kathryn" userId="8adb65ec-17a6-42cf-9b24-1629fcbd589f" providerId="ADAL" clId="{48D7BA24-4829-437E-AF85-110CB9D41C62}" dt="2024-12-06T21:45:23.736" v="12088" actId="47"/>
        <pc:sldMkLst>
          <pc:docMk/>
          <pc:sldMk cId="618519982" sldId="284"/>
        </pc:sldMkLst>
        <pc:picChg chg="add mod">
          <ac:chgData name="Boatman, Anna Kathryn" userId="8adb65ec-17a6-42cf-9b24-1629fcbd589f" providerId="ADAL" clId="{48D7BA24-4829-437E-AF85-110CB9D41C62}" dt="2024-12-05T20:50:07.318" v="5019" actId="1076"/>
          <ac:picMkLst>
            <pc:docMk/>
            <pc:sldMk cId="618519982" sldId="284"/>
            <ac:picMk id="5" creationId="{4BE3C6BF-B1BF-4170-02B5-ECB2EE13AE3A}"/>
          </ac:picMkLst>
        </pc:picChg>
        <pc:picChg chg="add mod">
          <ac:chgData name="Boatman, Anna Kathryn" userId="8adb65ec-17a6-42cf-9b24-1629fcbd589f" providerId="ADAL" clId="{48D7BA24-4829-437E-AF85-110CB9D41C62}" dt="2024-12-05T20:50:09.728" v="5020" actId="1076"/>
          <ac:picMkLst>
            <pc:docMk/>
            <pc:sldMk cId="618519982" sldId="284"/>
            <ac:picMk id="7" creationId="{29581FB5-43FA-16FE-6643-F29C59A50ECA}"/>
          </ac:picMkLst>
        </pc:picChg>
      </pc:sldChg>
      <pc:sldChg chg="addSp delSp modSp new mod">
        <pc:chgData name="Boatman, Anna Kathryn" userId="8adb65ec-17a6-42cf-9b24-1629fcbd589f" providerId="ADAL" clId="{48D7BA24-4829-437E-AF85-110CB9D41C62}" dt="2024-12-06T22:30:01.492" v="12972" actId="20577"/>
        <pc:sldMkLst>
          <pc:docMk/>
          <pc:sldMk cId="1288257229" sldId="285"/>
        </pc:sldMkLst>
        <pc:spChg chg="mod">
          <ac:chgData name="Boatman, Anna Kathryn" userId="8adb65ec-17a6-42cf-9b24-1629fcbd589f" providerId="ADAL" clId="{48D7BA24-4829-437E-AF85-110CB9D41C62}" dt="2024-12-06T21:49:48.951" v="12111" actId="20577"/>
          <ac:spMkLst>
            <pc:docMk/>
            <pc:sldMk cId="1288257229" sldId="285"/>
            <ac:spMk id="2" creationId="{F6236CB9-B758-3A4B-A6B5-DD086AC1EED0}"/>
          </ac:spMkLst>
        </pc:spChg>
        <pc:spChg chg="del">
          <ac:chgData name="Boatman, Anna Kathryn" userId="8adb65ec-17a6-42cf-9b24-1629fcbd589f" providerId="ADAL" clId="{48D7BA24-4829-437E-AF85-110CB9D41C62}" dt="2024-12-06T21:49:52.455" v="12112" actId="478"/>
          <ac:spMkLst>
            <pc:docMk/>
            <pc:sldMk cId="1288257229" sldId="285"/>
            <ac:spMk id="3" creationId="{E5FAA8F4-DC8A-0C3C-84C7-217D28A8CBD3}"/>
          </ac:spMkLst>
        </pc:spChg>
        <pc:spChg chg="add mod">
          <ac:chgData name="Boatman, Anna Kathryn" userId="8adb65ec-17a6-42cf-9b24-1629fcbd589f" providerId="ADAL" clId="{48D7BA24-4829-437E-AF85-110CB9D41C62}" dt="2024-12-06T21:54:04.609" v="12536" actId="1076"/>
          <ac:spMkLst>
            <pc:docMk/>
            <pc:sldMk cId="1288257229" sldId="285"/>
            <ac:spMk id="4" creationId="{E10DD945-8BCD-4C62-75DE-297286769DFB}"/>
          </ac:spMkLst>
        </pc:spChg>
        <pc:spChg chg="add del">
          <ac:chgData name="Boatman, Anna Kathryn" userId="8adb65ec-17a6-42cf-9b24-1629fcbd589f" providerId="ADAL" clId="{48D7BA24-4829-437E-AF85-110CB9D41C62}" dt="2024-12-06T21:53:30.768" v="12523" actId="22"/>
          <ac:spMkLst>
            <pc:docMk/>
            <pc:sldMk cId="1288257229" sldId="285"/>
            <ac:spMk id="8" creationId="{BACFB301-94D3-7D48-A073-3C4A97388AF9}"/>
          </ac:spMkLst>
        </pc:spChg>
        <pc:spChg chg="add mod">
          <ac:chgData name="Boatman, Anna Kathryn" userId="8adb65ec-17a6-42cf-9b24-1629fcbd589f" providerId="ADAL" clId="{48D7BA24-4829-437E-AF85-110CB9D41C62}" dt="2024-12-06T21:54:35.734" v="12593" actId="20577"/>
          <ac:spMkLst>
            <pc:docMk/>
            <pc:sldMk cId="1288257229" sldId="285"/>
            <ac:spMk id="13" creationId="{F0FC585E-8182-CF0B-EBCD-B53DB9834676}"/>
          </ac:spMkLst>
        </pc:spChg>
        <pc:spChg chg="add mod">
          <ac:chgData name="Boatman, Anna Kathryn" userId="8adb65ec-17a6-42cf-9b24-1629fcbd589f" providerId="ADAL" clId="{48D7BA24-4829-437E-AF85-110CB9D41C62}" dt="2024-12-06T22:30:01.492" v="12972" actId="20577"/>
          <ac:spMkLst>
            <pc:docMk/>
            <pc:sldMk cId="1288257229" sldId="285"/>
            <ac:spMk id="14" creationId="{91B01F69-229F-6534-A54E-58337760964A}"/>
          </ac:spMkLst>
        </pc:spChg>
        <pc:picChg chg="add mod">
          <ac:chgData name="Boatman, Anna Kathryn" userId="8adb65ec-17a6-42cf-9b24-1629fcbd589f" providerId="ADAL" clId="{48D7BA24-4829-437E-AF85-110CB9D41C62}" dt="2024-12-06T21:54:02.274" v="12535" actId="1076"/>
          <ac:picMkLst>
            <pc:docMk/>
            <pc:sldMk cId="1288257229" sldId="285"/>
            <ac:picMk id="5" creationId="{B8EB96AD-162F-46E1-9274-B98D2DDD7D54}"/>
          </ac:picMkLst>
        </pc:picChg>
        <pc:picChg chg="add mod">
          <ac:chgData name="Boatman, Anna Kathryn" userId="8adb65ec-17a6-42cf-9b24-1629fcbd589f" providerId="ADAL" clId="{48D7BA24-4829-437E-AF85-110CB9D41C62}" dt="2024-12-06T21:54:02.274" v="12535" actId="1076"/>
          <ac:picMkLst>
            <pc:docMk/>
            <pc:sldMk cId="1288257229" sldId="285"/>
            <ac:picMk id="7" creationId="{57F392E2-049A-47BE-AC3C-505DEBC50C02}"/>
          </ac:picMkLst>
        </pc:picChg>
        <pc:picChg chg="add mod">
          <ac:chgData name="Boatman, Anna Kathryn" userId="8adb65ec-17a6-42cf-9b24-1629fcbd589f" providerId="ADAL" clId="{48D7BA24-4829-437E-AF85-110CB9D41C62}" dt="2024-12-06T21:54:19.749" v="12538" actId="14100"/>
          <ac:picMkLst>
            <pc:docMk/>
            <pc:sldMk cId="1288257229" sldId="285"/>
            <ac:picMk id="10" creationId="{369B7B62-9E2D-0FEF-4104-3D85E9D5AC34}"/>
          </ac:picMkLst>
        </pc:picChg>
        <pc:picChg chg="add mod">
          <ac:chgData name="Boatman, Anna Kathryn" userId="8adb65ec-17a6-42cf-9b24-1629fcbd589f" providerId="ADAL" clId="{48D7BA24-4829-437E-AF85-110CB9D41C62}" dt="2024-12-06T21:54:09.048" v="12537" actId="1076"/>
          <ac:picMkLst>
            <pc:docMk/>
            <pc:sldMk cId="1288257229" sldId="285"/>
            <ac:picMk id="12" creationId="{C6D74B94-72AF-A960-2369-FB7FBC6D3C11}"/>
          </ac:picMkLst>
        </pc:picChg>
      </pc:sldChg>
      <pc:sldChg chg="addSp delSp modSp new mod">
        <pc:chgData name="Boatman, Anna Kathryn" userId="8adb65ec-17a6-42cf-9b24-1629fcbd589f" providerId="ADAL" clId="{48D7BA24-4829-437E-AF85-110CB9D41C62}" dt="2024-12-06T22:43:22.811" v="13493" actId="20577"/>
        <pc:sldMkLst>
          <pc:docMk/>
          <pc:sldMk cId="212314030" sldId="286"/>
        </pc:sldMkLst>
        <pc:spChg chg="mod">
          <ac:chgData name="Boatman, Anna Kathryn" userId="8adb65ec-17a6-42cf-9b24-1629fcbd589f" providerId="ADAL" clId="{48D7BA24-4829-437E-AF85-110CB9D41C62}" dt="2024-12-06T22:35:34.100" v="13022" actId="20577"/>
          <ac:spMkLst>
            <pc:docMk/>
            <pc:sldMk cId="212314030" sldId="286"/>
            <ac:spMk id="2" creationId="{DAC28A91-4DE2-03DB-47E5-E3A20E3C54AA}"/>
          </ac:spMkLst>
        </pc:spChg>
        <pc:spChg chg="del">
          <ac:chgData name="Boatman, Anna Kathryn" userId="8adb65ec-17a6-42cf-9b24-1629fcbd589f" providerId="ADAL" clId="{48D7BA24-4829-437E-AF85-110CB9D41C62}" dt="2024-12-06T22:35:36.908" v="13023" actId="478"/>
          <ac:spMkLst>
            <pc:docMk/>
            <pc:sldMk cId="212314030" sldId="286"/>
            <ac:spMk id="3" creationId="{89EC4D1B-FF43-4C48-72B0-06A10D594DBF}"/>
          </ac:spMkLst>
        </pc:spChg>
        <pc:spChg chg="add mod">
          <ac:chgData name="Boatman, Anna Kathryn" userId="8adb65ec-17a6-42cf-9b24-1629fcbd589f" providerId="ADAL" clId="{48D7BA24-4829-437E-AF85-110CB9D41C62}" dt="2024-12-06T22:37:02.707" v="13214" actId="20577"/>
          <ac:spMkLst>
            <pc:docMk/>
            <pc:sldMk cId="212314030" sldId="286"/>
            <ac:spMk id="6" creationId="{58B70E58-3439-251C-1262-37D739F9CA6F}"/>
          </ac:spMkLst>
        </pc:spChg>
        <pc:spChg chg="add mod">
          <ac:chgData name="Boatman, Anna Kathryn" userId="8adb65ec-17a6-42cf-9b24-1629fcbd589f" providerId="ADAL" clId="{48D7BA24-4829-437E-AF85-110CB9D41C62}" dt="2024-12-06T22:42:58.813" v="13383" actId="1076"/>
          <ac:spMkLst>
            <pc:docMk/>
            <pc:sldMk cId="212314030" sldId="286"/>
            <ac:spMk id="7" creationId="{FF1F7340-6341-A873-6ABE-3B97A3C864E0}"/>
          </ac:spMkLst>
        </pc:spChg>
        <pc:spChg chg="add mod">
          <ac:chgData name="Boatman, Anna Kathryn" userId="8adb65ec-17a6-42cf-9b24-1629fcbd589f" providerId="ADAL" clId="{48D7BA24-4829-437E-AF85-110CB9D41C62}" dt="2024-12-06T22:42:58.813" v="13383" actId="1076"/>
          <ac:spMkLst>
            <pc:docMk/>
            <pc:sldMk cId="212314030" sldId="286"/>
            <ac:spMk id="8" creationId="{4DBCDE4F-0B69-517B-5FC8-518A799559EE}"/>
          </ac:spMkLst>
        </pc:spChg>
        <pc:spChg chg="add mod">
          <ac:chgData name="Boatman, Anna Kathryn" userId="8adb65ec-17a6-42cf-9b24-1629fcbd589f" providerId="ADAL" clId="{48D7BA24-4829-437E-AF85-110CB9D41C62}" dt="2024-12-06T22:42:58.813" v="13383" actId="1076"/>
          <ac:spMkLst>
            <pc:docMk/>
            <pc:sldMk cId="212314030" sldId="286"/>
            <ac:spMk id="10" creationId="{4ACD9FC7-3A47-188B-9787-B6A20772CDF4}"/>
          </ac:spMkLst>
        </pc:spChg>
        <pc:spChg chg="add mod">
          <ac:chgData name="Boatman, Anna Kathryn" userId="8adb65ec-17a6-42cf-9b24-1629fcbd589f" providerId="ADAL" clId="{48D7BA24-4829-437E-AF85-110CB9D41C62}" dt="2024-12-06T22:42:58.813" v="13383" actId="1076"/>
          <ac:spMkLst>
            <pc:docMk/>
            <pc:sldMk cId="212314030" sldId="286"/>
            <ac:spMk id="12" creationId="{95F9E43A-328F-C37B-49A9-863FFD47B9AB}"/>
          </ac:spMkLst>
        </pc:spChg>
        <pc:spChg chg="add mod">
          <ac:chgData name="Boatman, Anna Kathryn" userId="8adb65ec-17a6-42cf-9b24-1629fcbd589f" providerId="ADAL" clId="{48D7BA24-4829-437E-AF85-110CB9D41C62}" dt="2024-12-06T22:42:58.813" v="13383" actId="1076"/>
          <ac:spMkLst>
            <pc:docMk/>
            <pc:sldMk cId="212314030" sldId="286"/>
            <ac:spMk id="13" creationId="{8D821B21-5CA9-F593-EE90-C7EAE837C446}"/>
          </ac:spMkLst>
        </pc:spChg>
        <pc:spChg chg="add mod">
          <ac:chgData name="Boatman, Anna Kathryn" userId="8adb65ec-17a6-42cf-9b24-1629fcbd589f" providerId="ADAL" clId="{48D7BA24-4829-437E-AF85-110CB9D41C62}" dt="2024-12-06T22:42:58.813" v="13383" actId="1076"/>
          <ac:spMkLst>
            <pc:docMk/>
            <pc:sldMk cId="212314030" sldId="286"/>
            <ac:spMk id="14" creationId="{E50948FE-CB8A-80EB-3BFF-5A39B70307E9}"/>
          </ac:spMkLst>
        </pc:spChg>
        <pc:spChg chg="add mod">
          <ac:chgData name="Boatman, Anna Kathryn" userId="8adb65ec-17a6-42cf-9b24-1629fcbd589f" providerId="ADAL" clId="{48D7BA24-4829-437E-AF85-110CB9D41C62}" dt="2024-12-06T22:42:58.813" v="13383" actId="1076"/>
          <ac:spMkLst>
            <pc:docMk/>
            <pc:sldMk cId="212314030" sldId="286"/>
            <ac:spMk id="15" creationId="{F768F64F-0B75-7FB5-B23D-05E1EC803C1C}"/>
          </ac:spMkLst>
        </pc:spChg>
        <pc:spChg chg="add mod">
          <ac:chgData name="Boatman, Anna Kathryn" userId="8adb65ec-17a6-42cf-9b24-1629fcbd589f" providerId="ADAL" clId="{48D7BA24-4829-437E-AF85-110CB9D41C62}" dt="2024-12-06T22:42:58.813" v="13383" actId="1076"/>
          <ac:spMkLst>
            <pc:docMk/>
            <pc:sldMk cId="212314030" sldId="286"/>
            <ac:spMk id="16" creationId="{FB79349A-26AD-4097-F6A4-708BC653D2B8}"/>
          </ac:spMkLst>
        </pc:spChg>
        <pc:spChg chg="add mod">
          <ac:chgData name="Boatman, Anna Kathryn" userId="8adb65ec-17a6-42cf-9b24-1629fcbd589f" providerId="ADAL" clId="{48D7BA24-4829-437E-AF85-110CB9D41C62}" dt="2024-12-06T22:42:58.813" v="13383" actId="1076"/>
          <ac:spMkLst>
            <pc:docMk/>
            <pc:sldMk cId="212314030" sldId="286"/>
            <ac:spMk id="17" creationId="{E1AE7EB8-9226-265D-9461-054F6206D022}"/>
          </ac:spMkLst>
        </pc:spChg>
        <pc:spChg chg="add mod">
          <ac:chgData name="Boatman, Anna Kathryn" userId="8adb65ec-17a6-42cf-9b24-1629fcbd589f" providerId="ADAL" clId="{48D7BA24-4829-437E-AF85-110CB9D41C62}" dt="2024-12-06T22:42:58.813" v="13383" actId="1076"/>
          <ac:spMkLst>
            <pc:docMk/>
            <pc:sldMk cId="212314030" sldId="286"/>
            <ac:spMk id="18" creationId="{100EDB6F-DBA4-6AD8-69DE-575AB9B60039}"/>
          </ac:spMkLst>
        </pc:spChg>
        <pc:spChg chg="add mod">
          <ac:chgData name="Boatman, Anna Kathryn" userId="8adb65ec-17a6-42cf-9b24-1629fcbd589f" providerId="ADAL" clId="{48D7BA24-4829-437E-AF85-110CB9D41C62}" dt="2024-12-06T22:42:58.813" v="13383" actId="1076"/>
          <ac:spMkLst>
            <pc:docMk/>
            <pc:sldMk cId="212314030" sldId="286"/>
            <ac:spMk id="19" creationId="{8623A212-FB1E-01E7-8956-56B56E783702}"/>
          </ac:spMkLst>
        </pc:spChg>
        <pc:spChg chg="add mod">
          <ac:chgData name="Boatman, Anna Kathryn" userId="8adb65ec-17a6-42cf-9b24-1629fcbd589f" providerId="ADAL" clId="{48D7BA24-4829-437E-AF85-110CB9D41C62}" dt="2024-12-06T22:42:58.813" v="13383" actId="1076"/>
          <ac:spMkLst>
            <pc:docMk/>
            <pc:sldMk cId="212314030" sldId="286"/>
            <ac:spMk id="20" creationId="{5C557227-F570-D3E7-CD70-461EABBAA949}"/>
          </ac:spMkLst>
        </pc:spChg>
        <pc:spChg chg="add mod">
          <ac:chgData name="Boatman, Anna Kathryn" userId="8adb65ec-17a6-42cf-9b24-1629fcbd589f" providerId="ADAL" clId="{48D7BA24-4829-437E-AF85-110CB9D41C62}" dt="2024-12-06T22:42:58.813" v="13383" actId="1076"/>
          <ac:spMkLst>
            <pc:docMk/>
            <pc:sldMk cId="212314030" sldId="286"/>
            <ac:spMk id="21" creationId="{4C869979-8AAC-9AA9-1BAC-81522188D56B}"/>
          </ac:spMkLst>
        </pc:spChg>
        <pc:spChg chg="add mod">
          <ac:chgData name="Boatman, Anna Kathryn" userId="8adb65ec-17a6-42cf-9b24-1629fcbd589f" providerId="ADAL" clId="{48D7BA24-4829-437E-AF85-110CB9D41C62}" dt="2024-12-06T22:42:58.813" v="13383" actId="1076"/>
          <ac:spMkLst>
            <pc:docMk/>
            <pc:sldMk cId="212314030" sldId="286"/>
            <ac:spMk id="22" creationId="{B5A31F87-F7BA-A996-6375-4481D1AED4C9}"/>
          </ac:spMkLst>
        </pc:spChg>
        <pc:spChg chg="add mod">
          <ac:chgData name="Boatman, Anna Kathryn" userId="8adb65ec-17a6-42cf-9b24-1629fcbd589f" providerId="ADAL" clId="{48D7BA24-4829-437E-AF85-110CB9D41C62}" dt="2024-12-06T22:43:22.811" v="13493" actId="20577"/>
          <ac:spMkLst>
            <pc:docMk/>
            <pc:sldMk cId="212314030" sldId="286"/>
            <ac:spMk id="23" creationId="{D54B152D-7B46-ACA9-A0EE-6092D8108CA8}"/>
          </ac:spMkLst>
        </pc:spChg>
        <pc:picChg chg="add mod">
          <ac:chgData name="Boatman, Anna Kathryn" userId="8adb65ec-17a6-42cf-9b24-1629fcbd589f" providerId="ADAL" clId="{48D7BA24-4829-437E-AF85-110CB9D41C62}" dt="2024-12-06T22:42:58.813" v="13383" actId="1076"/>
          <ac:picMkLst>
            <pc:docMk/>
            <pc:sldMk cId="212314030" sldId="286"/>
            <ac:picMk id="5" creationId="{AF9DA818-C23D-D33A-8260-2AC2521E7ABA}"/>
          </ac:picMkLst>
        </pc:picChg>
        <pc:picChg chg="add del mod">
          <ac:chgData name="Boatman, Anna Kathryn" userId="8adb65ec-17a6-42cf-9b24-1629fcbd589f" providerId="ADAL" clId="{48D7BA24-4829-437E-AF85-110CB9D41C62}" dt="2024-12-05T21:05:45.572" v="5033" actId="478"/>
          <ac:picMkLst>
            <pc:docMk/>
            <pc:sldMk cId="212314030" sldId="286"/>
            <ac:picMk id="5" creationId="{BBC4B926-2532-2C0E-3EAA-023B881ABA4B}"/>
          </ac:picMkLst>
        </pc:picChg>
        <pc:picChg chg="add del mod">
          <ac:chgData name="Boatman, Anna Kathryn" userId="8adb65ec-17a6-42cf-9b24-1629fcbd589f" providerId="ADAL" clId="{48D7BA24-4829-437E-AF85-110CB9D41C62}" dt="2024-12-05T21:05:45.572" v="5033" actId="478"/>
          <ac:picMkLst>
            <pc:docMk/>
            <pc:sldMk cId="212314030" sldId="286"/>
            <ac:picMk id="7" creationId="{E32943E8-EABF-713A-24BD-EE1B163D5129}"/>
          </ac:picMkLst>
        </pc:picChg>
        <pc:picChg chg="add mod">
          <ac:chgData name="Boatman, Anna Kathryn" userId="8adb65ec-17a6-42cf-9b24-1629fcbd589f" providerId="ADAL" clId="{48D7BA24-4829-437E-AF85-110CB9D41C62}" dt="2024-12-06T22:35:49.568" v="13028" actId="1076"/>
          <ac:picMkLst>
            <pc:docMk/>
            <pc:sldMk cId="212314030" sldId="286"/>
            <ac:picMk id="9" creationId="{F7C31325-E927-BD0D-EACC-87423B152757}"/>
          </ac:picMkLst>
        </pc:picChg>
        <pc:picChg chg="add mod">
          <ac:chgData name="Boatman, Anna Kathryn" userId="8adb65ec-17a6-42cf-9b24-1629fcbd589f" providerId="ADAL" clId="{48D7BA24-4829-437E-AF85-110CB9D41C62}" dt="2024-12-06T22:35:52.884" v="13029" actId="14100"/>
          <ac:picMkLst>
            <pc:docMk/>
            <pc:sldMk cId="212314030" sldId="286"/>
            <ac:picMk id="11" creationId="{5B3965A4-ED26-ABD1-EA80-DDE43109788C}"/>
          </ac:picMkLst>
        </pc:picChg>
      </pc:sldChg>
      <pc:sldChg chg="addSp delSp modSp new mod ord">
        <pc:chgData name="Boatman, Anna Kathryn" userId="8adb65ec-17a6-42cf-9b24-1629fcbd589f" providerId="ADAL" clId="{48D7BA24-4829-437E-AF85-110CB9D41C62}" dt="2024-12-09T14:05:36.641" v="17848" actId="20577"/>
        <pc:sldMkLst>
          <pc:docMk/>
          <pc:sldMk cId="1353493341" sldId="287"/>
        </pc:sldMkLst>
        <pc:spChg chg="mod">
          <ac:chgData name="Boatman, Anna Kathryn" userId="8adb65ec-17a6-42cf-9b24-1629fcbd589f" providerId="ADAL" clId="{48D7BA24-4829-437E-AF85-110CB9D41C62}" dt="2024-12-09T14:05:36.641" v="17848" actId="20577"/>
          <ac:spMkLst>
            <pc:docMk/>
            <pc:sldMk cId="1353493341" sldId="287"/>
            <ac:spMk id="2" creationId="{9A4CBED3-F36C-FD2A-8DED-C3FAA9D45B66}"/>
          </ac:spMkLst>
        </pc:spChg>
        <pc:spChg chg="del">
          <ac:chgData name="Boatman, Anna Kathryn" userId="8adb65ec-17a6-42cf-9b24-1629fcbd589f" providerId="ADAL" clId="{48D7BA24-4829-437E-AF85-110CB9D41C62}" dt="2024-12-06T19:21:30.361" v="10887" actId="478"/>
          <ac:spMkLst>
            <pc:docMk/>
            <pc:sldMk cId="1353493341" sldId="287"/>
            <ac:spMk id="3" creationId="{E69CF310-FC1B-935F-F1A0-D3B98E12A929}"/>
          </ac:spMkLst>
        </pc:spChg>
        <pc:spChg chg="add mod">
          <ac:chgData name="Boatman, Anna Kathryn" userId="8adb65ec-17a6-42cf-9b24-1629fcbd589f" providerId="ADAL" clId="{48D7BA24-4829-437E-AF85-110CB9D41C62}" dt="2024-12-06T21:06:25.982" v="11413" actId="1076"/>
          <ac:spMkLst>
            <pc:docMk/>
            <pc:sldMk cId="1353493341" sldId="287"/>
            <ac:spMk id="12" creationId="{AED470D2-6CE8-87F1-F890-57E7211BD898}"/>
          </ac:spMkLst>
        </pc:spChg>
        <pc:spChg chg="add del mod">
          <ac:chgData name="Boatman, Anna Kathryn" userId="8adb65ec-17a6-42cf-9b24-1629fcbd589f" providerId="ADAL" clId="{48D7BA24-4829-437E-AF85-110CB9D41C62}" dt="2024-12-06T20:50:51.803" v="11104" actId="478"/>
          <ac:spMkLst>
            <pc:docMk/>
            <pc:sldMk cId="1353493341" sldId="287"/>
            <ac:spMk id="13" creationId="{AF686996-8BA0-C331-15F3-09BCC5C510E4}"/>
          </ac:spMkLst>
        </pc:spChg>
        <pc:spChg chg="add del mod">
          <ac:chgData name="Boatman, Anna Kathryn" userId="8adb65ec-17a6-42cf-9b24-1629fcbd589f" providerId="ADAL" clId="{48D7BA24-4829-437E-AF85-110CB9D41C62}" dt="2024-12-06T20:50:53.691" v="11105" actId="478"/>
          <ac:spMkLst>
            <pc:docMk/>
            <pc:sldMk cId="1353493341" sldId="287"/>
            <ac:spMk id="14" creationId="{0572CC29-FAA0-A41D-134C-7AEC05E7765D}"/>
          </ac:spMkLst>
        </pc:spChg>
        <pc:spChg chg="add mod">
          <ac:chgData name="Boatman, Anna Kathryn" userId="8adb65ec-17a6-42cf-9b24-1629fcbd589f" providerId="ADAL" clId="{48D7BA24-4829-437E-AF85-110CB9D41C62}" dt="2024-12-06T21:06:25.982" v="11413" actId="1076"/>
          <ac:spMkLst>
            <pc:docMk/>
            <pc:sldMk cId="1353493341" sldId="287"/>
            <ac:spMk id="15" creationId="{220D178C-BD34-9166-BE4B-4D68CE83A535}"/>
          </ac:spMkLst>
        </pc:spChg>
        <pc:spChg chg="add mod">
          <ac:chgData name="Boatman, Anna Kathryn" userId="8adb65ec-17a6-42cf-9b24-1629fcbd589f" providerId="ADAL" clId="{48D7BA24-4829-437E-AF85-110CB9D41C62}" dt="2024-12-06T21:06:25.982" v="11413" actId="1076"/>
          <ac:spMkLst>
            <pc:docMk/>
            <pc:sldMk cId="1353493341" sldId="287"/>
            <ac:spMk id="16" creationId="{1DC6E813-778E-D9A9-FA36-8494D32DF3F1}"/>
          </ac:spMkLst>
        </pc:spChg>
        <pc:spChg chg="add mod">
          <ac:chgData name="Boatman, Anna Kathryn" userId="8adb65ec-17a6-42cf-9b24-1629fcbd589f" providerId="ADAL" clId="{48D7BA24-4829-437E-AF85-110CB9D41C62}" dt="2024-12-06T21:06:25.982" v="11413" actId="1076"/>
          <ac:spMkLst>
            <pc:docMk/>
            <pc:sldMk cId="1353493341" sldId="287"/>
            <ac:spMk id="17" creationId="{66FF23E2-7DD2-0EDE-3926-16D9B6E6143D}"/>
          </ac:spMkLst>
        </pc:spChg>
        <pc:spChg chg="add del mod">
          <ac:chgData name="Boatman, Anna Kathryn" userId="8adb65ec-17a6-42cf-9b24-1629fcbd589f" providerId="ADAL" clId="{48D7BA24-4829-437E-AF85-110CB9D41C62}" dt="2024-12-06T20:56:23.363" v="11273" actId="478"/>
          <ac:spMkLst>
            <pc:docMk/>
            <pc:sldMk cId="1353493341" sldId="287"/>
            <ac:spMk id="18" creationId="{C020E03E-E81E-E63E-DAFC-11224D98E7A9}"/>
          </ac:spMkLst>
        </pc:spChg>
        <pc:spChg chg="add del mod">
          <ac:chgData name="Boatman, Anna Kathryn" userId="8adb65ec-17a6-42cf-9b24-1629fcbd589f" providerId="ADAL" clId="{48D7BA24-4829-437E-AF85-110CB9D41C62}" dt="2024-12-06T21:06:15.090" v="11410" actId="478"/>
          <ac:spMkLst>
            <pc:docMk/>
            <pc:sldMk cId="1353493341" sldId="287"/>
            <ac:spMk id="19" creationId="{69A25EF2-8AA3-EC2E-C53F-CE2248BE0EFD}"/>
          </ac:spMkLst>
        </pc:spChg>
        <pc:spChg chg="add del mod">
          <ac:chgData name="Boatman, Anna Kathryn" userId="8adb65ec-17a6-42cf-9b24-1629fcbd589f" providerId="ADAL" clId="{48D7BA24-4829-437E-AF85-110CB9D41C62}" dt="2024-12-06T21:06:15.090" v="11410" actId="478"/>
          <ac:spMkLst>
            <pc:docMk/>
            <pc:sldMk cId="1353493341" sldId="287"/>
            <ac:spMk id="20" creationId="{9F841599-F364-4793-70F3-55DB85DC18A4}"/>
          </ac:spMkLst>
        </pc:spChg>
        <pc:spChg chg="add del mod">
          <ac:chgData name="Boatman, Anna Kathryn" userId="8adb65ec-17a6-42cf-9b24-1629fcbd589f" providerId="ADAL" clId="{48D7BA24-4829-437E-AF85-110CB9D41C62}" dt="2024-12-06T20:56:49.467" v="11283" actId="478"/>
          <ac:spMkLst>
            <pc:docMk/>
            <pc:sldMk cId="1353493341" sldId="287"/>
            <ac:spMk id="21" creationId="{04F40E42-603D-5878-CD07-8A3BB10B214A}"/>
          </ac:spMkLst>
        </pc:spChg>
        <pc:spChg chg="add mod">
          <ac:chgData name="Boatman, Anna Kathryn" userId="8adb65ec-17a6-42cf-9b24-1629fcbd589f" providerId="ADAL" clId="{48D7BA24-4829-437E-AF85-110CB9D41C62}" dt="2024-12-06T21:08:40.419" v="11590" actId="115"/>
          <ac:spMkLst>
            <pc:docMk/>
            <pc:sldMk cId="1353493341" sldId="287"/>
            <ac:spMk id="33" creationId="{86A081E6-D5AB-EEFD-9144-88D2B05D96B7}"/>
          </ac:spMkLst>
        </pc:spChg>
        <pc:spChg chg="add del mod">
          <ac:chgData name="Boatman, Anna Kathryn" userId="8adb65ec-17a6-42cf-9b24-1629fcbd589f" providerId="ADAL" clId="{48D7BA24-4829-437E-AF85-110CB9D41C62}" dt="2024-12-06T21:08:44.171" v="11592" actId="115"/>
          <ac:spMkLst>
            <pc:docMk/>
            <pc:sldMk cId="1353493341" sldId="287"/>
            <ac:spMk id="36" creationId="{3D97E053-D18B-6DEE-86F5-6A987188608C}"/>
          </ac:spMkLst>
        </pc:spChg>
        <pc:spChg chg="add mod">
          <ac:chgData name="Boatman, Anna Kathryn" userId="8adb65ec-17a6-42cf-9b24-1629fcbd589f" providerId="ADAL" clId="{48D7BA24-4829-437E-AF85-110CB9D41C62}" dt="2024-12-06T21:08:48.571" v="11594" actId="115"/>
          <ac:spMkLst>
            <pc:docMk/>
            <pc:sldMk cId="1353493341" sldId="287"/>
            <ac:spMk id="37" creationId="{C2F23D30-7228-57AA-2FE2-69DEC4EF6BF7}"/>
          </ac:spMkLst>
        </pc:spChg>
        <pc:graphicFrameChg chg="add del mod">
          <ac:chgData name="Boatman, Anna Kathryn" userId="8adb65ec-17a6-42cf-9b24-1629fcbd589f" providerId="ADAL" clId="{48D7BA24-4829-437E-AF85-110CB9D41C62}" dt="2024-12-06T20:45:09.734" v="10891" actId="478"/>
          <ac:graphicFrameMkLst>
            <pc:docMk/>
            <pc:sldMk cId="1353493341" sldId="287"/>
            <ac:graphicFrameMk id="8" creationId="{161635C4-70FA-AA86-3EAE-924760C60B47}"/>
          </ac:graphicFrameMkLst>
        </pc:graphicFrameChg>
        <pc:graphicFrameChg chg="add del mod">
          <ac:chgData name="Boatman, Anna Kathryn" userId="8adb65ec-17a6-42cf-9b24-1629fcbd589f" providerId="ADAL" clId="{48D7BA24-4829-437E-AF85-110CB9D41C62}" dt="2024-12-06T20:45:08.317" v="10890" actId="478"/>
          <ac:graphicFrameMkLst>
            <pc:docMk/>
            <pc:sldMk cId="1353493341" sldId="287"/>
            <ac:graphicFrameMk id="9" creationId="{2BDF3380-4CE3-41B6-9A62-3F9D84A4FB7B}"/>
          </ac:graphicFrameMkLst>
        </pc:graphicFrameChg>
        <pc:graphicFrameChg chg="add mod">
          <ac:chgData name="Boatman, Anna Kathryn" userId="8adb65ec-17a6-42cf-9b24-1629fcbd589f" providerId="ADAL" clId="{48D7BA24-4829-437E-AF85-110CB9D41C62}" dt="2024-12-06T21:04:01.338" v="11343" actId="14100"/>
          <ac:graphicFrameMkLst>
            <pc:docMk/>
            <pc:sldMk cId="1353493341" sldId="287"/>
            <ac:graphicFrameMk id="10" creationId="{161635C4-70FA-AA86-3EAE-924760C60B47}"/>
          </ac:graphicFrameMkLst>
        </pc:graphicFrameChg>
        <pc:graphicFrameChg chg="add mod">
          <ac:chgData name="Boatman, Anna Kathryn" userId="8adb65ec-17a6-42cf-9b24-1629fcbd589f" providerId="ADAL" clId="{48D7BA24-4829-437E-AF85-110CB9D41C62}" dt="2024-12-06T21:06:10.422" v="11409" actId="1076"/>
          <ac:graphicFrameMkLst>
            <pc:docMk/>
            <pc:sldMk cId="1353493341" sldId="287"/>
            <ac:graphicFrameMk id="11" creationId="{2BDF3380-4CE3-41B6-9A62-3F9D84A4FB7B}"/>
          </ac:graphicFrameMkLst>
        </pc:graphicFrameChg>
        <pc:graphicFrameChg chg="add mod">
          <ac:chgData name="Boatman, Anna Kathryn" userId="8adb65ec-17a6-42cf-9b24-1629fcbd589f" providerId="ADAL" clId="{48D7BA24-4829-437E-AF85-110CB9D41C62}" dt="2024-12-06T21:06:47.158" v="11435" actId="1076"/>
          <ac:graphicFrameMkLst>
            <pc:docMk/>
            <pc:sldMk cId="1353493341" sldId="287"/>
            <ac:graphicFrameMk id="31" creationId="{3637167A-8301-536E-3CCD-9EC9845F4060}"/>
          </ac:graphicFrameMkLst>
        </pc:graphicFrameChg>
        <pc:graphicFrameChg chg="add mod">
          <ac:chgData name="Boatman, Anna Kathryn" userId="8adb65ec-17a6-42cf-9b24-1629fcbd589f" providerId="ADAL" clId="{48D7BA24-4829-437E-AF85-110CB9D41C62}" dt="2024-12-06T21:06:57.209" v="11438" actId="1076"/>
          <ac:graphicFrameMkLst>
            <pc:docMk/>
            <pc:sldMk cId="1353493341" sldId="287"/>
            <ac:graphicFrameMk id="34" creationId="{B54E6C18-E47C-2CAD-37B7-B504A39C858A}"/>
          </ac:graphicFrameMkLst>
        </pc:graphicFrameChg>
        <pc:picChg chg="add del mod">
          <ac:chgData name="Boatman, Anna Kathryn" userId="8adb65ec-17a6-42cf-9b24-1629fcbd589f" providerId="ADAL" clId="{48D7BA24-4829-437E-AF85-110CB9D41C62}" dt="2024-12-06T19:21:16.664" v="10881" actId="478"/>
          <ac:picMkLst>
            <pc:docMk/>
            <pc:sldMk cId="1353493341" sldId="287"/>
            <ac:picMk id="4" creationId="{4225927C-6AB0-3EF0-7B36-E3CD56AE50D9}"/>
          </ac:picMkLst>
        </pc:picChg>
        <pc:picChg chg="add del mod">
          <ac:chgData name="Boatman, Anna Kathryn" userId="8adb65ec-17a6-42cf-9b24-1629fcbd589f" providerId="ADAL" clId="{48D7BA24-4829-437E-AF85-110CB9D41C62}" dt="2024-12-06T19:21:16.281" v="10880" actId="478"/>
          <ac:picMkLst>
            <pc:docMk/>
            <pc:sldMk cId="1353493341" sldId="287"/>
            <ac:picMk id="5" creationId="{1DB22260-7FD7-4A9C-A117-395B39122864}"/>
          </ac:picMkLst>
        </pc:picChg>
        <pc:picChg chg="add del mod">
          <ac:chgData name="Boatman, Anna Kathryn" userId="8adb65ec-17a6-42cf-9b24-1629fcbd589f" providerId="ADAL" clId="{48D7BA24-4829-437E-AF85-110CB9D41C62}" dt="2024-12-06T19:21:17.064" v="10882" actId="478"/>
          <ac:picMkLst>
            <pc:docMk/>
            <pc:sldMk cId="1353493341" sldId="287"/>
            <ac:picMk id="6" creationId="{C0298AA7-1AE5-C3D7-B25A-6F239ECC75EB}"/>
          </ac:picMkLst>
        </pc:picChg>
        <pc:picChg chg="add del mod">
          <ac:chgData name="Boatman, Anna Kathryn" userId="8adb65ec-17a6-42cf-9b24-1629fcbd589f" providerId="ADAL" clId="{48D7BA24-4829-437E-AF85-110CB9D41C62}" dt="2024-12-06T19:21:17.448" v="10883" actId="478"/>
          <ac:picMkLst>
            <pc:docMk/>
            <pc:sldMk cId="1353493341" sldId="287"/>
            <ac:picMk id="7" creationId="{0658B629-9F64-F5A0-1718-5DBB16833A25}"/>
          </ac:picMkLst>
        </pc:picChg>
        <pc:picChg chg="add del mod">
          <ac:chgData name="Boatman, Anna Kathryn" userId="8adb65ec-17a6-42cf-9b24-1629fcbd589f" providerId="ADAL" clId="{48D7BA24-4829-437E-AF85-110CB9D41C62}" dt="2024-12-06T20:49:33.803" v="10949" actId="478"/>
          <ac:picMkLst>
            <pc:docMk/>
            <pc:sldMk cId="1353493341" sldId="287"/>
            <ac:picMk id="1026" creationId="{7FFEB85B-3D0A-567E-BB88-B14337E49544}"/>
          </ac:picMkLst>
        </pc:picChg>
        <pc:cxnChg chg="add del mod">
          <ac:chgData name="Boatman, Anna Kathryn" userId="8adb65ec-17a6-42cf-9b24-1629fcbd589f" providerId="ADAL" clId="{48D7BA24-4829-437E-AF85-110CB9D41C62}" dt="2024-12-06T21:06:15.090" v="11410" actId="478"/>
          <ac:cxnSpMkLst>
            <pc:docMk/>
            <pc:sldMk cId="1353493341" sldId="287"/>
            <ac:cxnSpMk id="23" creationId="{F7560618-1DB2-EAD4-BD25-B2E176AA1121}"/>
          </ac:cxnSpMkLst>
        </pc:cxnChg>
        <pc:cxnChg chg="add del mod">
          <ac:chgData name="Boatman, Anna Kathryn" userId="8adb65ec-17a6-42cf-9b24-1629fcbd589f" providerId="ADAL" clId="{48D7BA24-4829-437E-AF85-110CB9D41C62}" dt="2024-12-06T21:06:15.090" v="11410" actId="478"/>
          <ac:cxnSpMkLst>
            <pc:docMk/>
            <pc:sldMk cId="1353493341" sldId="287"/>
            <ac:cxnSpMk id="25" creationId="{11F80C68-5FA6-EA97-5D51-57105E3A7C0E}"/>
          </ac:cxnSpMkLst>
        </pc:cxnChg>
      </pc:sldChg>
      <pc:sldChg chg="addSp delSp modSp new mod ord modClrScheme chgLayout">
        <pc:chgData name="Boatman, Anna Kathryn" userId="8adb65ec-17a6-42cf-9b24-1629fcbd589f" providerId="ADAL" clId="{48D7BA24-4829-437E-AF85-110CB9D41C62}" dt="2024-12-09T21:29:51.719" v="21320" actId="20577"/>
        <pc:sldMkLst>
          <pc:docMk/>
          <pc:sldMk cId="2697156339" sldId="288"/>
        </pc:sldMkLst>
        <pc:spChg chg="mod ord">
          <ac:chgData name="Boatman, Anna Kathryn" userId="8adb65ec-17a6-42cf-9b24-1629fcbd589f" providerId="ADAL" clId="{48D7BA24-4829-437E-AF85-110CB9D41C62}" dt="2024-12-09T21:21:15.671" v="21206" actId="700"/>
          <ac:spMkLst>
            <pc:docMk/>
            <pc:sldMk cId="2697156339" sldId="288"/>
            <ac:spMk id="2" creationId="{A45654EE-CFB1-7384-AD10-1E33541BA4A3}"/>
          </ac:spMkLst>
        </pc:spChg>
        <pc:spChg chg="del">
          <ac:chgData name="Boatman, Anna Kathryn" userId="8adb65ec-17a6-42cf-9b24-1629fcbd589f" providerId="ADAL" clId="{48D7BA24-4829-437E-AF85-110CB9D41C62}" dt="2024-12-09T21:21:15.671" v="21206" actId="700"/>
          <ac:spMkLst>
            <pc:docMk/>
            <pc:sldMk cId="2697156339" sldId="288"/>
            <ac:spMk id="3" creationId="{CB79D258-C1DE-CBAE-C9B7-298AEB11512C}"/>
          </ac:spMkLst>
        </pc:spChg>
        <pc:spChg chg="add mod">
          <ac:chgData name="Boatman, Anna Kathryn" userId="8adb65ec-17a6-42cf-9b24-1629fcbd589f" providerId="ADAL" clId="{48D7BA24-4829-437E-AF85-110CB9D41C62}" dt="2024-12-09T21:23:17.695" v="21248" actId="1076"/>
          <ac:spMkLst>
            <pc:docMk/>
            <pc:sldMk cId="2697156339" sldId="288"/>
            <ac:spMk id="4" creationId="{647DC63E-D99D-DE02-E0CD-07EAB0892605}"/>
          </ac:spMkLst>
        </pc:spChg>
        <pc:spChg chg="add mod">
          <ac:chgData name="Boatman, Anna Kathryn" userId="8adb65ec-17a6-42cf-9b24-1629fcbd589f" providerId="ADAL" clId="{48D7BA24-4829-437E-AF85-110CB9D41C62}" dt="2024-12-09T21:21:46.435" v="21241"/>
          <ac:spMkLst>
            <pc:docMk/>
            <pc:sldMk cId="2697156339" sldId="288"/>
            <ac:spMk id="6" creationId="{04FE6149-6AC1-5D98-FC52-C5E0C5B4533D}"/>
          </ac:spMkLst>
        </pc:spChg>
        <pc:spChg chg="add mod">
          <ac:chgData name="Boatman, Anna Kathryn" userId="8adb65ec-17a6-42cf-9b24-1629fcbd589f" providerId="ADAL" clId="{48D7BA24-4829-437E-AF85-110CB9D41C62}" dt="2024-12-09T21:29:51.719" v="21320" actId="20577"/>
          <ac:spMkLst>
            <pc:docMk/>
            <pc:sldMk cId="2697156339" sldId="288"/>
            <ac:spMk id="8" creationId="{8793E7C2-56FA-568A-AE1C-47797B66AEC9}"/>
          </ac:spMkLst>
        </pc:spChg>
        <pc:picChg chg="add mod">
          <ac:chgData name="Boatman, Anna Kathryn" userId="8adb65ec-17a6-42cf-9b24-1629fcbd589f" providerId="ADAL" clId="{48D7BA24-4829-437E-AF85-110CB9D41C62}" dt="2024-12-09T21:21:19.563" v="21208" actId="1076"/>
          <ac:picMkLst>
            <pc:docMk/>
            <pc:sldMk cId="2697156339" sldId="288"/>
            <ac:picMk id="5" creationId="{CD433C85-C849-3254-8B5F-F73EF386EC06}"/>
          </ac:picMkLst>
        </pc:picChg>
        <pc:picChg chg="add mod">
          <ac:chgData name="Boatman, Anna Kathryn" userId="8adb65ec-17a6-42cf-9b24-1629fcbd589f" providerId="ADAL" clId="{48D7BA24-4829-437E-AF85-110CB9D41C62}" dt="2024-12-09T21:21:22.315" v="21209" actId="1076"/>
          <ac:picMkLst>
            <pc:docMk/>
            <pc:sldMk cId="2697156339" sldId="288"/>
            <ac:picMk id="7" creationId="{ABD6A535-3712-370F-56ED-15A7698B3202}"/>
          </ac:picMkLst>
        </pc:picChg>
        <pc:picChg chg="add mod">
          <ac:chgData name="Boatman, Anna Kathryn" userId="8adb65ec-17a6-42cf-9b24-1629fcbd589f" providerId="ADAL" clId="{48D7BA24-4829-437E-AF85-110CB9D41C62}" dt="2024-12-09T21:23:19.434" v="21249" actId="1076"/>
          <ac:picMkLst>
            <pc:docMk/>
            <pc:sldMk cId="2697156339" sldId="288"/>
            <ac:picMk id="1026" creationId="{39514770-9186-7118-A621-421D674DA999}"/>
          </ac:picMkLst>
        </pc:picChg>
      </pc:sldChg>
      <pc:sldChg chg="addSp delSp modSp new mod ord">
        <pc:chgData name="Boatman, Anna Kathryn" userId="8adb65ec-17a6-42cf-9b24-1629fcbd589f" providerId="ADAL" clId="{48D7BA24-4829-437E-AF85-110CB9D41C62}" dt="2024-12-09T20:15:20.237" v="19510" actId="20577"/>
        <pc:sldMkLst>
          <pc:docMk/>
          <pc:sldMk cId="2596301289" sldId="289"/>
        </pc:sldMkLst>
        <pc:spChg chg="mod">
          <ac:chgData name="Boatman, Anna Kathryn" userId="8adb65ec-17a6-42cf-9b24-1629fcbd589f" providerId="ADAL" clId="{48D7BA24-4829-437E-AF85-110CB9D41C62}" dt="2024-12-07T16:01:47.664" v="15812" actId="20577"/>
          <ac:spMkLst>
            <pc:docMk/>
            <pc:sldMk cId="2596301289" sldId="289"/>
            <ac:spMk id="2" creationId="{1825DFDC-33BE-76F5-C631-B549792ABD8D}"/>
          </ac:spMkLst>
        </pc:spChg>
        <pc:spChg chg="del">
          <ac:chgData name="Boatman, Anna Kathryn" userId="8adb65ec-17a6-42cf-9b24-1629fcbd589f" providerId="ADAL" clId="{48D7BA24-4829-437E-AF85-110CB9D41C62}" dt="2024-12-07T16:01:57.888" v="15816" actId="478"/>
          <ac:spMkLst>
            <pc:docMk/>
            <pc:sldMk cId="2596301289" sldId="289"/>
            <ac:spMk id="3" creationId="{81D76872-CC39-E60A-563E-914210D48FAB}"/>
          </ac:spMkLst>
        </pc:spChg>
        <pc:spChg chg="add mod">
          <ac:chgData name="Boatman, Anna Kathryn" userId="8adb65ec-17a6-42cf-9b24-1629fcbd589f" providerId="ADAL" clId="{48D7BA24-4829-437E-AF85-110CB9D41C62}" dt="2024-12-07T17:07:57.334" v="16082" actId="12"/>
          <ac:spMkLst>
            <pc:docMk/>
            <pc:sldMk cId="2596301289" sldId="289"/>
            <ac:spMk id="4" creationId="{9F021E5A-5C22-F6FB-01C6-A56062061E81}"/>
          </ac:spMkLst>
        </pc:spChg>
        <pc:spChg chg="add del mod">
          <ac:chgData name="Boatman, Anna Kathryn" userId="8adb65ec-17a6-42cf-9b24-1629fcbd589f" providerId="ADAL" clId="{48D7BA24-4829-437E-AF85-110CB9D41C62}" dt="2024-12-09T13:59:15.448" v="17842" actId="478"/>
          <ac:spMkLst>
            <pc:docMk/>
            <pc:sldMk cId="2596301289" sldId="289"/>
            <ac:spMk id="13" creationId="{97A38DA8-3EDD-DBCA-90AF-5BEA8EBF1A09}"/>
          </ac:spMkLst>
        </pc:spChg>
        <pc:spChg chg="add mod">
          <ac:chgData name="Boatman, Anna Kathryn" userId="8adb65ec-17a6-42cf-9b24-1629fcbd589f" providerId="ADAL" clId="{48D7BA24-4829-437E-AF85-110CB9D41C62}" dt="2024-12-09T20:15:20.237" v="19510" actId="20577"/>
          <ac:spMkLst>
            <pc:docMk/>
            <pc:sldMk cId="2596301289" sldId="289"/>
            <ac:spMk id="14" creationId="{76F0FE70-4217-0332-86FA-746FC40A98D1}"/>
          </ac:spMkLst>
        </pc:spChg>
        <pc:spChg chg="add del mod">
          <ac:chgData name="Boatman, Anna Kathryn" userId="8adb65ec-17a6-42cf-9b24-1629fcbd589f" providerId="ADAL" clId="{48D7BA24-4829-437E-AF85-110CB9D41C62}" dt="2024-12-09T13:59:25.379" v="17844" actId="478"/>
          <ac:spMkLst>
            <pc:docMk/>
            <pc:sldMk cId="2596301289" sldId="289"/>
            <ac:spMk id="15" creationId="{D0A20BD3-5042-0848-76EF-EAB6772E95AD}"/>
          </ac:spMkLst>
        </pc:spChg>
        <pc:spChg chg="add del mod">
          <ac:chgData name="Boatman, Anna Kathryn" userId="8adb65ec-17a6-42cf-9b24-1629fcbd589f" providerId="ADAL" clId="{48D7BA24-4829-437E-AF85-110CB9D41C62}" dt="2024-12-09T13:59:43.885" v="17845" actId="21"/>
          <ac:spMkLst>
            <pc:docMk/>
            <pc:sldMk cId="2596301289" sldId="289"/>
            <ac:spMk id="16" creationId="{5229344B-35F3-F0AA-97C6-5392407F108F}"/>
          </ac:spMkLst>
        </pc:spChg>
        <pc:graphicFrameChg chg="add mod">
          <ac:chgData name="Boatman, Anna Kathryn" userId="8adb65ec-17a6-42cf-9b24-1629fcbd589f" providerId="ADAL" clId="{48D7BA24-4829-437E-AF85-110CB9D41C62}" dt="2024-12-09T20:13:36.431" v="19483" actId="1076"/>
          <ac:graphicFrameMkLst>
            <pc:docMk/>
            <pc:sldMk cId="2596301289" sldId="289"/>
            <ac:graphicFrameMk id="3" creationId="{76C3370D-72FA-9070-2B99-6DDA63BAE3AD}"/>
          </ac:graphicFrameMkLst>
        </pc:graphicFrameChg>
        <pc:graphicFrameChg chg="add mod">
          <ac:chgData name="Boatman, Anna Kathryn" userId="8adb65ec-17a6-42cf-9b24-1629fcbd589f" providerId="ADAL" clId="{48D7BA24-4829-437E-AF85-110CB9D41C62}" dt="2024-12-09T20:13:39.847" v="19484" actId="1076"/>
          <ac:graphicFrameMkLst>
            <pc:docMk/>
            <pc:sldMk cId="2596301289" sldId="289"/>
            <ac:graphicFrameMk id="11" creationId="{4B01AE7A-D83F-461D-A3C9-1A3DE2D81CC4}"/>
          </ac:graphicFrameMkLst>
        </pc:graphicFrameChg>
        <pc:picChg chg="add mod">
          <ac:chgData name="Boatman, Anna Kathryn" userId="8adb65ec-17a6-42cf-9b24-1629fcbd589f" providerId="ADAL" clId="{48D7BA24-4829-437E-AF85-110CB9D41C62}" dt="2024-12-07T17:07:37.244" v="16034" actId="1076"/>
          <ac:picMkLst>
            <pc:docMk/>
            <pc:sldMk cId="2596301289" sldId="289"/>
            <ac:picMk id="5" creationId="{9FF2867E-4D67-BCE1-6455-A1867F80A2A2}"/>
          </ac:picMkLst>
        </pc:picChg>
        <pc:picChg chg="add mod">
          <ac:chgData name="Boatman, Anna Kathryn" userId="8adb65ec-17a6-42cf-9b24-1629fcbd589f" providerId="ADAL" clId="{48D7BA24-4829-437E-AF85-110CB9D41C62}" dt="2024-12-07T17:07:39.740" v="16035" actId="1076"/>
          <ac:picMkLst>
            <pc:docMk/>
            <pc:sldMk cId="2596301289" sldId="289"/>
            <ac:picMk id="7" creationId="{4FF2C62E-D2E2-5385-8E98-BA6E16D4DB79}"/>
          </ac:picMkLst>
        </pc:picChg>
        <pc:picChg chg="add del mod">
          <ac:chgData name="Boatman, Anna Kathryn" userId="8adb65ec-17a6-42cf-9b24-1629fcbd589f" providerId="ADAL" clId="{48D7BA24-4829-437E-AF85-110CB9D41C62}" dt="2024-12-09T20:13:30.891" v="19481" actId="478"/>
          <ac:picMkLst>
            <pc:docMk/>
            <pc:sldMk cId="2596301289" sldId="289"/>
            <ac:picMk id="8" creationId="{EF95E636-FBBF-C985-4F15-867C511AFDAA}"/>
          </ac:picMkLst>
        </pc:picChg>
        <pc:picChg chg="add del mod">
          <ac:chgData name="Boatman, Anna Kathryn" userId="8adb65ec-17a6-42cf-9b24-1629fcbd589f" providerId="ADAL" clId="{48D7BA24-4829-437E-AF85-110CB9D41C62}" dt="2024-12-07T17:02:25.244" v="15880" actId="478"/>
          <ac:picMkLst>
            <pc:docMk/>
            <pc:sldMk cId="2596301289" sldId="289"/>
            <ac:picMk id="10" creationId="{1E5FC211-5FA6-F7B5-B286-B67CFC48D8AE}"/>
          </ac:picMkLst>
        </pc:picChg>
        <pc:picChg chg="add del mod">
          <ac:chgData name="Boatman, Anna Kathryn" userId="8adb65ec-17a6-42cf-9b24-1629fcbd589f" providerId="ADAL" clId="{48D7BA24-4829-437E-AF85-110CB9D41C62}" dt="2024-12-09T13:59:15.448" v="17842" actId="478"/>
          <ac:picMkLst>
            <pc:docMk/>
            <pc:sldMk cId="2596301289" sldId="289"/>
            <ac:picMk id="12" creationId="{BFE46CAF-0CB5-628C-3F90-2DE17BE4FC36}"/>
          </ac:picMkLst>
        </pc:picChg>
      </pc:sldChg>
      <pc:sldChg chg="addSp delSp modSp new mod ord">
        <pc:chgData name="Boatman, Anna Kathryn" userId="8adb65ec-17a6-42cf-9b24-1629fcbd589f" providerId="ADAL" clId="{48D7BA24-4829-437E-AF85-110CB9D41C62}" dt="2024-12-07T00:25:35.876" v="14714" actId="20577"/>
        <pc:sldMkLst>
          <pc:docMk/>
          <pc:sldMk cId="534091405" sldId="290"/>
        </pc:sldMkLst>
        <pc:spChg chg="mod">
          <ac:chgData name="Boatman, Anna Kathryn" userId="8adb65ec-17a6-42cf-9b24-1629fcbd589f" providerId="ADAL" clId="{48D7BA24-4829-437E-AF85-110CB9D41C62}" dt="2024-12-06T23:55:34.430" v="14587" actId="20577"/>
          <ac:spMkLst>
            <pc:docMk/>
            <pc:sldMk cId="534091405" sldId="290"/>
            <ac:spMk id="2" creationId="{EF0346CD-1491-7C86-D29D-788B7C49F8D2}"/>
          </ac:spMkLst>
        </pc:spChg>
        <pc:spChg chg="del">
          <ac:chgData name="Boatman, Anna Kathryn" userId="8adb65ec-17a6-42cf-9b24-1629fcbd589f" providerId="ADAL" clId="{48D7BA24-4829-437E-AF85-110CB9D41C62}" dt="2024-12-06T23:55:48.846" v="14591" actId="478"/>
          <ac:spMkLst>
            <pc:docMk/>
            <pc:sldMk cId="534091405" sldId="290"/>
            <ac:spMk id="3" creationId="{09519004-E1CB-869B-0DD3-CDE35E6949DD}"/>
          </ac:spMkLst>
        </pc:spChg>
        <pc:spChg chg="add mod">
          <ac:chgData name="Boatman, Anna Kathryn" userId="8adb65ec-17a6-42cf-9b24-1629fcbd589f" providerId="ADAL" clId="{48D7BA24-4829-437E-AF85-110CB9D41C62}" dt="2024-12-07T00:25:09.573" v="14667" actId="20577"/>
          <ac:spMkLst>
            <pc:docMk/>
            <pc:sldMk cId="534091405" sldId="290"/>
            <ac:spMk id="4" creationId="{A3C2AF5F-B03A-B780-1977-FF0F9EC48DE0}"/>
          </ac:spMkLst>
        </pc:spChg>
        <pc:spChg chg="add mod">
          <ac:chgData name="Boatman, Anna Kathryn" userId="8adb65ec-17a6-42cf-9b24-1629fcbd589f" providerId="ADAL" clId="{48D7BA24-4829-437E-AF85-110CB9D41C62}" dt="2024-12-07T00:25:35.876" v="14714" actId="20577"/>
          <ac:spMkLst>
            <pc:docMk/>
            <pc:sldMk cId="534091405" sldId="290"/>
            <ac:spMk id="9" creationId="{1592ACBC-98AE-07EF-BD6D-DB33796F7F69}"/>
          </ac:spMkLst>
        </pc:spChg>
        <pc:picChg chg="add mod">
          <ac:chgData name="Boatman, Anna Kathryn" userId="8adb65ec-17a6-42cf-9b24-1629fcbd589f" providerId="ADAL" clId="{48D7BA24-4829-437E-AF85-110CB9D41C62}" dt="2024-12-06T23:55:40.550" v="14589" actId="14100"/>
          <ac:picMkLst>
            <pc:docMk/>
            <pc:sldMk cId="534091405" sldId="290"/>
            <ac:picMk id="5" creationId="{F2C3C27F-F7DC-24FD-4737-75A07372B312}"/>
          </ac:picMkLst>
        </pc:picChg>
        <pc:picChg chg="add mod">
          <ac:chgData name="Boatman, Anna Kathryn" userId="8adb65ec-17a6-42cf-9b24-1629fcbd589f" providerId="ADAL" clId="{48D7BA24-4829-437E-AF85-110CB9D41C62}" dt="2024-12-06T23:55:45.390" v="14590" actId="1076"/>
          <ac:picMkLst>
            <pc:docMk/>
            <pc:sldMk cId="534091405" sldId="290"/>
            <ac:picMk id="7" creationId="{F0684184-7154-1E39-257A-293D677D1611}"/>
          </ac:picMkLst>
        </pc:picChg>
        <pc:picChg chg="add mod">
          <ac:chgData name="Boatman, Anna Kathryn" userId="8adb65ec-17a6-42cf-9b24-1629fcbd589f" providerId="ADAL" clId="{48D7BA24-4829-437E-AF85-110CB9D41C62}" dt="2024-12-07T00:25:13.968" v="14668" actId="1076"/>
          <ac:picMkLst>
            <pc:docMk/>
            <pc:sldMk cId="534091405" sldId="290"/>
            <ac:picMk id="8" creationId="{F3A900F9-32D1-9309-99FB-4F11900E43E9}"/>
          </ac:picMkLst>
        </pc:picChg>
      </pc:sldChg>
      <pc:sldChg chg="addSp delSp modSp new del mod">
        <pc:chgData name="Boatman, Anna Kathryn" userId="8adb65ec-17a6-42cf-9b24-1629fcbd589f" providerId="ADAL" clId="{48D7BA24-4829-437E-AF85-110CB9D41C62}" dt="2024-12-06T23:52:58.127" v="14573" actId="47"/>
        <pc:sldMkLst>
          <pc:docMk/>
          <pc:sldMk cId="3119135980" sldId="291"/>
        </pc:sldMkLst>
        <pc:picChg chg="add del mod">
          <ac:chgData name="Boatman, Anna Kathryn" userId="8adb65ec-17a6-42cf-9b24-1629fcbd589f" providerId="ADAL" clId="{48D7BA24-4829-437E-AF85-110CB9D41C62}" dt="2024-12-06T17:08:43.694" v="10856" actId="21"/>
          <ac:picMkLst>
            <pc:docMk/>
            <pc:sldMk cId="3119135980" sldId="291"/>
            <ac:picMk id="5" creationId="{4225927C-6AB0-3EF0-7B36-E3CD56AE50D9}"/>
          </ac:picMkLst>
        </pc:picChg>
        <pc:picChg chg="add del mod">
          <ac:chgData name="Boatman, Anna Kathryn" userId="8adb65ec-17a6-42cf-9b24-1629fcbd589f" providerId="ADAL" clId="{48D7BA24-4829-437E-AF85-110CB9D41C62}" dt="2024-12-06T17:08:43.694" v="10856" actId="21"/>
          <ac:picMkLst>
            <pc:docMk/>
            <pc:sldMk cId="3119135980" sldId="291"/>
            <ac:picMk id="7" creationId="{C0298AA7-1AE5-C3D7-B25A-6F239ECC75EB}"/>
          </ac:picMkLst>
        </pc:picChg>
      </pc:sldChg>
      <pc:sldChg chg="addSp modSp new mod ord">
        <pc:chgData name="Boatman, Anna Kathryn" userId="8adb65ec-17a6-42cf-9b24-1629fcbd589f" providerId="ADAL" clId="{48D7BA24-4829-437E-AF85-110CB9D41C62}" dt="2024-12-06T23:53:03.811" v="14575"/>
        <pc:sldMkLst>
          <pc:docMk/>
          <pc:sldMk cId="36413357" sldId="292"/>
        </pc:sldMkLst>
        <pc:picChg chg="add mod">
          <ac:chgData name="Boatman, Anna Kathryn" userId="8adb65ec-17a6-42cf-9b24-1629fcbd589f" providerId="ADAL" clId="{48D7BA24-4829-437E-AF85-110CB9D41C62}" dt="2024-12-05T21:45:32.579" v="5068" actId="1076"/>
          <ac:picMkLst>
            <pc:docMk/>
            <pc:sldMk cId="36413357" sldId="292"/>
            <ac:picMk id="5" creationId="{C952E3E8-DDB5-F8FA-E3A0-B6ADC05A2D9D}"/>
          </ac:picMkLst>
        </pc:picChg>
        <pc:picChg chg="add mod">
          <ac:chgData name="Boatman, Anna Kathryn" userId="8adb65ec-17a6-42cf-9b24-1629fcbd589f" providerId="ADAL" clId="{48D7BA24-4829-437E-AF85-110CB9D41C62}" dt="2024-12-05T21:45:39.275" v="5070" actId="1076"/>
          <ac:picMkLst>
            <pc:docMk/>
            <pc:sldMk cId="36413357" sldId="292"/>
            <ac:picMk id="7" creationId="{D37AADA6-D0E6-DFA7-8AED-D14A48E0A258}"/>
          </ac:picMkLst>
        </pc:picChg>
      </pc:sldChg>
      <pc:sldChg chg="addSp modSp new mod ord">
        <pc:chgData name="Boatman, Anna Kathryn" userId="8adb65ec-17a6-42cf-9b24-1629fcbd589f" providerId="ADAL" clId="{48D7BA24-4829-437E-AF85-110CB9D41C62}" dt="2024-12-06T23:53:08.643" v="14577"/>
        <pc:sldMkLst>
          <pc:docMk/>
          <pc:sldMk cId="3622527859" sldId="293"/>
        </pc:sldMkLst>
        <pc:picChg chg="add mod">
          <ac:chgData name="Boatman, Anna Kathryn" userId="8adb65ec-17a6-42cf-9b24-1629fcbd589f" providerId="ADAL" clId="{48D7BA24-4829-437E-AF85-110CB9D41C62}" dt="2024-12-05T21:46:19.511" v="5075" actId="1076"/>
          <ac:picMkLst>
            <pc:docMk/>
            <pc:sldMk cId="3622527859" sldId="293"/>
            <ac:picMk id="5" creationId="{DF623170-0396-5657-F3B8-12893520B286}"/>
          </ac:picMkLst>
        </pc:picChg>
        <pc:picChg chg="add mod">
          <ac:chgData name="Boatman, Anna Kathryn" userId="8adb65ec-17a6-42cf-9b24-1629fcbd589f" providerId="ADAL" clId="{48D7BA24-4829-437E-AF85-110CB9D41C62}" dt="2024-12-05T21:46:18.302" v="5074" actId="1076"/>
          <ac:picMkLst>
            <pc:docMk/>
            <pc:sldMk cId="3622527859" sldId="293"/>
            <ac:picMk id="7" creationId="{51FA7EDC-F4C4-A312-BCA2-C5C017A77093}"/>
          </ac:picMkLst>
        </pc:picChg>
      </pc:sldChg>
      <pc:sldChg chg="addSp modSp new mod">
        <pc:chgData name="Boatman, Anna Kathryn" userId="8adb65ec-17a6-42cf-9b24-1629fcbd589f" providerId="ADAL" clId="{48D7BA24-4829-437E-AF85-110CB9D41C62}" dt="2024-12-05T21:47:52.133" v="5081" actId="1076"/>
        <pc:sldMkLst>
          <pc:docMk/>
          <pc:sldMk cId="2143348067" sldId="294"/>
        </pc:sldMkLst>
        <pc:picChg chg="add mod">
          <ac:chgData name="Boatman, Anna Kathryn" userId="8adb65ec-17a6-42cf-9b24-1629fcbd589f" providerId="ADAL" clId="{48D7BA24-4829-437E-AF85-110CB9D41C62}" dt="2024-12-05T21:47:49.919" v="5080" actId="1076"/>
          <ac:picMkLst>
            <pc:docMk/>
            <pc:sldMk cId="2143348067" sldId="294"/>
            <ac:picMk id="5" creationId="{BCA3104B-8A64-669B-DC0D-5864E05D0173}"/>
          </ac:picMkLst>
        </pc:picChg>
        <pc:picChg chg="add mod">
          <ac:chgData name="Boatman, Anna Kathryn" userId="8adb65ec-17a6-42cf-9b24-1629fcbd589f" providerId="ADAL" clId="{48D7BA24-4829-437E-AF85-110CB9D41C62}" dt="2024-12-05T21:47:52.133" v="5081" actId="1076"/>
          <ac:picMkLst>
            <pc:docMk/>
            <pc:sldMk cId="2143348067" sldId="294"/>
            <ac:picMk id="7" creationId="{37BB5A6E-EC4D-657C-F8DD-F6501A49D21A}"/>
          </ac:picMkLst>
        </pc:picChg>
      </pc:sldChg>
      <pc:sldChg chg="add ord">
        <pc:chgData name="Boatman, Anna Kathryn" userId="8adb65ec-17a6-42cf-9b24-1629fcbd589f" providerId="ADAL" clId="{48D7BA24-4829-437E-AF85-110CB9D41C62}" dt="2024-12-05T21:51:58.200" v="5360"/>
        <pc:sldMkLst>
          <pc:docMk/>
          <pc:sldMk cId="3408090595" sldId="295"/>
        </pc:sldMkLst>
      </pc:sldChg>
      <pc:sldChg chg="addSp delSp modSp new mod modClrScheme chgLayout">
        <pc:chgData name="Boatman, Anna Kathryn" userId="8adb65ec-17a6-42cf-9b24-1629fcbd589f" providerId="ADAL" clId="{48D7BA24-4829-437E-AF85-110CB9D41C62}" dt="2024-12-05T21:52:52.425" v="5421" actId="20577"/>
        <pc:sldMkLst>
          <pc:docMk/>
          <pc:sldMk cId="1343225989" sldId="296"/>
        </pc:sldMkLst>
        <pc:spChg chg="del mod ord">
          <ac:chgData name="Boatman, Anna Kathryn" userId="8adb65ec-17a6-42cf-9b24-1629fcbd589f" providerId="ADAL" clId="{48D7BA24-4829-437E-AF85-110CB9D41C62}" dt="2024-12-05T21:52:42.461" v="5370" actId="700"/>
          <ac:spMkLst>
            <pc:docMk/>
            <pc:sldMk cId="1343225989" sldId="296"/>
            <ac:spMk id="2" creationId="{6BE855AC-7CAF-3A19-CEC7-A869751149BA}"/>
          </ac:spMkLst>
        </pc:spChg>
        <pc:spChg chg="del mod ord">
          <ac:chgData name="Boatman, Anna Kathryn" userId="8adb65ec-17a6-42cf-9b24-1629fcbd589f" providerId="ADAL" clId="{48D7BA24-4829-437E-AF85-110CB9D41C62}" dt="2024-12-05T21:52:42.461" v="5370" actId="700"/>
          <ac:spMkLst>
            <pc:docMk/>
            <pc:sldMk cId="1343225989" sldId="296"/>
            <ac:spMk id="3" creationId="{16D3AA93-A8C1-9614-A682-284B7729C7F6}"/>
          </ac:spMkLst>
        </pc:spChg>
        <pc:spChg chg="add mod ord">
          <ac:chgData name="Boatman, Anna Kathryn" userId="8adb65ec-17a6-42cf-9b24-1629fcbd589f" providerId="ADAL" clId="{48D7BA24-4829-437E-AF85-110CB9D41C62}" dt="2024-12-05T21:52:52.425" v="5421" actId="20577"/>
          <ac:spMkLst>
            <pc:docMk/>
            <pc:sldMk cId="1343225989" sldId="296"/>
            <ac:spMk id="4" creationId="{C842D1CF-8CDA-F4AC-920F-C4D79FE4C3EA}"/>
          </ac:spMkLst>
        </pc:spChg>
        <pc:spChg chg="add mod ord">
          <ac:chgData name="Boatman, Anna Kathryn" userId="8adb65ec-17a6-42cf-9b24-1629fcbd589f" providerId="ADAL" clId="{48D7BA24-4829-437E-AF85-110CB9D41C62}" dt="2024-12-05T21:52:42.461" v="5370" actId="700"/>
          <ac:spMkLst>
            <pc:docMk/>
            <pc:sldMk cId="1343225989" sldId="296"/>
            <ac:spMk id="5" creationId="{63A43080-4A14-D1DC-A6B5-467F33F5F486}"/>
          </ac:spMkLst>
        </pc:spChg>
      </pc:sldChg>
      <pc:sldChg chg="addSp delSp modSp new mod">
        <pc:chgData name="Boatman, Anna Kathryn" userId="8adb65ec-17a6-42cf-9b24-1629fcbd589f" providerId="ADAL" clId="{48D7BA24-4829-437E-AF85-110CB9D41C62}" dt="2024-12-05T22:59:03.333" v="7006" actId="20577"/>
        <pc:sldMkLst>
          <pc:docMk/>
          <pc:sldMk cId="3969138972" sldId="297"/>
        </pc:sldMkLst>
        <pc:spChg chg="mod">
          <ac:chgData name="Boatman, Anna Kathryn" userId="8adb65ec-17a6-42cf-9b24-1629fcbd589f" providerId="ADAL" clId="{48D7BA24-4829-437E-AF85-110CB9D41C62}" dt="2024-12-05T21:53:47.431" v="5588" actId="20577"/>
          <ac:spMkLst>
            <pc:docMk/>
            <pc:sldMk cId="3969138972" sldId="297"/>
            <ac:spMk id="2" creationId="{CAF3CD64-800E-ED77-3CCB-4015C414B5B1}"/>
          </ac:spMkLst>
        </pc:spChg>
        <pc:spChg chg="mod">
          <ac:chgData name="Boatman, Anna Kathryn" userId="8adb65ec-17a6-42cf-9b24-1629fcbd589f" providerId="ADAL" clId="{48D7BA24-4829-437E-AF85-110CB9D41C62}" dt="2024-12-05T22:59:03.333" v="7006" actId="20577"/>
          <ac:spMkLst>
            <pc:docMk/>
            <pc:sldMk cId="3969138972" sldId="297"/>
            <ac:spMk id="3" creationId="{CC99417B-81C1-86C6-F0BC-C360CABECC7E}"/>
          </ac:spMkLst>
        </pc:spChg>
        <pc:spChg chg="add del mod">
          <ac:chgData name="Boatman, Anna Kathryn" userId="8adb65ec-17a6-42cf-9b24-1629fcbd589f" providerId="ADAL" clId="{48D7BA24-4829-437E-AF85-110CB9D41C62}" dt="2024-12-05T22:03:50.935" v="6097" actId="478"/>
          <ac:spMkLst>
            <pc:docMk/>
            <pc:sldMk cId="3969138972" sldId="297"/>
            <ac:spMk id="5" creationId="{E2A60B7E-1629-D59A-8ED9-30AC3B6298D9}"/>
          </ac:spMkLst>
        </pc:spChg>
        <pc:graphicFrameChg chg="add del mod modGraphic">
          <ac:chgData name="Boatman, Anna Kathryn" userId="8adb65ec-17a6-42cf-9b24-1629fcbd589f" providerId="ADAL" clId="{48D7BA24-4829-437E-AF85-110CB9D41C62}" dt="2024-12-05T22:03:01.691" v="6086" actId="478"/>
          <ac:graphicFrameMkLst>
            <pc:docMk/>
            <pc:sldMk cId="3969138972" sldId="297"/>
            <ac:graphicFrameMk id="4" creationId="{016320C8-2FDC-7F44-21AB-22EAAD816B8B}"/>
          </ac:graphicFrameMkLst>
        </pc:graphicFrameChg>
      </pc:sldChg>
      <pc:sldChg chg="addSp modSp new mod">
        <pc:chgData name="Boatman, Anna Kathryn" userId="8adb65ec-17a6-42cf-9b24-1629fcbd589f" providerId="ADAL" clId="{48D7BA24-4829-437E-AF85-110CB9D41C62}" dt="2024-12-06T14:28:29.755" v="7696" actId="20577"/>
        <pc:sldMkLst>
          <pc:docMk/>
          <pc:sldMk cId="4116502444" sldId="298"/>
        </pc:sldMkLst>
        <pc:spChg chg="mod">
          <ac:chgData name="Boatman, Anna Kathryn" userId="8adb65ec-17a6-42cf-9b24-1629fcbd589f" providerId="ADAL" clId="{48D7BA24-4829-437E-AF85-110CB9D41C62}" dt="2024-12-05T22:10:08.023" v="6705" actId="20577"/>
          <ac:spMkLst>
            <pc:docMk/>
            <pc:sldMk cId="4116502444" sldId="298"/>
            <ac:spMk id="2" creationId="{A38C895D-DFC3-EF3A-E61C-FB635E0F8B6B}"/>
          </ac:spMkLst>
        </pc:spChg>
        <pc:spChg chg="mod">
          <ac:chgData name="Boatman, Anna Kathryn" userId="8adb65ec-17a6-42cf-9b24-1629fcbd589f" providerId="ADAL" clId="{48D7BA24-4829-437E-AF85-110CB9D41C62}" dt="2024-12-06T14:28:29.755" v="7696" actId="20577"/>
          <ac:spMkLst>
            <pc:docMk/>
            <pc:sldMk cId="4116502444" sldId="298"/>
            <ac:spMk id="3" creationId="{9874B64B-C5F0-7FFE-953B-1B6023C901D4}"/>
          </ac:spMkLst>
        </pc:spChg>
        <pc:picChg chg="add mod">
          <ac:chgData name="Boatman, Anna Kathryn" userId="8adb65ec-17a6-42cf-9b24-1629fcbd589f" providerId="ADAL" clId="{48D7BA24-4829-437E-AF85-110CB9D41C62}" dt="2024-12-06T14:21:52.399" v="7391" actId="1076"/>
          <ac:picMkLst>
            <pc:docMk/>
            <pc:sldMk cId="4116502444" sldId="298"/>
            <ac:picMk id="5" creationId="{25C566AD-F445-679D-E445-2B90AB593379}"/>
          </ac:picMkLst>
        </pc:picChg>
        <pc:picChg chg="add mod">
          <ac:chgData name="Boatman, Anna Kathryn" userId="8adb65ec-17a6-42cf-9b24-1629fcbd589f" providerId="ADAL" clId="{48D7BA24-4829-437E-AF85-110CB9D41C62}" dt="2024-12-06T14:21:52.399" v="7391" actId="1076"/>
          <ac:picMkLst>
            <pc:docMk/>
            <pc:sldMk cId="4116502444" sldId="298"/>
            <ac:picMk id="7" creationId="{4BB21C68-0782-0F53-C815-5AB687580853}"/>
          </ac:picMkLst>
        </pc:picChg>
      </pc:sldChg>
      <pc:sldChg chg="modSp new mod">
        <pc:chgData name="Boatman, Anna Kathryn" userId="8adb65ec-17a6-42cf-9b24-1629fcbd589f" providerId="ADAL" clId="{48D7BA24-4829-437E-AF85-110CB9D41C62}" dt="2024-12-05T22:58:04.014" v="6753" actId="6549"/>
        <pc:sldMkLst>
          <pc:docMk/>
          <pc:sldMk cId="3572849819" sldId="299"/>
        </pc:sldMkLst>
        <pc:spChg chg="mod">
          <ac:chgData name="Boatman, Anna Kathryn" userId="8adb65ec-17a6-42cf-9b24-1629fcbd589f" providerId="ADAL" clId="{48D7BA24-4829-437E-AF85-110CB9D41C62}" dt="2024-12-05T22:58:00.765" v="6752" actId="20577"/>
          <ac:spMkLst>
            <pc:docMk/>
            <pc:sldMk cId="3572849819" sldId="299"/>
            <ac:spMk id="2" creationId="{DF4E7DDE-9651-76B1-AD01-9657AAFA066E}"/>
          </ac:spMkLst>
        </pc:spChg>
        <pc:spChg chg="mod">
          <ac:chgData name="Boatman, Anna Kathryn" userId="8adb65ec-17a6-42cf-9b24-1629fcbd589f" providerId="ADAL" clId="{48D7BA24-4829-437E-AF85-110CB9D41C62}" dt="2024-12-05T22:58:04.014" v="6753" actId="6549"/>
          <ac:spMkLst>
            <pc:docMk/>
            <pc:sldMk cId="3572849819" sldId="299"/>
            <ac:spMk id="3" creationId="{AD002058-CFDD-F594-BDE2-780EF86028D7}"/>
          </ac:spMkLst>
        </pc:spChg>
      </pc:sldChg>
      <pc:sldChg chg="delSp modSp add mod">
        <pc:chgData name="Boatman, Anna Kathryn" userId="8adb65ec-17a6-42cf-9b24-1629fcbd589f" providerId="ADAL" clId="{48D7BA24-4829-437E-AF85-110CB9D41C62}" dt="2024-12-06T15:31:08.183" v="10123" actId="947"/>
        <pc:sldMkLst>
          <pc:docMk/>
          <pc:sldMk cId="1102604388" sldId="300"/>
        </pc:sldMkLst>
        <pc:spChg chg="mod">
          <ac:chgData name="Boatman, Anna Kathryn" userId="8adb65ec-17a6-42cf-9b24-1629fcbd589f" providerId="ADAL" clId="{48D7BA24-4829-437E-AF85-110CB9D41C62}" dt="2024-12-06T14:29:01.770" v="7721" actId="20577"/>
          <ac:spMkLst>
            <pc:docMk/>
            <pc:sldMk cId="1102604388" sldId="300"/>
            <ac:spMk id="2" creationId="{4048D2B2-4E0D-C321-8ED7-C9EED85A1D76}"/>
          </ac:spMkLst>
        </pc:spChg>
        <pc:spChg chg="mod">
          <ac:chgData name="Boatman, Anna Kathryn" userId="8adb65ec-17a6-42cf-9b24-1629fcbd589f" providerId="ADAL" clId="{48D7BA24-4829-437E-AF85-110CB9D41C62}" dt="2024-12-06T15:31:08.183" v="10123" actId="947"/>
          <ac:spMkLst>
            <pc:docMk/>
            <pc:sldMk cId="1102604388" sldId="300"/>
            <ac:spMk id="3" creationId="{A6291835-05AB-3F59-B7FE-7881192AE8C7}"/>
          </ac:spMkLst>
        </pc:spChg>
        <pc:picChg chg="del">
          <ac:chgData name="Boatman, Anna Kathryn" userId="8adb65ec-17a6-42cf-9b24-1629fcbd589f" providerId="ADAL" clId="{48D7BA24-4829-437E-AF85-110CB9D41C62}" dt="2024-12-06T14:28:45.292" v="7698" actId="478"/>
          <ac:picMkLst>
            <pc:docMk/>
            <pc:sldMk cId="1102604388" sldId="300"/>
            <ac:picMk id="5" creationId="{4E438C2E-673C-FEA3-F351-E106696EEB1E}"/>
          </ac:picMkLst>
        </pc:picChg>
        <pc:picChg chg="del">
          <ac:chgData name="Boatman, Anna Kathryn" userId="8adb65ec-17a6-42cf-9b24-1629fcbd589f" providerId="ADAL" clId="{48D7BA24-4829-437E-AF85-110CB9D41C62}" dt="2024-12-06T14:28:47.114" v="7699" actId="478"/>
          <ac:picMkLst>
            <pc:docMk/>
            <pc:sldMk cId="1102604388" sldId="300"/>
            <ac:picMk id="7" creationId="{89E4AFA4-D15F-7FC3-C659-C33D8FE3CAD4}"/>
          </ac:picMkLst>
        </pc:picChg>
      </pc:sldChg>
      <pc:sldChg chg="addSp delSp modSp add mod">
        <pc:chgData name="Boatman, Anna Kathryn" userId="8adb65ec-17a6-42cf-9b24-1629fcbd589f" providerId="ADAL" clId="{48D7BA24-4829-437E-AF85-110CB9D41C62}" dt="2024-12-06T15:34:43.878" v="10310" actId="20577"/>
        <pc:sldMkLst>
          <pc:docMk/>
          <pc:sldMk cId="1579757900" sldId="301"/>
        </pc:sldMkLst>
        <pc:spChg chg="mod">
          <ac:chgData name="Boatman, Anna Kathryn" userId="8adb65ec-17a6-42cf-9b24-1629fcbd589f" providerId="ADAL" clId="{48D7BA24-4829-437E-AF85-110CB9D41C62}" dt="2024-12-06T14:58:58.104" v="9078" actId="20577"/>
          <ac:spMkLst>
            <pc:docMk/>
            <pc:sldMk cId="1579757900" sldId="301"/>
            <ac:spMk id="2" creationId="{B322141A-AA73-B33C-22DB-6AA974C75C64}"/>
          </ac:spMkLst>
        </pc:spChg>
        <pc:spChg chg="mod">
          <ac:chgData name="Boatman, Anna Kathryn" userId="8adb65ec-17a6-42cf-9b24-1629fcbd589f" providerId="ADAL" clId="{48D7BA24-4829-437E-AF85-110CB9D41C62}" dt="2024-12-06T15:34:43.878" v="10310" actId="20577"/>
          <ac:spMkLst>
            <pc:docMk/>
            <pc:sldMk cId="1579757900" sldId="301"/>
            <ac:spMk id="3" creationId="{5DD70A23-D8FF-EEB6-AE2C-7269DAA4D3CC}"/>
          </ac:spMkLst>
        </pc:spChg>
        <pc:picChg chg="add del mod">
          <ac:chgData name="Boatman, Anna Kathryn" userId="8adb65ec-17a6-42cf-9b24-1629fcbd589f" providerId="ADAL" clId="{48D7BA24-4829-437E-AF85-110CB9D41C62}" dt="2024-12-06T15:03:32.841" v="9118" actId="478"/>
          <ac:picMkLst>
            <pc:docMk/>
            <pc:sldMk cId="1579757900" sldId="301"/>
            <ac:picMk id="5" creationId="{2AB37E6F-1601-3ED9-4F17-128C43A1F016}"/>
          </ac:picMkLst>
        </pc:picChg>
        <pc:picChg chg="add del mod">
          <ac:chgData name="Boatman, Anna Kathryn" userId="8adb65ec-17a6-42cf-9b24-1629fcbd589f" providerId="ADAL" clId="{48D7BA24-4829-437E-AF85-110CB9D41C62}" dt="2024-12-06T15:03:21.809" v="9117" actId="478"/>
          <ac:picMkLst>
            <pc:docMk/>
            <pc:sldMk cId="1579757900" sldId="301"/>
            <ac:picMk id="7" creationId="{9721523F-D7B5-4D4E-DEFF-5E612DE7969D}"/>
          </ac:picMkLst>
        </pc:picChg>
        <pc:picChg chg="add mod">
          <ac:chgData name="Boatman, Anna Kathryn" userId="8adb65ec-17a6-42cf-9b24-1629fcbd589f" providerId="ADAL" clId="{48D7BA24-4829-437E-AF85-110CB9D41C62}" dt="2024-12-06T15:03:00.458" v="9114"/>
          <ac:picMkLst>
            <pc:docMk/>
            <pc:sldMk cId="1579757900" sldId="301"/>
            <ac:picMk id="8" creationId="{F3423ED4-8926-2585-F140-4F2FFD0D6B49}"/>
          </ac:picMkLst>
        </pc:picChg>
        <pc:picChg chg="add mod">
          <ac:chgData name="Boatman, Anna Kathryn" userId="8adb65ec-17a6-42cf-9b24-1629fcbd589f" providerId="ADAL" clId="{48D7BA24-4829-437E-AF85-110CB9D41C62}" dt="2024-12-06T15:28:24.443" v="9721" actId="1076"/>
          <ac:picMkLst>
            <pc:docMk/>
            <pc:sldMk cId="1579757900" sldId="301"/>
            <ac:picMk id="10" creationId="{47E62598-AA49-2309-BE0D-0F70ED24B4FD}"/>
          </ac:picMkLst>
        </pc:picChg>
      </pc:sldChg>
      <pc:sldChg chg="modSp new mod ord">
        <pc:chgData name="Boatman, Anna Kathryn" userId="8adb65ec-17a6-42cf-9b24-1629fcbd589f" providerId="ADAL" clId="{48D7BA24-4829-437E-AF85-110CB9D41C62}" dt="2024-12-09T21:06:25.872" v="21158" actId="20577"/>
        <pc:sldMkLst>
          <pc:docMk/>
          <pc:sldMk cId="3272880966" sldId="302"/>
        </pc:sldMkLst>
        <pc:spChg chg="mod">
          <ac:chgData name="Boatman, Anna Kathryn" userId="8adb65ec-17a6-42cf-9b24-1629fcbd589f" providerId="ADAL" clId="{48D7BA24-4829-437E-AF85-110CB9D41C62}" dt="2024-12-06T16:20:20.356" v="10846" actId="20577"/>
          <ac:spMkLst>
            <pc:docMk/>
            <pc:sldMk cId="3272880966" sldId="302"/>
            <ac:spMk id="2" creationId="{398A35D3-8178-A933-8AD5-EDFCF6821848}"/>
          </ac:spMkLst>
        </pc:spChg>
        <pc:spChg chg="mod">
          <ac:chgData name="Boatman, Anna Kathryn" userId="8adb65ec-17a6-42cf-9b24-1629fcbd589f" providerId="ADAL" clId="{48D7BA24-4829-437E-AF85-110CB9D41C62}" dt="2024-12-09T21:06:25.872" v="21158" actId="20577"/>
          <ac:spMkLst>
            <pc:docMk/>
            <pc:sldMk cId="3272880966" sldId="302"/>
            <ac:spMk id="3" creationId="{A9DD2BE9-4C0C-C044-0E37-26DA6854A933}"/>
          </ac:spMkLst>
        </pc:spChg>
      </pc:sldChg>
      <pc:sldChg chg="modSp new mod">
        <pc:chgData name="Boatman, Anna Kathryn" userId="8adb65ec-17a6-42cf-9b24-1629fcbd589f" providerId="ADAL" clId="{48D7BA24-4829-437E-AF85-110CB9D41C62}" dt="2024-12-07T15:01:27.681" v="14928" actId="20577"/>
        <pc:sldMkLst>
          <pc:docMk/>
          <pc:sldMk cId="401888674" sldId="303"/>
        </pc:sldMkLst>
        <pc:spChg chg="mod">
          <ac:chgData name="Boatman, Anna Kathryn" userId="8adb65ec-17a6-42cf-9b24-1629fcbd589f" providerId="ADAL" clId="{48D7BA24-4829-437E-AF85-110CB9D41C62}" dt="2024-12-07T15:01:27.681" v="14928" actId="20577"/>
          <ac:spMkLst>
            <pc:docMk/>
            <pc:sldMk cId="401888674" sldId="303"/>
            <ac:spMk id="2" creationId="{B8561DB5-485B-02DC-7BDD-6B58842CAA35}"/>
          </ac:spMkLst>
        </pc:spChg>
      </pc:sldChg>
      <pc:sldChg chg="modSp new mod">
        <pc:chgData name="Boatman, Anna Kathryn" userId="8adb65ec-17a6-42cf-9b24-1629fcbd589f" providerId="ADAL" clId="{48D7BA24-4829-437E-AF85-110CB9D41C62}" dt="2024-12-07T15:01:42.400" v="14949" actId="6549"/>
        <pc:sldMkLst>
          <pc:docMk/>
          <pc:sldMk cId="3203002098" sldId="304"/>
        </pc:sldMkLst>
        <pc:spChg chg="mod">
          <ac:chgData name="Boatman, Anna Kathryn" userId="8adb65ec-17a6-42cf-9b24-1629fcbd589f" providerId="ADAL" clId="{48D7BA24-4829-437E-AF85-110CB9D41C62}" dt="2024-12-07T15:01:39.480" v="14948" actId="20577"/>
          <ac:spMkLst>
            <pc:docMk/>
            <pc:sldMk cId="3203002098" sldId="304"/>
            <ac:spMk id="2" creationId="{790D4C64-0823-5FA9-2262-D14FC1D0C1A2}"/>
          </ac:spMkLst>
        </pc:spChg>
        <pc:spChg chg="mod">
          <ac:chgData name="Boatman, Anna Kathryn" userId="8adb65ec-17a6-42cf-9b24-1629fcbd589f" providerId="ADAL" clId="{48D7BA24-4829-437E-AF85-110CB9D41C62}" dt="2024-12-07T15:01:42.400" v="14949" actId="6549"/>
          <ac:spMkLst>
            <pc:docMk/>
            <pc:sldMk cId="3203002098" sldId="304"/>
            <ac:spMk id="3" creationId="{A95E30BD-EEB0-1F8B-74B8-341C80DAFE90}"/>
          </ac:spMkLst>
        </pc:spChg>
      </pc:sldChg>
      <pc:sldChg chg="modSp add mod">
        <pc:chgData name="Boatman, Anna Kathryn" userId="8adb65ec-17a6-42cf-9b24-1629fcbd589f" providerId="ADAL" clId="{48D7BA24-4829-437E-AF85-110CB9D41C62}" dt="2024-12-06T21:46:25.942" v="12101" actId="403"/>
        <pc:sldMkLst>
          <pc:docMk/>
          <pc:sldMk cId="327237557" sldId="305"/>
        </pc:sldMkLst>
        <pc:spChg chg="mod">
          <ac:chgData name="Boatman, Anna Kathryn" userId="8adb65ec-17a6-42cf-9b24-1629fcbd589f" providerId="ADAL" clId="{48D7BA24-4829-437E-AF85-110CB9D41C62}" dt="2024-12-06T21:46:25.942" v="12101" actId="403"/>
          <ac:spMkLst>
            <pc:docMk/>
            <pc:sldMk cId="327237557" sldId="305"/>
            <ac:spMk id="3" creationId="{93E245E4-048A-78DF-E970-E2007522D37E}"/>
          </ac:spMkLst>
        </pc:spChg>
      </pc:sldChg>
      <pc:sldChg chg="modSp add mod ord">
        <pc:chgData name="Boatman, Anna Kathryn" userId="8adb65ec-17a6-42cf-9b24-1629fcbd589f" providerId="ADAL" clId="{48D7BA24-4829-437E-AF85-110CB9D41C62}" dt="2024-12-06T21:46:07.780" v="12091" actId="403"/>
        <pc:sldMkLst>
          <pc:docMk/>
          <pc:sldMk cId="83239460" sldId="306"/>
        </pc:sldMkLst>
        <pc:spChg chg="mod">
          <ac:chgData name="Boatman, Anna Kathryn" userId="8adb65ec-17a6-42cf-9b24-1629fcbd589f" providerId="ADAL" clId="{48D7BA24-4829-437E-AF85-110CB9D41C62}" dt="2024-12-06T21:46:07.780" v="12091" actId="403"/>
          <ac:spMkLst>
            <pc:docMk/>
            <pc:sldMk cId="83239460" sldId="306"/>
            <ac:spMk id="3" creationId="{F195E5DC-C0BD-B4A6-DB8F-B2B829913D7D}"/>
          </ac:spMkLst>
        </pc:spChg>
      </pc:sldChg>
      <pc:sldChg chg="modSp add mod">
        <pc:chgData name="Boatman, Anna Kathryn" userId="8adb65ec-17a6-42cf-9b24-1629fcbd589f" providerId="ADAL" clId="{48D7BA24-4829-437E-AF85-110CB9D41C62}" dt="2024-12-06T22:33:03.185" v="12993" actId="403"/>
        <pc:sldMkLst>
          <pc:docMk/>
          <pc:sldMk cId="1030190254" sldId="307"/>
        </pc:sldMkLst>
        <pc:spChg chg="mod">
          <ac:chgData name="Boatman, Anna Kathryn" userId="8adb65ec-17a6-42cf-9b24-1629fcbd589f" providerId="ADAL" clId="{48D7BA24-4829-437E-AF85-110CB9D41C62}" dt="2024-12-06T22:33:03.185" v="12993" actId="403"/>
          <ac:spMkLst>
            <pc:docMk/>
            <pc:sldMk cId="1030190254" sldId="307"/>
            <ac:spMk id="3" creationId="{6F861266-625E-88AC-F843-F3BD82E93F40}"/>
          </ac:spMkLst>
        </pc:spChg>
      </pc:sldChg>
      <pc:sldChg chg="modSp add mod">
        <pc:chgData name="Boatman, Anna Kathryn" userId="8adb65ec-17a6-42cf-9b24-1629fcbd589f" providerId="ADAL" clId="{48D7BA24-4829-437E-AF85-110CB9D41C62}" dt="2024-12-06T22:51:09.513" v="13507" actId="403"/>
        <pc:sldMkLst>
          <pc:docMk/>
          <pc:sldMk cId="1305761824" sldId="308"/>
        </pc:sldMkLst>
        <pc:spChg chg="mod">
          <ac:chgData name="Boatman, Anna Kathryn" userId="8adb65ec-17a6-42cf-9b24-1629fcbd589f" providerId="ADAL" clId="{48D7BA24-4829-437E-AF85-110CB9D41C62}" dt="2024-12-06T22:51:09.513" v="13507" actId="403"/>
          <ac:spMkLst>
            <pc:docMk/>
            <pc:sldMk cId="1305761824" sldId="308"/>
            <ac:spMk id="3" creationId="{E38EED52-AE1E-E498-CF93-2F562B32A3B2}"/>
          </ac:spMkLst>
        </pc:spChg>
      </pc:sldChg>
      <pc:sldChg chg="addSp delSp modSp new mod">
        <pc:chgData name="Boatman, Anna Kathryn" userId="8adb65ec-17a6-42cf-9b24-1629fcbd589f" providerId="ADAL" clId="{48D7BA24-4829-437E-AF85-110CB9D41C62}" dt="2024-12-06T23:46:36.301" v="14087" actId="1076"/>
        <pc:sldMkLst>
          <pc:docMk/>
          <pc:sldMk cId="1050237120" sldId="309"/>
        </pc:sldMkLst>
        <pc:spChg chg="mod">
          <ac:chgData name="Boatman, Anna Kathryn" userId="8adb65ec-17a6-42cf-9b24-1629fcbd589f" providerId="ADAL" clId="{48D7BA24-4829-437E-AF85-110CB9D41C62}" dt="2024-12-06T22:51:20.930" v="13516" actId="20577"/>
          <ac:spMkLst>
            <pc:docMk/>
            <pc:sldMk cId="1050237120" sldId="309"/>
            <ac:spMk id="2" creationId="{52FA4F00-F891-F2BF-B0F8-09726B0D7529}"/>
          </ac:spMkLst>
        </pc:spChg>
        <pc:spChg chg="del">
          <ac:chgData name="Boatman, Anna Kathryn" userId="8adb65ec-17a6-42cf-9b24-1629fcbd589f" providerId="ADAL" clId="{48D7BA24-4829-437E-AF85-110CB9D41C62}" dt="2024-12-06T22:53:39.794" v="13523" actId="478"/>
          <ac:spMkLst>
            <pc:docMk/>
            <pc:sldMk cId="1050237120" sldId="309"/>
            <ac:spMk id="3" creationId="{7939BA3E-E223-AD20-81A8-0459E1781F4B}"/>
          </ac:spMkLst>
        </pc:spChg>
        <pc:spChg chg="add mod">
          <ac:chgData name="Boatman, Anna Kathryn" userId="8adb65ec-17a6-42cf-9b24-1629fcbd589f" providerId="ADAL" clId="{48D7BA24-4829-437E-AF85-110CB9D41C62}" dt="2024-12-06T23:19:15.705" v="14086" actId="20577"/>
          <ac:spMkLst>
            <pc:docMk/>
            <pc:sldMk cId="1050237120" sldId="309"/>
            <ac:spMk id="8" creationId="{4A5AA9B4-1C2F-8BEB-754A-B5699D0932C0}"/>
          </ac:spMkLst>
        </pc:spChg>
        <pc:spChg chg="add mod">
          <ac:chgData name="Boatman, Anna Kathryn" userId="8adb65ec-17a6-42cf-9b24-1629fcbd589f" providerId="ADAL" clId="{48D7BA24-4829-437E-AF85-110CB9D41C62}" dt="2024-12-06T23:46:36.301" v="14087" actId="1076"/>
          <ac:spMkLst>
            <pc:docMk/>
            <pc:sldMk cId="1050237120" sldId="309"/>
            <ac:spMk id="11" creationId="{F32A9079-4B55-886A-76B8-BD28D8D814F5}"/>
          </ac:spMkLst>
        </pc:spChg>
        <pc:spChg chg="add mod">
          <ac:chgData name="Boatman, Anna Kathryn" userId="8adb65ec-17a6-42cf-9b24-1629fcbd589f" providerId="ADAL" clId="{48D7BA24-4829-437E-AF85-110CB9D41C62}" dt="2024-12-06T23:46:36.301" v="14087" actId="1076"/>
          <ac:spMkLst>
            <pc:docMk/>
            <pc:sldMk cId="1050237120" sldId="309"/>
            <ac:spMk id="12" creationId="{D528551E-29FE-3FDA-5EF7-70FCBE93FA59}"/>
          </ac:spMkLst>
        </pc:spChg>
        <pc:spChg chg="add mod">
          <ac:chgData name="Boatman, Anna Kathryn" userId="8adb65ec-17a6-42cf-9b24-1629fcbd589f" providerId="ADAL" clId="{48D7BA24-4829-437E-AF85-110CB9D41C62}" dt="2024-12-06T23:46:36.301" v="14087" actId="1076"/>
          <ac:spMkLst>
            <pc:docMk/>
            <pc:sldMk cId="1050237120" sldId="309"/>
            <ac:spMk id="17" creationId="{6024A8FB-A8F3-664E-9EEC-02AC163B0C44}"/>
          </ac:spMkLst>
        </pc:spChg>
        <pc:picChg chg="add mod">
          <ac:chgData name="Boatman, Anna Kathryn" userId="8adb65ec-17a6-42cf-9b24-1629fcbd589f" providerId="ADAL" clId="{48D7BA24-4829-437E-AF85-110CB9D41C62}" dt="2024-12-06T22:53:23.833" v="13522" actId="1076"/>
          <ac:picMkLst>
            <pc:docMk/>
            <pc:sldMk cId="1050237120" sldId="309"/>
            <ac:picMk id="5" creationId="{023CE357-FB4A-7621-3246-A5DE0CFB99D4}"/>
          </ac:picMkLst>
        </pc:picChg>
        <pc:picChg chg="add mod">
          <ac:chgData name="Boatman, Anna Kathryn" userId="8adb65ec-17a6-42cf-9b24-1629fcbd589f" providerId="ADAL" clId="{48D7BA24-4829-437E-AF85-110CB9D41C62}" dt="2024-12-06T22:53:20.685" v="13521" actId="14100"/>
          <ac:picMkLst>
            <pc:docMk/>
            <pc:sldMk cId="1050237120" sldId="309"/>
            <ac:picMk id="7" creationId="{8404FF90-A1C9-5394-3803-4462A5B79B95}"/>
          </ac:picMkLst>
        </pc:picChg>
        <pc:picChg chg="add mod">
          <ac:chgData name="Boatman, Anna Kathryn" userId="8adb65ec-17a6-42cf-9b24-1629fcbd589f" providerId="ADAL" clId="{48D7BA24-4829-437E-AF85-110CB9D41C62}" dt="2024-12-06T23:46:36.301" v="14087" actId="1076"/>
          <ac:picMkLst>
            <pc:docMk/>
            <pc:sldMk cId="1050237120" sldId="309"/>
            <ac:picMk id="10" creationId="{3D83E11C-7156-0489-4595-C27262032B84}"/>
          </ac:picMkLst>
        </pc:picChg>
        <pc:cxnChg chg="add mod">
          <ac:chgData name="Boatman, Anna Kathryn" userId="8adb65ec-17a6-42cf-9b24-1629fcbd589f" providerId="ADAL" clId="{48D7BA24-4829-437E-AF85-110CB9D41C62}" dt="2024-12-06T23:46:36.301" v="14087" actId="1076"/>
          <ac:cxnSpMkLst>
            <pc:docMk/>
            <pc:sldMk cId="1050237120" sldId="309"/>
            <ac:cxnSpMk id="14" creationId="{46415111-6CB5-E682-AB9A-1EC09818DDC2}"/>
          </ac:cxnSpMkLst>
        </pc:cxnChg>
        <pc:cxnChg chg="add mod">
          <ac:chgData name="Boatman, Anna Kathryn" userId="8adb65ec-17a6-42cf-9b24-1629fcbd589f" providerId="ADAL" clId="{48D7BA24-4829-437E-AF85-110CB9D41C62}" dt="2024-12-06T23:46:36.301" v="14087" actId="1076"/>
          <ac:cxnSpMkLst>
            <pc:docMk/>
            <pc:sldMk cId="1050237120" sldId="309"/>
            <ac:cxnSpMk id="15" creationId="{4027E0D8-21CE-C659-FA70-3E50A280FCA9}"/>
          </ac:cxnSpMkLst>
        </pc:cxnChg>
        <pc:cxnChg chg="add mod">
          <ac:chgData name="Boatman, Anna Kathryn" userId="8adb65ec-17a6-42cf-9b24-1629fcbd589f" providerId="ADAL" clId="{48D7BA24-4829-437E-AF85-110CB9D41C62}" dt="2024-12-06T23:46:36.301" v="14087" actId="1076"/>
          <ac:cxnSpMkLst>
            <pc:docMk/>
            <pc:sldMk cId="1050237120" sldId="309"/>
            <ac:cxnSpMk id="18" creationId="{30958046-907D-DF46-EDAD-9F03B833F8A0}"/>
          </ac:cxnSpMkLst>
        </pc:cxnChg>
      </pc:sldChg>
      <pc:sldChg chg="addSp delSp modSp add mod">
        <pc:chgData name="Boatman, Anna Kathryn" userId="8adb65ec-17a6-42cf-9b24-1629fcbd589f" providerId="ADAL" clId="{48D7BA24-4829-437E-AF85-110CB9D41C62}" dt="2024-12-06T23:50:32.190" v="14552" actId="20577"/>
        <pc:sldMkLst>
          <pc:docMk/>
          <pc:sldMk cId="302265742" sldId="310"/>
        </pc:sldMkLst>
        <pc:spChg chg="add mod">
          <ac:chgData name="Boatman, Anna Kathryn" userId="8adb65ec-17a6-42cf-9b24-1629fcbd589f" providerId="ADAL" clId="{48D7BA24-4829-437E-AF85-110CB9D41C62}" dt="2024-12-06T23:50:32.190" v="14552" actId="20577"/>
          <ac:spMkLst>
            <pc:docMk/>
            <pc:sldMk cId="302265742" sldId="310"/>
            <ac:spMk id="3" creationId="{08857BF6-44FA-9D24-95A4-DD5CC0C79E41}"/>
          </ac:spMkLst>
        </pc:spChg>
        <pc:spChg chg="add mod">
          <ac:chgData name="Boatman, Anna Kathryn" userId="8adb65ec-17a6-42cf-9b24-1629fcbd589f" providerId="ADAL" clId="{48D7BA24-4829-437E-AF85-110CB9D41C62}" dt="2024-12-06T23:47:53.560" v="14221" actId="1076"/>
          <ac:spMkLst>
            <pc:docMk/>
            <pc:sldMk cId="302265742" sldId="310"/>
            <ac:spMk id="4" creationId="{31D7A444-C789-41B8-91C7-032F7D73559B}"/>
          </ac:spMkLst>
        </pc:spChg>
        <pc:spChg chg="del">
          <ac:chgData name="Boatman, Anna Kathryn" userId="8adb65ec-17a6-42cf-9b24-1629fcbd589f" providerId="ADAL" clId="{48D7BA24-4829-437E-AF85-110CB9D41C62}" dt="2024-12-06T23:46:50.823" v="14091" actId="478"/>
          <ac:spMkLst>
            <pc:docMk/>
            <pc:sldMk cId="302265742" sldId="310"/>
            <ac:spMk id="8" creationId="{E57B8B8A-DAF7-16BA-8526-812F49937FF4}"/>
          </ac:spMkLst>
        </pc:spChg>
        <pc:spChg chg="mod">
          <ac:chgData name="Boatman, Anna Kathryn" userId="8adb65ec-17a6-42cf-9b24-1629fcbd589f" providerId="ADAL" clId="{48D7BA24-4829-437E-AF85-110CB9D41C62}" dt="2024-12-06T23:46:54.309" v="14092" actId="1076"/>
          <ac:spMkLst>
            <pc:docMk/>
            <pc:sldMk cId="302265742" sldId="310"/>
            <ac:spMk id="11" creationId="{630B8188-304A-4BBA-26DB-AEE9E189F6C1}"/>
          </ac:spMkLst>
        </pc:spChg>
        <pc:spChg chg="mod">
          <ac:chgData name="Boatman, Anna Kathryn" userId="8adb65ec-17a6-42cf-9b24-1629fcbd589f" providerId="ADAL" clId="{48D7BA24-4829-437E-AF85-110CB9D41C62}" dt="2024-12-06T23:46:54.309" v="14092" actId="1076"/>
          <ac:spMkLst>
            <pc:docMk/>
            <pc:sldMk cId="302265742" sldId="310"/>
            <ac:spMk id="12" creationId="{EF48B17E-984E-2824-C74C-F3AFCA6CC3DB}"/>
          </ac:spMkLst>
        </pc:spChg>
        <pc:spChg chg="mod">
          <ac:chgData name="Boatman, Anna Kathryn" userId="8adb65ec-17a6-42cf-9b24-1629fcbd589f" providerId="ADAL" clId="{48D7BA24-4829-437E-AF85-110CB9D41C62}" dt="2024-12-06T23:46:54.309" v="14092" actId="1076"/>
          <ac:spMkLst>
            <pc:docMk/>
            <pc:sldMk cId="302265742" sldId="310"/>
            <ac:spMk id="17" creationId="{B805B212-FF07-1467-5D5E-9A278A11D59F}"/>
          </ac:spMkLst>
        </pc:spChg>
        <pc:picChg chg="del">
          <ac:chgData name="Boatman, Anna Kathryn" userId="8adb65ec-17a6-42cf-9b24-1629fcbd589f" providerId="ADAL" clId="{48D7BA24-4829-437E-AF85-110CB9D41C62}" dt="2024-12-06T23:46:47.653" v="14090" actId="478"/>
          <ac:picMkLst>
            <pc:docMk/>
            <pc:sldMk cId="302265742" sldId="310"/>
            <ac:picMk id="5" creationId="{67C81C36-EC91-694D-5903-C03C98F0E22B}"/>
          </ac:picMkLst>
        </pc:picChg>
        <pc:picChg chg="del">
          <ac:chgData name="Boatman, Anna Kathryn" userId="8adb65ec-17a6-42cf-9b24-1629fcbd589f" providerId="ADAL" clId="{48D7BA24-4829-437E-AF85-110CB9D41C62}" dt="2024-12-06T23:46:47.126" v="14089" actId="478"/>
          <ac:picMkLst>
            <pc:docMk/>
            <pc:sldMk cId="302265742" sldId="310"/>
            <ac:picMk id="7" creationId="{A18EB866-9EB8-AAC3-BE96-70B03C9D6723}"/>
          </ac:picMkLst>
        </pc:picChg>
        <pc:picChg chg="mod">
          <ac:chgData name="Boatman, Anna Kathryn" userId="8adb65ec-17a6-42cf-9b24-1629fcbd589f" providerId="ADAL" clId="{48D7BA24-4829-437E-AF85-110CB9D41C62}" dt="2024-12-06T23:46:54.309" v="14092" actId="1076"/>
          <ac:picMkLst>
            <pc:docMk/>
            <pc:sldMk cId="302265742" sldId="310"/>
            <ac:picMk id="10" creationId="{69FAEFD4-F779-35BA-C7CF-24EFA6331D74}"/>
          </ac:picMkLst>
        </pc:picChg>
        <pc:cxnChg chg="add mod">
          <ac:chgData name="Boatman, Anna Kathryn" userId="8adb65ec-17a6-42cf-9b24-1629fcbd589f" providerId="ADAL" clId="{48D7BA24-4829-437E-AF85-110CB9D41C62}" dt="2024-12-06T23:47:38.814" v="14172" actId="1076"/>
          <ac:cxnSpMkLst>
            <pc:docMk/>
            <pc:sldMk cId="302265742" sldId="310"/>
            <ac:cxnSpMk id="6" creationId="{B486E0A8-DC2B-AD6E-9785-EE1C0C9C0912}"/>
          </ac:cxnSpMkLst>
        </pc:cxnChg>
        <pc:cxnChg chg="mod">
          <ac:chgData name="Boatman, Anna Kathryn" userId="8adb65ec-17a6-42cf-9b24-1629fcbd589f" providerId="ADAL" clId="{48D7BA24-4829-437E-AF85-110CB9D41C62}" dt="2024-12-06T23:46:54.309" v="14092" actId="1076"/>
          <ac:cxnSpMkLst>
            <pc:docMk/>
            <pc:sldMk cId="302265742" sldId="310"/>
            <ac:cxnSpMk id="14" creationId="{C1A4567E-3AED-A0B0-5135-AB8DC3981D6C}"/>
          </ac:cxnSpMkLst>
        </pc:cxnChg>
        <pc:cxnChg chg="mod">
          <ac:chgData name="Boatman, Anna Kathryn" userId="8adb65ec-17a6-42cf-9b24-1629fcbd589f" providerId="ADAL" clId="{48D7BA24-4829-437E-AF85-110CB9D41C62}" dt="2024-12-06T23:46:54.309" v="14092" actId="1076"/>
          <ac:cxnSpMkLst>
            <pc:docMk/>
            <pc:sldMk cId="302265742" sldId="310"/>
            <ac:cxnSpMk id="15" creationId="{AF2C88DE-7093-5E3B-5636-CA0CDCF20955}"/>
          </ac:cxnSpMkLst>
        </pc:cxnChg>
        <pc:cxnChg chg="mod">
          <ac:chgData name="Boatman, Anna Kathryn" userId="8adb65ec-17a6-42cf-9b24-1629fcbd589f" providerId="ADAL" clId="{48D7BA24-4829-437E-AF85-110CB9D41C62}" dt="2024-12-06T23:46:54.309" v="14092" actId="1076"/>
          <ac:cxnSpMkLst>
            <pc:docMk/>
            <pc:sldMk cId="302265742" sldId="310"/>
            <ac:cxnSpMk id="18" creationId="{F5BF3239-1C64-B076-75B1-4889FBEB5CB3}"/>
          </ac:cxnSpMkLst>
        </pc:cxnChg>
      </pc:sldChg>
      <pc:sldChg chg="modSp add mod">
        <pc:chgData name="Boatman, Anna Kathryn" userId="8adb65ec-17a6-42cf-9b24-1629fcbd589f" providerId="ADAL" clId="{48D7BA24-4829-437E-AF85-110CB9D41C62}" dt="2024-12-06T23:55:26.441" v="14581" actId="403"/>
        <pc:sldMkLst>
          <pc:docMk/>
          <pc:sldMk cId="2036412872" sldId="311"/>
        </pc:sldMkLst>
        <pc:spChg chg="mod">
          <ac:chgData name="Boatman, Anna Kathryn" userId="8adb65ec-17a6-42cf-9b24-1629fcbd589f" providerId="ADAL" clId="{48D7BA24-4829-437E-AF85-110CB9D41C62}" dt="2024-12-06T23:55:26.441" v="14581" actId="403"/>
          <ac:spMkLst>
            <pc:docMk/>
            <pc:sldMk cId="2036412872" sldId="311"/>
            <ac:spMk id="3" creationId="{8B8D9269-7BB1-782E-4AE5-7D8DFC817785}"/>
          </ac:spMkLst>
        </pc:spChg>
      </pc:sldChg>
      <pc:sldChg chg="modSp add mod">
        <pc:chgData name="Boatman, Anna Kathryn" userId="8adb65ec-17a6-42cf-9b24-1629fcbd589f" providerId="ADAL" clId="{48D7BA24-4829-437E-AF85-110CB9D41C62}" dt="2024-12-07T15:04:59.280" v="15336" actId="403"/>
        <pc:sldMkLst>
          <pc:docMk/>
          <pc:sldMk cId="4108843400" sldId="312"/>
        </pc:sldMkLst>
        <pc:spChg chg="mod">
          <ac:chgData name="Boatman, Anna Kathryn" userId="8adb65ec-17a6-42cf-9b24-1629fcbd589f" providerId="ADAL" clId="{48D7BA24-4829-437E-AF85-110CB9D41C62}" dt="2024-12-07T15:04:59.280" v="15336" actId="403"/>
          <ac:spMkLst>
            <pc:docMk/>
            <pc:sldMk cId="4108843400" sldId="312"/>
            <ac:spMk id="3" creationId="{59D07B83-D737-94A6-0DF3-C1FE1CD35883}"/>
          </ac:spMkLst>
        </pc:spChg>
      </pc:sldChg>
      <pc:sldChg chg="add">
        <pc:chgData name="Boatman, Anna Kathryn" userId="8adb65ec-17a6-42cf-9b24-1629fcbd589f" providerId="ADAL" clId="{48D7BA24-4829-437E-AF85-110CB9D41C62}" dt="2024-12-07T15:01:33.561" v="14929" actId="2890"/>
        <pc:sldMkLst>
          <pc:docMk/>
          <pc:sldMk cId="3315157593" sldId="313"/>
        </pc:sldMkLst>
      </pc:sldChg>
      <pc:sldChg chg="addSp delSp modSp new mod modClrScheme chgLayout">
        <pc:chgData name="Boatman, Anna Kathryn" userId="8adb65ec-17a6-42cf-9b24-1629fcbd589f" providerId="ADAL" clId="{48D7BA24-4829-437E-AF85-110CB9D41C62}" dt="2024-12-07T15:01:52.129" v="14973" actId="20577"/>
        <pc:sldMkLst>
          <pc:docMk/>
          <pc:sldMk cId="541081660" sldId="314"/>
        </pc:sldMkLst>
        <pc:spChg chg="del mod ord">
          <ac:chgData name="Boatman, Anna Kathryn" userId="8adb65ec-17a6-42cf-9b24-1629fcbd589f" providerId="ADAL" clId="{48D7BA24-4829-437E-AF85-110CB9D41C62}" dt="2024-12-07T15:01:47.851" v="14951" actId="700"/>
          <ac:spMkLst>
            <pc:docMk/>
            <pc:sldMk cId="541081660" sldId="314"/>
            <ac:spMk id="2" creationId="{C3B66177-1E67-7850-A733-7DCD31ABF920}"/>
          </ac:spMkLst>
        </pc:spChg>
        <pc:spChg chg="del mod ord">
          <ac:chgData name="Boatman, Anna Kathryn" userId="8adb65ec-17a6-42cf-9b24-1629fcbd589f" providerId="ADAL" clId="{48D7BA24-4829-437E-AF85-110CB9D41C62}" dt="2024-12-07T15:01:47.851" v="14951" actId="700"/>
          <ac:spMkLst>
            <pc:docMk/>
            <pc:sldMk cId="541081660" sldId="314"/>
            <ac:spMk id="3" creationId="{9BFE7CA3-EB68-F0DE-4D67-9266BD7B3C12}"/>
          </ac:spMkLst>
        </pc:spChg>
        <pc:spChg chg="add mod ord">
          <ac:chgData name="Boatman, Anna Kathryn" userId="8adb65ec-17a6-42cf-9b24-1629fcbd589f" providerId="ADAL" clId="{48D7BA24-4829-437E-AF85-110CB9D41C62}" dt="2024-12-07T15:01:52.129" v="14973" actId="20577"/>
          <ac:spMkLst>
            <pc:docMk/>
            <pc:sldMk cId="541081660" sldId="314"/>
            <ac:spMk id="4" creationId="{7DDF0315-06F2-4FCF-E70D-0E9BC0B35FAA}"/>
          </ac:spMkLst>
        </pc:spChg>
        <pc:spChg chg="add mod ord">
          <ac:chgData name="Boatman, Anna Kathryn" userId="8adb65ec-17a6-42cf-9b24-1629fcbd589f" providerId="ADAL" clId="{48D7BA24-4829-437E-AF85-110CB9D41C62}" dt="2024-12-07T15:01:47.851" v="14951" actId="700"/>
          <ac:spMkLst>
            <pc:docMk/>
            <pc:sldMk cId="541081660" sldId="314"/>
            <ac:spMk id="5" creationId="{EF5D7FFA-994B-46AB-FAC9-8998A55DA244}"/>
          </ac:spMkLst>
        </pc:spChg>
      </pc:sldChg>
      <pc:sldChg chg="addSp delSp modSp new mod modClrScheme chgLayout">
        <pc:chgData name="Boatman, Anna Kathryn" userId="8adb65ec-17a6-42cf-9b24-1629fcbd589f" providerId="ADAL" clId="{48D7BA24-4829-437E-AF85-110CB9D41C62}" dt="2024-12-07T15:04:08.898" v="15333" actId="20577"/>
        <pc:sldMkLst>
          <pc:docMk/>
          <pc:sldMk cId="1480938223" sldId="315"/>
        </pc:sldMkLst>
        <pc:spChg chg="del mod ord">
          <ac:chgData name="Boatman, Anna Kathryn" userId="8adb65ec-17a6-42cf-9b24-1629fcbd589f" providerId="ADAL" clId="{48D7BA24-4829-437E-AF85-110CB9D41C62}" dt="2024-12-07T15:01:58.004" v="14975" actId="700"/>
          <ac:spMkLst>
            <pc:docMk/>
            <pc:sldMk cId="1480938223" sldId="315"/>
            <ac:spMk id="2" creationId="{F57EB37B-A3B0-3407-8D80-241E1F520EC2}"/>
          </ac:spMkLst>
        </pc:spChg>
        <pc:spChg chg="del mod ord">
          <ac:chgData name="Boatman, Anna Kathryn" userId="8adb65ec-17a6-42cf-9b24-1629fcbd589f" providerId="ADAL" clId="{48D7BA24-4829-437E-AF85-110CB9D41C62}" dt="2024-12-07T15:01:58.004" v="14975" actId="700"/>
          <ac:spMkLst>
            <pc:docMk/>
            <pc:sldMk cId="1480938223" sldId="315"/>
            <ac:spMk id="3" creationId="{93960477-A96A-7884-DFCB-FEFB5C49AAE1}"/>
          </ac:spMkLst>
        </pc:spChg>
        <pc:spChg chg="add mod ord">
          <ac:chgData name="Boatman, Anna Kathryn" userId="8adb65ec-17a6-42cf-9b24-1629fcbd589f" providerId="ADAL" clId="{48D7BA24-4829-437E-AF85-110CB9D41C62}" dt="2024-12-07T15:02:03.768" v="14990" actId="20577"/>
          <ac:spMkLst>
            <pc:docMk/>
            <pc:sldMk cId="1480938223" sldId="315"/>
            <ac:spMk id="4" creationId="{27736709-00E4-671A-9593-010DD86D1073}"/>
          </ac:spMkLst>
        </pc:spChg>
        <pc:spChg chg="add mod ord">
          <ac:chgData name="Boatman, Anna Kathryn" userId="8adb65ec-17a6-42cf-9b24-1629fcbd589f" providerId="ADAL" clId="{48D7BA24-4829-437E-AF85-110CB9D41C62}" dt="2024-12-07T15:04:08.898" v="15333" actId="20577"/>
          <ac:spMkLst>
            <pc:docMk/>
            <pc:sldMk cId="1480938223" sldId="315"/>
            <ac:spMk id="5" creationId="{AECD9058-AEE0-6B12-845C-F630D5526F78}"/>
          </ac:spMkLst>
        </pc:spChg>
      </pc:sldChg>
      <pc:sldChg chg="addSp delSp modSp add mod ord">
        <pc:chgData name="Boatman, Anna Kathryn" userId="8adb65ec-17a6-42cf-9b24-1629fcbd589f" providerId="ADAL" clId="{48D7BA24-4829-437E-AF85-110CB9D41C62}" dt="2024-12-07T15:56:48" v="15753" actId="20577"/>
        <pc:sldMkLst>
          <pc:docMk/>
          <pc:sldMk cId="2967683793" sldId="316"/>
        </pc:sldMkLst>
        <pc:spChg chg="mod">
          <ac:chgData name="Boatman, Anna Kathryn" userId="8adb65ec-17a6-42cf-9b24-1629fcbd589f" providerId="ADAL" clId="{48D7BA24-4829-437E-AF85-110CB9D41C62}" dt="2024-12-07T15:05:21.545" v="15357" actId="20577"/>
          <ac:spMkLst>
            <pc:docMk/>
            <pc:sldMk cId="2967683793" sldId="316"/>
            <ac:spMk id="2" creationId="{6FD4CB30-B3D8-509C-2F8A-B94183E1C1BE}"/>
          </ac:spMkLst>
        </pc:spChg>
        <pc:spChg chg="del">
          <ac:chgData name="Boatman, Anna Kathryn" userId="8adb65ec-17a6-42cf-9b24-1629fcbd589f" providerId="ADAL" clId="{48D7BA24-4829-437E-AF85-110CB9D41C62}" dt="2024-12-07T15:27:34.938" v="15373" actId="478"/>
          <ac:spMkLst>
            <pc:docMk/>
            <pc:sldMk cId="2967683793" sldId="316"/>
            <ac:spMk id="3" creationId="{110EEA8A-5406-76EF-0EF1-967F810C99C1}"/>
          </ac:spMkLst>
        </pc:spChg>
        <pc:spChg chg="add mod">
          <ac:chgData name="Boatman, Anna Kathryn" userId="8adb65ec-17a6-42cf-9b24-1629fcbd589f" providerId="ADAL" clId="{48D7BA24-4829-437E-AF85-110CB9D41C62}" dt="2024-12-07T15:52:37.760" v="15651" actId="20577"/>
          <ac:spMkLst>
            <pc:docMk/>
            <pc:sldMk cId="2967683793" sldId="316"/>
            <ac:spMk id="12" creationId="{299CCDBF-D8FE-3CAD-9DF3-24A80EB0BB1D}"/>
          </ac:spMkLst>
        </pc:spChg>
        <pc:spChg chg="add mod">
          <ac:chgData name="Boatman, Anna Kathryn" userId="8adb65ec-17a6-42cf-9b24-1629fcbd589f" providerId="ADAL" clId="{48D7BA24-4829-437E-AF85-110CB9D41C62}" dt="2024-12-07T15:29:00.654" v="15495" actId="1076"/>
          <ac:spMkLst>
            <pc:docMk/>
            <pc:sldMk cId="2967683793" sldId="316"/>
            <ac:spMk id="13" creationId="{E34B1B99-BDD3-5406-E567-FF823A1C9855}"/>
          </ac:spMkLst>
        </pc:spChg>
        <pc:spChg chg="add mod">
          <ac:chgData name="Boatman, Anna Kathryn" userId="8adb65ec-17a6-42cf-9b24-1629fcbd589f" providerId="ADAL" clId="{48D7BA24-4829-437E-AF85-110CB9D41C62}" dt="2024-12-07T15:44:56.513" v="15538" actId="20577"/>
          <ac:spMkLst>
            <pc:docMk/>
            <pc:sldMk cId="2967683793" sldId="316"/>
            <ac:spMk id="14" creationId="{910BCB31-F41F-D74F-59E9-319E596A5371}"/>
          </ac:spMkLst>
        </pc:spChg>
        <pc:spChg chg="add mod">
          <ac:chgData name="Boatman, Anna Kathryn" userId="8adb65ec-17a6-42cf-9b24-1629fcbd589f" providerId="ADAL" clId="{48D7BA24-4829-437E-AF85-110CB9D41C62}" dt="2024-12-07T15:56:48" v="15753" actId="20577"/>
          <ac:spMkLst>
            <pc:docMk/>
            <pc:sldMk cId="2967683793" sldId="316"/>
            <ac:spMk id="15" creationId="{DCDE04F0-C4A9-5554-1F4E-299CEFDD90B2}"/>
          </ac:spMkLst>
        </pc:spChg>
        <pc:spChg chg="add mod">
          <ac:chgData name="Boatman, Anna Kathryn" userId="8adb65ec-17a6-42cf-9b24-1629fcbd589f" providerId="ADAL" clId="{48D7BA24-4829-437E-AF85-110CB9D41C62}" dt="2024-12-07T15:53:28.158" v="15745" actId="14100"/>
          <ac:spMkLst>
            <pc:docMk/>
            <pc:sldMk cId="2967683793" sldId="316"/>
            <ac:spMk id="16" creationId="{91FAF554-4B4E-9153-9052-F0BD32C0692D}"/>
          </ac:spMkLst>
        </pc:spChg>
        <pc:picChg chg="add del mod">
          <ac:chgData name="Boatman, Anna Kathryn" userId="8adb65ec-17a6-42cf-9b24-1629fcbd589f" providerId="ADAL" clId="{48D7BA24-4829-437E-AF85-110CB9D41C62}" dt="2024-12-07T15:26:57.929" v="15366" actId="478"/>
          <ac:picMkLst>
            <pc:docMk/>
            <pc:sldMk cId="2967683793" sldId="316"/>
            <ac:picMk id="5" creationId="{7D6B5B2E-0304-08BD-7953-5E89BAF344AC}"/>
          </ac:picMkLst>
        </pc:picChg>
        <pc:picChg chg="add del mod">
          <ac:chgData name="Boatman, Anna Kathryn" userId="8adb65ec-17a6-42cf-9b24-1629fcbd589f" providerId="ADAL" clId="{48D7BA24-4829-437E-AF85-110CB9D41C62}" dt="2024-12-07T15:26:58.673" v="15367" actId="478"/>
          <ac:picMkLst>
            <pc:docMk/>
            <pc:sldMk cId="2967683793" sldId="316"/>
            <ac:picMk id="7" creationId="{3379CA86-E296-3F4D-1B1C-65268EFE2B78}"/>
          </ac:picMkLst>
        </pc:picChg>
        <pc:picChg chg="add mod">
          <ac:chgData name="Boatman, Anna Kathryn" userId="8adb65ec-17a6-42cf-9b24-1629fcbd589f" providerId="ADAL" clId="{48D7BA24-4829-437E-AF85-110CB9D41C62}" dt="2024-12-07T15:27:38.697" v="15374" actId="1076"/>
          <ac:picMkLst>
            <pc:docMk/>
            <pc:sldMk cId="2967683793" sldId="316"/>
            <ac:picMk id="9" creationId="{5A5AAE83-7BAE-A5A8-BB14-163DFAAAB30C}"/>
          </ac:picMkLst>
        </pc:picChg>
        <pc:picChg chg="add mod">
          <ac:chgData name="Boatman, Anna Kathryn" userId="8adb65ec-17a6-42cf-9b24-1629fcbd589f" providerId="ADAL" clId="{48D7BA24-4829-437E-AF85-110CB9D41C62}" dt="2024-12-07T15:27:41.159" v="15375" actId="1076"/>
          <ac:picMkLst>
            <pc:docMk/>
            <pc:sldMk cId="2967683793" sldId="316"/>
            <ac:picMk id="11" creationId="{09A53F6B-D278-894D-0B76-80078E851D94}"/>
          </ac:picMkLst>
        </pc:picChg>
      </pc:sldChg>
      <pc:sldChg chg="modSp add mod">
        <pc:chgData name="Boatman, Anna Kathryn" userId="8adb65ec-17a6-42cf-9b24-1629fcbd589f" providerId="ADAL" clId="{48D7BA24-4829-437E-AF85-110CB9D41C62}" dt="2024-12-07T15:59:37.399" v="15790" actId="403"/>
        <pc:sldMkLst>
          <pc:docMk/>
          <pc:sldMk cId="1913492200" sldId="317"/>
        </pc:sldMkLst>
        <pc:spChg chg="mod">
          <ac:chgData name="Boatman, Anna Kathryn" userId="8adb65ec-17a6-42cf-9b24-1629fcbd589f" providerId="ADAL" clId="{48D7BA24-4829-437E-AF85-110CB9D41C62}" dt="2024-12-07T15:59:37.399" v="15790" actId="403"/>
          <ac:spMkLst>
            <pc:docMk/>
            <pc:sldMk cId="1913492200" sldId="317"/>
            <ac:spMk id="3" creationId="{CC4574B5-938A-A997-BECE-2FFCE754827F}"/>
          </ac:spMkLst>
        </pc:spChg>
      </pc:sldChg>
      <pc:sldChg chg="addSp delSp modSp new mod ord">
        <pc:chgData name="Boatman, Anna Kathryn" userId="8adb65ec-17a6-42cf-9b24-1629fcbd589f" providerId="ADAL" clId="{48D7BA24-4829-437E-AF85-110CB9D41C62}" dt="2024-12-09T20:17:43.149" v="19574" actId="20577"/>
        <pc:sldMkLst>
          <pc:docMk/>
          <pc:sldMk cId="4251012803" sldId="318"/>
        </pc:sldMkLst>
        <pc:spChg chg="mod">
          <ac:chgData name="Boatman, Anna Kathryn" userId="8adb65ec-17a6-42cf-9b24-1629fcbd589f" providerId="ADAL" clId="{48D7BA24-4829-437E-AF85-110CB9D41C62}" dt="2024-12-09T20:17:43.149" v="19574" actId="20577"/>
          <ac:spMkLst>
            <pc:docMk/>
            <pc:sldMk cId="4251012803" sldId="318"/>
            <ac:spMk id="2" creationId="{77951BEF-8E8F-4BDD-036B-3AA757A7FEAA}"/>
          </ac:spMkLst>
        </pc:spChg>
        <pc:spChg chg="mod">
          <ac:chgData name="Boatman, Anna Kathryn" userId="8adb65ec-17a6-42cf-9b24-1629fcbd589f" providerId="ADAL" clId="{48D7BA24-4829-437E-AF85-110CB9D41C62}" dt="2024-12-09T15:06:59.900" v="18213" actId="20577"/>
          <ac:spMkLst>
            <pc:docMk/>
            <pc:sldMk cId="4251012803" sldId="318"/>
            <ac:spMk id="3" creationId="{539994DA-43B9-9E66-C3D6-BB023F57F6A5}"/>
          </ac:spMkLst>
        </pc:spChg>
        <pc:spChg chg="add mod">
          <ac:chgData name="Boatman, Anna Kathryn" userId="8adb65ec-17a6-42cf-9b24-1629fcbd589f" providerId="ADAL" clId="{48D7BA24-4829-437E-AF85-110CB9D41C62}" dt="2024-12-09T20:15:38.036" v="19512" actId="1076"/>
          <ac:spMkLst>
            <pc:docMk/>
            <pc:sldMk cId="4251012803" sldId="318"/>
            <ac:spMk id="5" creationId="{EF56B3BB-A15E-2AF6-567D-78D89629ACEF}"/>
          </ac:spMkLst>
        </pc:spChg>
        <pc:spChg chg="add mod">
          <ac:chgData name="Boatman, Anna Kathryn" userId="8adb65ec-17a6-42cf-9b24-1629fcbd589f" providerId="ADAL" clId="{48D7BA24-4829-437E-AF85-110CB9D41C62}" dt="2024-12-09T20:15:31.161" v="19511" actId="1076"/>
          <ac:spMkLst>
            <pc:docMk/>
            <pc:sldMk cId="4251012803" sldId="318"/>
            <ac:spMk id="10" creationId="{7D8893F3-483F-315D-0BF2-0938B8236ECD}"/>
          </ac:spMkLst>
        </pc:spChg>
        <pc:graphicFrameChg chg="add mod">
          <ac:chgData name="Boatman, Anna Kathryn" userId="8adb65ec-17a6-42cf-9b24-1629fcbd589f" providerId="ADAL" clId="{48D7BA24-4829-437E-AF85-110CB9D41C62}" dt="2024-12-09T20:15:31.161" v="19511" actId="1076"/>
          <ac:graphicFrameMkLst>
            <pc:docMk/>
            <pc:sldMk cId="4251012803" sldId="318"/>
            <ac:graphicFrameMk id="4" creationId="{88322350-9E5B-E9C1-01B3-67ABB29B5958}"/>
          </ac:graphicFrameMkLst>
        </pc:graphicFrameChg>
        <pc:graphicFrameChg chg="add del mod">
          <ac:chgData name="Boatman, Anna Kathryn" userId="8adb65ec-17a6-42cf-9b24-1629fcbd589f" providerId="ADAL" clId="{48D7BA24-4829-437E-AF85-110CB9D41C62}" dt="2024-12-09T20:13:25.458" v="19479" actId="21"/>
          <ac:graphicFrameMkLst>
            <pc:docMk/>
            <pc:sldMk cId="4251012803" sldId="318"/>
            <ac:graphicFrameMk id="11" creationId="{4B01AE7A-D83F-461D-A3C9-1A3DE2D81CC4}"/>
          </ac:graphicFrameMkLst>
        </pc:graphicFrameChg>
        <pc:picChg chg="add del mod">
          <ac:chgData name="Boatman, Anna Kathryn" userId="8adb65ec-17a6-42cf-9b24-1629fcbd589f" providerId="ADAL" clId="{48D7BA24-4829-437E-AF85-110CB9D41C62}" dt="2024-12-09T18:40:05.904" v="18674" actId="478"/>
          <ac:picMkLst>
            <pc:docMk/>
            <pc:sldMk cId="4251012803" sldId="318"/>
            <ac:picMk id="7" creationId="{973B0D31-4503-BFEA-0E2E-01B962B82BE3}"/>
          </ac:picMkLst>
        </pc:picChg>
        <pc:picChg chg="add mod">
          <ac:chgData name="Boatman, Anna Kathryn" userId="8adb65ec-17a6-42cf-9b24-1629fcbd589f" providerId="ADAL" clId="{48D7BA24-4829-437E-AF85-110CB9D41C62}" dt="2024-12-09T20:16:50.645" v="19522" actId="1076"/>
          <ac:picMkLst>
            <pc:docMk/>
            <pc:sldMk cId="4251012803" sldId="318"/>
            <ac:picMk id="1026" creationId="{AE19D2CC-89BD-3281-2B34-D89A0DD398D0}"/>
          </ac:picMkLst>
        </pc:picChg>
        <pc:cxnChg chg="add mod">
          <ac:chgData name="Boatman, Anna Kathryn" userId="8adb65ec-17a6-42cf-9b24-1629fcbd589f" providerId="ADAL" clId="{48D7BA24-4829-437E-AF85-110CB9D41C62}" dt="2024-12-09T20:15:31.161" v="19511" actId="1076"/>
          <ac:cxnSpMkLst>
            <pc:docMk/>
            <pc:sldMk cId="4251012803" sldId="318"/>
            <ac:cxnSpMk id="9" creationId="{BD60C649-9D90-02FD-F8EB-31986706B932}"/>
          </ac:cxnSpMkLst>
        </pc:cxnChg>
      </pc:sldChg>
      <pc:sldChg chg="addSp delSp modSp new mod ord">
        <pc:chgData name="Boatman, Anna Kathryn" userId="8adb65ec-17a6-42cf-9b24-1629fcbd589f" providerId="ADAL" clId="{48D7BA24-4829-437E-AF85-110CB9D41C62}" dt="2024-12-09T20:19:26.135" v="19584"/>
        <pc:sldMkLst>
          <pc:docMk/>
          <pc:sldMk cId="3000962515" sldId="319"/>
        </pc:sldMkLst>
        <pc:spChg chg="mod">
          <ac:chgData name="Boatman, Anna Kathryn" userId="8adb65ec-17a6-42cf-9b24-1629fcbd589f" providerId="ADAL" clId="{48D7BA24-4829-437E-AF85-110CB9D41C62}" dt="2024-12-09T12:59:14.096" v="17680" actId="6549"/>
          <ac:spMkLst>
            <pc:docMk/>
            <pc:sldMk cId="3000962515" sldId="319"/>
            <ac:spMk id="2" creationId="{3E826405-F942-35F2-FC74-592E6BC693F6}"/>
          </ac:spMkLst>
        </pc:spChg>
        <pc:spChg chg="del">
          <ac:chgData name="Boatman, Anna Kathryn" userId="8adb65ec-17a6-42cf-9b24-1629fcbd589f" providerId="ADAL" clId="{48D7BA24-4829-437E-AF85-110CB9D41C62}" dt="2024-12-09T16:37:39.415" v="18671" actId="478"/>
          <ac:spMkLst>
            <pc:docMk/>
            <pc:sldMk cId="3000962515" sldId="319"/>
            <ac:spMk id="3" creationId="{DB3A763C-BCF4-46EF-092A-35BA90CB7AD5}"/>
          </ac:spMkLst>
        </pc:spChg>
        <pc:spChg chg="add mod">
          <ac:chgData name="Boatman, Anna Kathryn" userId="8adb65ec-17a6-42cf-9b24-1629fcbd589f" providerId="ADAL" clId="{48D7BA24-4829-437E-AF85-110CB9D41C62}" dt="2024-12-09T20:07:42.068" v="19411" actId="20577"/>
          <ac:spMkLst>
            <pc:docMk/>
            <pc:sldMk cId="3000962515" sldId="319"/>
            <ac:spMk id="13" creationId="{8E3D87D8-BBBB-3E78-DDB1-1E72963269CB}"/>
          </ac:spMkLst>
        </pc:spChg>
        <pc:spChg chg="add mod">
          <ac:chgData name="Boatman, Anna Kathryn" userId="8adb65ec-17a6-42cf-9b24-1629fcbd589f" providerId="ADAL" clId="{48D7BA24-4829-437E-AF85-110CB9D41C62}" dt="2024-12-09T20:08:05.785" v="19434" actId="1076"/>
          <ac:spMkLst>
            <pc:docMk/>
            <pc:sldMk cId="3000962515" sldId="319"/>
            <ac:spMk id="15" creationId="{F384E243-AB1B-DF94-F318-9295A3D4A45C}"/>
          </ac:spMkLst>
        </pc:spChg>
        <pc:spChg chg="add mod">
          <ac:chgData name="Boatman, Anna Kathryn" userId="8adb65ec-17a6-42cf-9b24-1629fcbd589f" providerId="ADAL" clId="{48D7BA24-4829-437E-AF85-110CB9D41C62}" dt="2024-12-09T20:07:47.097" v="19412" actId="1076"/>
          <ac:spMkLst>
            <pc:docMk/>
            <pc:sldMk cId="3000962515" sldId="319"/>
            <ac:spMk id="17" creationId="{EB0A3A87-B16E-999D-29E9-0E0F2C062F9C}"/>
          </ac:spMkLst>
        </pc:spChg>
        <pc:spChg chg="add mod">
          <ac:chgData name="Boatman, Anna Kathryn" userId="8adb65ec-17a6-42cf-9b24-1629fcbd589f" providerId="ADAL" clId="{48D7BA24-4829-437E-AF85-110CB9D41C62}" dt="2024-12-09T20:07:00.005" v="19394" actId="1076"/>
          <ac:spMkLst>
            <pc:docMk/>
            <pc:sldMk cId="3000962515" sldId="319"/>
            <ac:spMk id="18" creationId="{9B3BFC32-70D1-D037-A988-9C091FCC2747}"/>
          </ac:spMkLst>
        </pc:spChg>
        <pc:graphicFrameChg chg="add del mod">
          <ac:chgData name="Boatman, Anna Kathryn" userId="8adb65ec-17a6-42cf-9b24-1629fcbd589f" providerId="ADAL" clId="{48D7BA24-4829-437E-AF85-110CB9D41C62}" dt="2024-12-09T20:07:31.499" v="19397" actId="478"/>
          <ac:graphicFrameMkLst>
            <pc:docMk/>
            <pc:sldMk cId="3000962515" sldId="319"/>
            <ac:graphicFrameMk id="12" creationId="{4D17701E-D401-08B6-C900-47EAF14007C6}"/>
          </ac:graphicFrameMkLst>
        </pc:graphicFrameChg>
        <pc:graphicFrameChg chg="add mod">
          <ac:chgData name="Boatman, Anna Kathryn" userId="8adb65ec-17a6-42cf-9b24-1629fcbd589f" providerId="ADAL" clId="{48D7BA24-4829-437E-AF85-110CB9D41C62}" dt="2024-12-09T20:08:03.461" v="19433" actId="1076"/>
          <ac:graphicFrameMkLst>
            <pc:docMk/>
            <pc:sldMk cId="3000962515" sldId="319"/>
            <ac:graphicFrameMk id="14" creationId="{72A3EC41-0C85-FE60-8054-AE9D28C90B88}"/>
          </ac:graphicFrameMkLst>
        </pc:graphicFrameChg>
        <pc:graphicFrameChg chg="add mod">
          <ac:chgData name="Boatman, Anna Kathryn" userId="8adb65ec-17a6-42cf-9b24-1629fcbd589f" providerId="ADAL" clId="{48D7BA24-4829-437E-AF85-110CB9D41C62}" dt="2024-12-09T19:34:32.188" v="18803" actId="20577"/>
          <ac:graphicFrameMkLst>
            <pc:docMk/>
            <pc:sldMk cId="3000962515" sldId="319"/>
            <ac:graphicFrameMk id="16" creationId="{3F860625-9A83-49C9-BA85-1F356FFB37D7}"/>
          </ac:graphicFrameMkLst>
        </pc:graphicFrameChg>
        <pc:graphicFrameChg chg="add mod">
          <ac:chgData name="Boatman, Anna Kathryn" userId="8adb65ec-17a6-42cf-9b24-1629fcbd589f" providerId="ADAL" clId="{48D7BA24-4829-437E-AF85-110CB9D41C62}" dt="2024-12-09T20:07:39.051" v="19401" actId="1076"/>
          <ac:graphicFrameMkLst>
            <pc:docMk/>
            <pc:sldMk cId="3000962515" sldId="319"/>
            <ac:graphicFrameMk id="19" creationId="{B96EA45C-D08E-B1F0-E132-656AB83F7325}"/>
          </ac:graphicFrameMkLst>
        </pc:graphicFrameChg>
        <pc:picChg chg="add del mod">
          <ac:chgData name="Boatman, Anna Kathryn" userId="8adb65ec-17a6-42cf-9b24-1629fcbd589f" providerId="ADAL" clId="{48D7BA24-4829-437E-AF85-110CB9D41C62}" dt="2024-12-09T13:58:32.209" v="17833" actId="478"/>
          <ac:picMkLst>
            <pc:docMk/>
            <pc:sldMk cId="3000962515" sldId="319"/>
            <ac:picMk id="5" creationId="{7897D948-BA24-D1E1-60BB-217487BE30DF}"/>
          </ac:picMkLst>
        </pc:picChg>
        <pc:picChg chg="add del mod">
          <ac:chgData name="Boatman, Anna Kathryn" userId="8adb65ec-17a6-42cf-9b24-1629fcbd589f" providerId="ADAL" clId="{48D7BA24-4829-437E-AF85-110CB9D41C62}" dt="2024-12-09T13:58:35.194" v="17834" actId="478"/>
          <ac:picMkLst>
            <pc:docMk/>
            <pc:sldMk cId="3000962515" sldId="319"/>
            <ac:picMk id="7" creationId="{3DEB0342-5EFD-0C95-A786-F1F6855BDC7F}"/>
          </ac:picMkLst>
        </pc:picChg>
        <pc:picChg chg="add mod">
          <ac:chgData name="Boatman, Anna Kathryn" userId="8adb65ec-17a6-42cf-9b24-1629fcbd589f" providerId="ADAL" clId="{48D7BA24-4829-437E-AF85-110CB9D41C62}" dt="2024-12-09T19:34:15.936" v="18790" actId="1076"/>
          <ac:picMkLst>
            <pc:docMk/>
            <pc:sldMk cId="3000962515" sldId="319"/>
            <ac:picMk id="9" creationId="{5F8E2E1A-F3B9-37D6-2B7C-C530CB978F7B}"/>
          </ac:picMkLst>
        </pc:picChg>
        <pc:picChg chg="add del mod">
          <ac:chgData name="Boatman, Anna Kathryn" userId="8adb65ec-17a6-42cf-9b24-1629fcbd589f" providerId="ADAL" clId="{48D7BA24-4829-437E-AF85-110CB9D41C62}" dt="2024-12-09T19:34:07.029" v="18786" actId="478"/>
          <ac:picMkLst>
            <pc:docMk/>
            <pc:sldMk cId="3000962515" sldId="319"/>
            <ac:picMk id="11" creationId="{C3DC3499-7119-6A8B-D76B-32E989CFDD71}"/>
          </ac:picMkLst>
        </pc:picChg>
      </pc:sldChg>
      <pc:sldChg chg="addSp delSp modSp new del mod">
        <pc:chgData name="Boatman, Anna Kathryn" userId="8adb65ec-17a6-42cf-9b24-1629fcbd589f" providerId="ADAL" clId="{48D7BA24-4829-437E-AF85-110CB9D41C62}" dt="2024-12-09T20:23:59.993" v="19824" actId="47"/>
        <pc:sldMkLst>
          <pc:docMk/>
          <pc:sldMk cId="2715840300" sldId="320"/>
        </pc:sldMkLst>
        <pc:spChg chg="mod">
          <ac:chgData name="Boatman, Anna Kathryn" userId="8adb65ec-17a6-42cf-9b24-1629fcbd589f" providerId="ADAL" clId="{48D7BA24-4829-437E-AF85-110CB9D41C62}" dt="2024-12-09T12:57:06.789" v="17666" actId="20577"/>
          <ac:spMkLst>
            <pc:docMk/>
            <pc:sldMk cId="2715840300" sldId="320"/>
            <ac:spMk id="2" creationId="{DBE4E8E0-492F-6B12-C28F-6DA666E7E3B6}"/>
          </ac:spMkLst>
        </pc:spChg>
        <pc:spChg chg="del">
          <ac:chgData name="Boatman, Anna Kathryn" userId="8adb65ec-17a6-42cf-9b24-1629fcbd589f" providerId="ADAL" clId="{48D7BA24-4829-437E-AF85-110CB9D41C62}" dt="2024-12-09T15:11:34.507" v="18214" actId="478"/>
          <ac:spMkLst>
            <pc:docMk/>
            <pc:sldMk cId="2715840300" sldId="320"/>
            <ac:spMk id="3" creationId="{42884C22-0FE7-985F-90F6-63752A87FAF6}"/>
          </ac:spMkLst>
        </pc:spChg>
        <pc:spChg chg="add mod">
          <ac:chgData name="Boatman, Anna Kathryn" userId="8adb65ec-17a6-42cf-9b24-1629fcbd589f" providerId="ADAL" clId="{48D7BA24-4829-437E-AF85-110CB9D41C62}" dt="2024-12-09T15:33:22.844" v="18292" actId="1076"/>
          <ac:spMkLst>
            <pc:docMk/>
            <pc:sldMk cId="2715840300" sldId="320"/>
            <ac:spMk id="10" creationId="{347281CA-B759-FD57-46D3-4A6E0DB1EBC0}"/>
          </ac:spMkLst>
        </pc:spChg>
        <pc:spChg chg="add mod">
          <ac:chgData name="Boatman, Anna Kathryn" userId="8adb65ec-17a6-42cf-9b24-1629fcbd589f" providerId="ADAL" clId="{48D7BA24-4829-437E-AF85-110CB9D41C62}" dt="2024-12-09T20:21:55.673" v="19615" actId="1076"/>
          <ac:spMkLst>
            <pc:docMk/>
            <pc:sldMk cId="2715840300" sldId="320"/>
            <ac:spMk id="13" creationId="{0A37F275-7E18-FDE7-83D0-4804DDDDC600}"/>
          </ac:spMkLst>
        </pc:spChg>
        <pc:picChg chg="add del mod">
          <ac:chgData name="Boatman, Anna Kathryn" userId="8adb65ec-17a6-42cf-9b24-1629fcbd589f" providerId="ADAL" clId="{48D7BA24-4829-437E-AF85-110CB9D41C62}" dt="2024-12-09T20:21:47.563" v="19611" actId="478"/>
          <ac:picMkLst>
            <pc:docMk/>
            <pc:sldMk cId="2715840300" sldId="320"/>
            <ac:picMk id="5" creationId="{FF4D34B2-5F23-4952-ABC7-9927F927E874}"/>
          </ac:picMkLst>
        </pc:picChg>
        <pc:picChg chg="add del mod">
          <ac:chgData name="Boatman, Anna Kathryn" userId="8adb65ec-17a6-42cf-9b24-1629fcbd589f" providerId="ADAL" clId="{48D7BA24-4829-437E-AF85-110CB9D41C62}" dt="2024-12-09T20:18:45.993" v="19582" actId="478"/>
          <ac:picMkLst>
            <pc:docMk/>
            <pc:sldMk cId="2715840300" sldId="320"/>
            <ac:picMk id="7" creationId="{8D7B1C0B-BE47-1E3D-5701-41C08F63EA92}"/>
          </ac:picMkLst>
        </pc:picChg>
        <pc:picChg chg="add mod">
          <ac:chgData name="Boatman, Anna Kathryn" userId="8adb65ec-17a6-42cf-9b24-1629fcbd589f" providerId="ADAL" clId="{48D7BA24-4829-437E-AF85-110CB9D41C62}" dt="2024-12-09T20:18:38.448" v="19580" actId="1076"/>
          <ac:picMkLst>
            <pc:docMk/>
            <pc:sldMk cId="2715840300" sldId="320"/>
            <ac:picMk id="9" creationId="{2E4546AA-9A49-07F4-0308-E7BB7994C284}"/>
          </ac:picMkLst>
        </pc:picChg>
        <pc:picChg chg="add mod">
          <ac:chgData name="Boatman, Anna Kathryn" userId="8adb65ec-17a6-42cf-9b24-1629fcbd589f" providerId="ADAL" clId="{48D7BA24-4829-437E-AF85-110CB9D41C62}" dt="2024-12-09T20:18:29.046" v="19576" actId="1076"/>
          <ac:picMkLst>
            <pc:docMk/>
            <pc:sldMk cId="2715840300" sldId="320"/>
            <ac:picMk id="12" creationId="{C00B3DFF-7589-E5F3-9455-1170C03ECBEE}"/>
          </ac:picMkLst>
        </pc:picChg>
      </pc:sldChg>
      <pc:sldChg chg="addSp delSp modSp add mod modClrScheme chgLayout">
        <pc:chgData name="Boatman, Anna Kathryn" userId="8adb65ec-17a6-42cf-9b24-1629fcbd589f" providerId="ADAL" clId="{48D7BA24-4829-437E-AF85-110CB9D41C62}" dt="2024-12-09T20:23:56.152" v="19823" actId="1076"/>
        <pc:sldMkLst>
          <pc:docMk/>
          <pc:sldMk cId="2018565754" sldId="321"/>
        </pc:sldMkLst>
        <pc:spChg chg="mod ord">
          <ac:chgData name="Boatman, Anna Kathryn" userId="8adb65ec-17a6-42cf-9b24-1629fcbd589f" providerId="ADAL" clId="{48D7BA24-4829-437E-AF85-110CB9D41C62}" dt="2024-12-09T20:23:47.291" v="19819" actId="20577"/>
          <ac:spMkLst>
            <pc:docMk/>
            <pc:sldMk cId="2018565754" sldId="321"/>
            <ac:spMk id="2" creationId="{6D809324-54D0-E004-3AC3-6870AD6C9DD6}"/>
          </ac:spMkLst>
        </pc:spChg>
        <pc:spChg chg="del">
          <ac:chgData name="Boatman, Anna Kathryn" userId="8adb65ec-17a6-42cf-9b24-1629fcbd589f" providerId="ADAL" clId="{48D7BA24-4829-437E-AF85-110CB9D41C62}" dt="2024-12-09T20:18:15.822" v="19575" actId="700"/>
          <ac:spMkLst>
            <pc:docMk/>
            <pc:sldMk cId="2018565754" sldId="321"/>
            <ac:spMk id="3" creationId="{13EB9AB6-0B66-6982-85B8-EBB8DEC3356E}"/>
          </ac:spMkLst>
        </pc:spChg>
        <pc:spChg chg="add mod">
          <ac:chgData name="Boatman, Anna Kathryn" userId="8adb65ec-17a6-42cf-9b24-1629fcbd589f" providerId="ADAL" clId="{48D7BA24-4829-437E-AF85-110CB9D41C62}" dt="2024-12-09T20:19:32" v="19585" actId="1076"/>
          <ac:spMkLst>
            <pc:docMk/>
            <pc:sldMk cId="2018565754" sldId="321"/>
            <ac:spMk id="5" creationId="{95B283AD-069A-218A-3BB2-4255B8595082}"/>
          </ac:spMkLst>
        </pc:spChg>
        <pc:spChg chg="add mod">
          <ac:chgData name="Boatman, Anna Kathryn" userId="8adb65ec-17a6-42cf-9b24-1629fcbd589f" providerId="ADAL" clId="{48D7BA24-4829-437E-AF85-110CB9D41C62}" dt="2024-12-09T20:23:56.152" v="19823" actId="1076"/>
          <ac:spMkLst>
            <pc:docMk/>
            <pc:sldMk cId="2018565754" sldId="321"/>
            <ac:spMk id="15" creationId="{4D10665F-878D-55D7-2E72-C737DDFD97CE}"/>
          </ac:spMkLst>
        </pc:spChg>
        <pc:spChg chg="add mod">
          <ac:chgData name="Boatman, Anna Kathryn" userId="8adb65ec-17a6-42cf-9b24-1629fcbd589f" providerId="ADAL" clId="{48D7BA24-4829-437E-AF85-110CB9D41C62}" dt="2024-12-09T20:23:48.292" v="19820" actId="1076"/>
          <ac:spMkLst>
            <pc:docMk/>
            <pc:sldMk cId="2018565754" sldId="321"/>
            <ac:spMk id="16" creationId="{5229344B-35F3-F0AA-97C6-5392407F108F}"/>
          </ac:spMkLst>
        </pc:spChg>
        <pc:graphicFrameChg chg="add mod">
          <ac:chgData name="Boatman, Anna Kathryn" userId="8adb65ec-17a6-42cf-9b24-1629fcbd589f" providerId="ADAL" clId="{48D7BA24-4829-437E-AF85-110CB9D41C62}" dt="2024-12-09T20:22:28.534" v="19625" actId="404"/>
          <ac:graphicFrameMkLst>
            <pc:docMk/>
            <pc:sldMk cId="2018565754" sldId="321"/>
            <ac:graphicFrameMk id="10" creationId="{C0DE97BE-5F51-C362-ABE1-8811B149CC58}"/>
          </ac:graphicFrameMkLst>
        </pc:graphicFrameChg>
        <pc:graphicFrameChg chg="add del mod">
          <ac:chgData name="Boatman, Anna Kathryn" userId="8adb65ec-17a6-42cf-9b24-1629fcbd589f" providerId="ADAL" clId="{48D7BA24-4829-437E-AF85-110CB9D41C62}" dt="2024-12-09T20:20:55.110" v="19597" actId="478"/>
          <ac:graphicFrameMkLst>
            <pc:docMk/>
            <pc:sldMk cId="2018565754" sldId="321"/>
            <ac:graphicFrameMk id="11" creationId="{EBDB7A77-25E5-74F8-1BF5-171F92F4314A}"/>
          </ac:graphicFrameMkLst>
        </pc:graphicFrameChg>
        <pc:graphicFrameChg chg="add mod">
          <ac:chgData name="Boatman, Anna Kathryn" userId="8adb65ec-17a6-42cf-9b24-1629fcbd589f" providerId="ADAL" clId="{48D7BA24-4829-437E-AF85-110CB9D41C62}" dt="2024-12-09T20:22:36.354" v="19628" actId="1076"/>
          <ac:graphicFrameMkLst>
            <pc:docMk/>
            <pc:sldMk cId="2018565754" sldId="321"/>
            <ac:graphicFrameMk id="12" creationId="{39CAE3A5-28A9-7EA1-022F-04539E66BF48}"/>
          </ac:graphicFrameMkLst>
        </pc:graphicFrameChg>
        <pc:picChg chg="add mod">
          <ac:chgData name="Boatman, Anna Kathryn" userId="8adb65ec-17a6-42cf-9b24-1629fcbd589f" providerId="ADAL" clId="{48D7BA24-4829-437E-AF85-110CB9D41C62}" dt="2024-12-09T20:19:32" v="19585" actId="1076"/>
          <ac:picMkLst>
            <pc:docMk/>
            <pc:sldMk cId="2018565754" sldId="321"/>
            <ac:picMk id="4" creationId="{76E222BF-E5D6-3EF3-A96E-7B150652AB99}"/>
          </ac:picMkLst>
        </pc:picChg>
        <pc:picChg chg="add del mod">
          <ac:chgData name="Boatman, Anna Kathryn" userId="8adb65ec-17a6-42cf-9b24-1629fcbd589f" providerId="ADAL" clId="{48D7BA24-4829-437E-AF85-110CB9D41C62}" dt="2024-12-09T20:20:00.658" v="19588" actId="478"/>
          <ac:picMkLst>
            <pc:docMk/>
            <pc:sldMk cId="2018565754" sldId="321"/>
            <ac:picMk id="7" creationId="{C2097669-4B62-FD0B-A22A-9CE5EA0D39EB}"/>
          </ac:picMkLst>
        </pc:picChg>
        <pc:picChg chg="add del mod">
          <ac:chgData name="Boatman, Anna Kathryn" userId="8adb65ec-17a6-42cf-9b24-1629fcbd589f" providerId="ADAL" clId="{48D7BA24-4829-437E-AF85-110CB9D41C62}" dt="2024-12-09T20:21:23.346" v="19606" actId="478"/>
          <ac:picMkLst>
            <pc:docMk/>
            <pc:sldMk cId="2018565754" sldId="321"/>
            <ac:picMk id="9" creationId="{A27FEC41-19BD-E8BC-A916-21B316142C12}"/>
          </ac:picMkLst>
        </pc:picChg>
        <pc:picChg chg="add mod">
          <ac:chgData name="Boatman, Anna Kathryn" userId="8adb65ec-17a6-42cf-9b24-1629fcbd589f" providerId="ADAL" clId="{48D7BA24-4829-437E-AF85-110CB9D41C62}" dt="2024-12-09T20:23:51.755" v="19821" actId="1076"/>
          <ac:picMkLst>
            <pc:docMk/>
            <pc:sldMk cId="2018565754" sldId="321"/>
            <ac:picMk id="13" creationId="{8ACA249C-8C1B-2847-4D94-4ADB5617D97E}"/>
          </ac:picMkLst>
        </pc:picChg>
        <pc:picChg chg="add mod">
          <ac:chgData name="Boatman, Anna Kathryn" userId="8adb65ec-17a6-42cf-9b24-1629fcbd589f" providerId="ADAL" clId="{48D7BA24-4829-437E-AF85-110CB9D41C62}" dt="2024-12-09T20:23:42.787" v="19806" actId="1076"/>
          <ac:picMkLst>
            <pc:docMk/>
            <pc:sldMk cId="2018565754" sldId="321"/>
            <ac:picMk id="14" creationId="{F670733D-D91E-670A-67E5-80B39CFA00F1}"/>
          </ac:picMkLst>
        </pc:picChg>
      </pc:sldChg>
      <pc:sldChg chg="addSp delSp modSp new mod">
        <pc:chgData name="Boatman, Anna Kathryn" userId="8adb65ec-17a6-42cf-9b24-1629fcbd589f" providerId="ADAL" clId="{48D7BA24-4829-437E-AF85-110CB9D41C62}" dt="2024-12-09T20:16:23.351" v="19521" actId="1076"/>
        <pc:sldMkLst>
          <pc:docMk/>
          <pc:sldMk cId="3108732547" sldId="322"/>
        </pc:sldMkLst>
        <pc:spChg chg="mod">
          <ac:chgData name="Boatman, Anna Kathryn" userId="8adb65ec-17a6-42cf-9b24-1629fcbd589f" providerId="ADAL" clId="{48D7BA24-4829-437E-AF85-110CB9D41C62}" dt="2024-12-09T20:12:30.811" v="19477" actId="20577"/>
          <ac:spMkLst>
            <pc:docMk/>
            <pc:sldMk cId="3108732547" sldId="322"/>
            <ac:spMk id="2" creationId="{3477FD26-3D52-B0ED-5CB6-51664D874D59}"/>
          </ac:spMkLst>
        </pc:spChg>
        <pc:spChg chg="del">
          <ac:chgData name="Boatman, Anna Kathryn" userId="8adb65ec-17a6-42cf-9b24-1629fcbd589f" providerId="ADAL" clId="{48D7BA24-4829-437E-AF85-110CB9D41C62}" dt="2024-12-09T13:36:28.767" v="17724" actId="478"/>
          <ac:spMkLst>
            <pc:docMk/>
            <pc:sldMk cId="3108732547" sldId="322"/>
            <ac:spMk id="3" creationId="{3612AFC9-4BD4-DF55-F62A-767A6A242CCF}"/>
          </ac:spMkLst>
        </pc:spChg>
        <pc:spChg chg="add mod">
          <ac:chgData name="Boatman, Anna Kathryn" userId="8adb65ec-17a6-42cf-9b24-1629fcbd589f" providerId="ADAL" clId="{48D7BA24-4829-437E-AF85-110CB9D41C62}" dt="2024-12-09T16:31:56.629" v="18613" actId="1076"/>
          <ac:spMkLst>
            <pc:docMk/>
            <pc:sldMk cId="3108732547" sldId="322"/>
            <ac:spMk id="5" creationId="{79C54BD3-B9D1-826E-81DA-8BE6B01084A5}"/>
          </ac:spMkLst>
        </pc:spChg>
        <pc:spChg chg="add del">
          <ac:chgData name="Boatman, Anna Kathryn" userId="8adb65ec-17a6-42cf-9b24-1629fcbd589f" providerId="ADAL" clId="{48D7BA24-4829-437E-AF85-110CB9D41C62}" dt="2024-12-09T15:38:17.604" v="18295" actId="22"/>
          <ac:spMkLst>
            <pc:docMk/>
            <pc:sldMk cId="3108732547" sldId="322"/>
            <ac:spMk id="8" creationId="{847B51D9-F910-4FA1-4D81-452D8B6870E0}"/>
          </ac:spMkLst>
        </pc:spChg>
        <pc:spChg chg="add del mod">
          <ac:chgData name="Boatman, Anna Kathryn" userId="8adb65ec-17a6-42cf-9b24-1629fcbd589f" providerId="ADAL" clId="{48D7BA24-4829-437E-AF85-110CB9D41C62}" dt="2024-12-09T16:04:57.416" v="18564" actId="478"/>
          <ac:spMkLst>
            <pc:docMk/>
            <pc:sldMk cId="3108732547" sldId="322"/>
            <ac:spMk id="9" creationId="{E68D92EC-23A2-1020-86BD-4A9BDAFBF9C2}"/>
          </ac:spMkLst>
        </pc:spChg>
        <pc:spChg chg="add mod">
          <ac:chgData name="Boatman, Anna Kathryn" userId="8adb65ec-17a6-42cf-9b24-1629fcbd589f" providerId="ADAL" clId="{48D7BA24-4829-437E-AF85-110CB9D41C62}" dt="2024-12-09T16:06:08.872" v="18602" actId="20577"/>
          <ac:spMkLst>
            <pc:docMk/>
            <pc:sldMk cId="3108732547" sldId="322"/>
            <ac:spMk id="14" creationId="{51E4DA12-911A-5BAB-03C7-92558DD5E553}"/>
          </ac:spMkLst>
        </pc:spChg>
        <pc:spChg chg="add mod">
          <ac:chgData name="Boatman, Anna Kathryn" userId="8adb65ec-17a6-42cf-9b24-1629fcbd589f" providerId="ADAL" clId="{48D7BA24-4829-437E-AF85-110CB9D41C62}" dt="2024-12-09T16:05:59.656" v="18598" actId="20577"/>
          <ac:spMkLst>
            <pc:docMk/>
            <pc:sldMk cId="3108732547" sldId="322"/>
            <ac:spMk id="15" creationId="{4C2FCCD1-8772-1245-4C00-DB6FEAC9642A}"/>
          </ac:spMkLst>
        </pc:spChg>
        <pc:spChg chg="add mod">
          <ac:chgData name="Boatman, Anna Kathryn" userId="8adb65ec-17a6-42cf-9b24-1629fcbd589f" providerId="ADAL" clId="{48D7BA24-4829-437E-AF85-110CB9D41C62}" dt="2024-12-09T20:16:23.351" v="19521" actId="1076"/>
          <ac:spMkLst>
            <pc:docMk/>
            <pc:sldMk cId="3108732547" sldId="322"/>
            <ac:spMk id="20" creationId="{1B9CAFB2-6582-6034-686C-F0D351FAFE50}"/>
          </ac:spMkLst>
        </pc:spChg>
        <pc:graphicFrameChg chg="add mod">
          <ac:chgData name="Boatman, Anna Kathryn" userId="8adb65ec-17a6-42cf-9b24-1629fcbd589f" providerId="ADAL" clId="{48D7BA24-4829-437E-AF85-110CB9D41C62}" dt="2024-12-09T16:31:54.259" v="18612" actId="1076"/>
          <ac:graphicFrameMkLst>
            <pc:docMk/>
            <pc:sldMk cId="3108732547" sldId="322"/>
            <ac:graphicFrameMk id="4" creationId="{A01D1ABB-0DF8-EFA3-AB6E-5D23D89E1271}"/>
          </ac:graphicFrameMkLst>
        </pc:graphicFrameChg>
        <pc:graphicFrameChg chg="add del mod">
          <ac:chgData name="Boatman, Anna Kathryn" userId="8adb65ec-17a6-42cf-9b24-1629fcbd589f" providerId="ADAL" clId="{48D7BA24-4829-437E-AF85-110CB9D41C62}" dt="2024-12-09T16:02:04.642" v="18554" actId="478"/>
          <ac:graphicFrameMkLst>
            <pc:docMk/>
            <pc:sldMk cId="3108732547" sldId="322"/>
            <ac:graphicFrameMk id="6" creationId="{18A60A71-7369-79F7-EF14-1A536E73C995}"/>
          </ac:graphicFrameMkLst>
        </pc:graphicFrameChg>
        <pc:graphicFrameChg chg="add del mod">
          <ac:chgData name="Boatman, Anna Kathryn" userId="8adb65ec-17a6-42cf-9b24-1629fcbd589f" providerId="ADAL" clId="{48D7BA24-4829-437E-AF85-110CB9D41C62}" dt="2024-12-09T16:04:43.640" v="18560" actId="478"/>
          <ac:graphicFrameMkLst>
            <pc:docMk/>
            <pc:sldMk cId="3108732547" sldId="322"/>
            <ac:graphicFrameMk id="10" creationId="{1048AEAC-2505-AA54-DFDC-D2B7E99A429F}"/>
          </ac:graphicFrameMkLst>
        </pc:graphicFrameChg>
        <pc:graphicFrameChg chg="add del mod">
          <ac:chgData name="Boatman, Anna Kathryn" userId="8adb65ec-17a6-42cf-9b24-1629fcbd589f" providerId="ADAL" clId="{48D7BA24-4829-437E-AF85-110CB9D41C62}" dt="2024-12-09T16:04:45.321" v="18561" actId="478"/>
          <ac:graphicFrameMkLst>
            <pc:docMk/>
            <pc:sldMk cId="3108732547" sldId="322"/>
            <ac:graphicFrameMk id="11" creationId="{710C0F26-B2AF-A954-10AA-612B22AD187E}"/>
          </ac:graphicFrameMkLst>
        </pc:graphicFrameChg>
        <pc:graphicFrameChg chg="add mod">
          <ac:chgData name="Boatman, Anna Kathryn" userId="8adb65ec-17a6-42cf-9b24-1629fcbd589f" providerId="ADAL" clId="{48D7BA24-4829-437E-AF85-110CB9D41C62}" dt="2024-12-09T16:04:52.930" v="18563" actId="1076"/>
          <ac:graphicFrameMkLst>
            <pc:docMk/>
            <pc:sldMk cId="3108732547" sldId="322"/>
            <ac:graphicFrameMk id="12" creationId="{6EE810FF-6009-446C-BA17-EE669D7211E1}"/>
          </ac:graphicFrameMkLst>
        </pc:graphicFrameChg>
        <pc:graphicFrameChg chg="add mod">
          <ac:chgData name="Boatman, Anna Kathryn" userId="8adb65ec-17a6-42cf-9b24-1629fcbd589f" providerId="ADAL" clId="{48D7BA24-4829-437E-AF85-110CB9D41C62}" dt="2024-12-09T16:05:21.472" v="18567" actId="1076"/>
          <ac:graphicFrameMkLst>
            <pc:docMk/>
            <pc:sldMk cId="3108732547" sldId="322"/>
            <ac:graphicFrameMk id="13" creationId="{81E395FA-D33D-4B44-CA3E-0AE6F940E076}"/>
          </ac:graphicFrameMkLst>
        </pc:graphicFrameChg>
        <pc:graphicFrameChg chg="add mod">
          <ac:chgData name="Boatman, Anna Kathryn" userId="8adb65ec-17a6-42cf-9b24-1629fcbd589f" providerId="ADAL" clId="{48D7BA24-4829-437E-AF85-110CB9D41C62}" dt="2024-12-09T16:09:28.529" v="18605" actId="1076"/>
          <ac:graphicFrameMkLst>
            <pc:docMk/>
            <pc:sldMk cId="3108732547" sldId="322"/>
            <ac:graphicFrameMk id="16" creationId="{148C6958-D146-DF25-718C-0E23634341BC}"/>
          </ac:graphicFrameMkLst>
        </pc:graphicFrameChg>
        <pc:graphicFrameChg chg="add mod">
          <ac:chgData name="Boatman, Anna Kathryn" userId="8adb65ec-17a6-42cf-9b24-1629fcbd589f" providerId="ADAL" clId="{48D7BA24-4829-437E-AF85-110CB9D41C62}" dt="2024-12-09T16:31:20.199" v="18606"/>
          <ac:graphicFrameMkLst>
            <pc:docMk/>
            <pc:sldMk cId="3108732547" sldId="322"/>
            <ac:graphicFrameMk id="17" creationId="{5D16E861-A28C-DF42-5218-456B9892C4AA}"/>
          </ac:graphicFrameMkLst>
        </pc:graphicFrameChg>
        <pc:graphicFrameChg chg="add mod">
          <ac:chgData name="Boatman, Anna Kathryn" userId="8adb65ec-17a6-42cf-9b24-1629fcbd589f" providerId="ADAL" clId="{48D7BA24-4829-437E-AF85-110CB9D41C62}" dt="2024-12-09T20:16:21.481" v="19520" actId="1076"/>
          <ac:graphicFrameMkLst>
            <pc:docMk/>
            <pc:sldMk cId="3108732547" sldId="322"/>
            <ac:graphicFrameMk id="18" creationId="{58222B32-4AB8-2E46-17E6-55345A8D27DD}"/>
          </ac:graphicFrameMkLst>
        </pc:graphicFrameChg>
        <pc:graphicFrameChg chg="add mod">
          <ac:chgData name="Boatman, Anna Kathryn" userId="8adb65ec-17a6-42cf-9b24-1629fcbd589f" providerId="ADAL" clId="{48D7BA24-4829-437E-AF85-110CB9D41C62}" dt="2024-12-09T20:16:17.543" v="19518" actId="1076"/>
          <ac:graphicFrameMkLst>
            <pc:docMk/>
            <pc:sldMk cId="3108732547" sldId="322"/>
            <ac:graphicFrameMk id="19" creationId="{695510BF-9D25-A314-9234-2FA41E8E0F8A}"/>
          </ac:graphicFrameMkLst>
        </pc:graphicFrameChg>
      </pc:sldChg>
      <pc:sldChg chg="addSp modSp new del mod">
        <pc:chgData name="Boatman, Anna Kathryn" userId="8adb65ec-17a6-42cf-9b24-1629fcbd589f" providerId="ADAL" clId="{48D7BA24-4829-437E-AF85-110CB9D41C62}" dt="2024-12-09T20:13:16.497" v="19478" actId="47"/>
        <pc:sldMkLst>
          <pc:docMk/>
          <pc:sldMk cId="821555756" sldId="323"/>
        </pc:sldMkLst>
        <pc:picChg chg="add mod">
          <ac:chgData name="Boatman, Anna Kathryn" userId="8adb65ec-17a6-42cf-9b24-1629fcbd589f" providerId="ADAL" clId="{48D7BA24-4829-437E-AF85-110CB9D41C62}" dt="2024-12-09T15:30:16.247" v="18286" actId="1076"/>
          <ac:picMkLst>
            <pc:docMk/>
            <pc:sldMk cId="821555756" sldId="323"/>
            <ac:picMk id="5" creationId="{7D236713-A85B-FB58-A01E-37E3AD961A5F}"/>
          </ac:picMkLst>
        </pc:picChg>
        <pc:picChg chg="add mod">
          <ac:chgData name="Boatman, Anna Kathryn" userId="8adb65ec-17a6-42cf-9b24-1629fcbd589f" providerId="ADAL" clId="{48D7BA24-4829-437E-AF85-110CB9D41C62}" dt="2024-12-09T15:30:18.383" v="18287" actId="1076"/>
          <ac:picMkLst>
            <pc:docMk/>
            <pc:sldMk cId="821555756" sldId="323"/>
            <ac:picMk id="7" creationId="{3C4C14E6-4A2A-2209-40D0-EC8B5E5AF4F7}"/>
          </ac:picMkLst>
        </pc:picChg>
      </pc:sldChg>
      <pc:sldChg chg="modSp add mod ord">
        <pc:chgData name="Boatman, Anna Kathryn" userId="8adb65ec-17a6-42cf-9b24-1629fcbd589f" providerId="ADAL" clId="{48D7BA24-4829-437E-AF85-110CB9D41C62}" dt="2024-12-09T20:31:18.341" v="20237" actId="113"/>
        <pc:sldMkLst>
          <pc:docMk/>
          <pc:sldMk cId="3072005400" sldId="324"/>
        </pc:sldMkLst>
        <pc:spChg chg="mod">
          <ac:chgData name="Boatman, Anna Kathryn" userId="8adb65ec-17a6-42cf-9b24-1629fcbd589f" providerId="ADAL" clId="{48D7BA24-4829-437E-AF85-110CB9D41C62}" dt="2024-12-09T20:31:18.341" v="20237" actId="113"/>
          <ac:spMkLst>
            <pc:docMk/>
            <pc:sldMk cId="3072005400" sldId="324"/>
            <ac:spMk id="3" creationId="{F59A47B7-6130-91EB-74D3-97F16C5F9C8E}"/>
          </ac:spMkLst>
        </pc:spChg>
      </pc:sldChg>
      <pc:sldChg chg="modSp new mod">
        <pc:chgData name="Boatman, Anna Kathryn" userId="8adb65ec-17a6-42cf-9b24-1629fcbd589f" providerId="ADAL" clId="{48D7BA24-4829-437E-AF85-110CB9D41C62}" dt="2024-12-09T20:56:45.251" v="20657" actId="20577"/>
        <pc:sldMkLst>
          <pc:docMk/>
          <pc:sldMk cId="1699872742" sldId="325"/>
        </pc:sldMkLst>
        <pc:spChg chg="mod">
          <ac:chgData name="Boatman, Anna Kathryn" userId="8adb65ec-17a6-42cf-9b24-1629fcbd589f" providerId="ADAL" clId="{48D7BA24-4829-437E-AF85-110CB9D41C62}" dt="2024-12-09T19:36:06.060" v="18839" actId="20577"/>
          <ac:spMkLst>
            <pc:docMk/>
            <pc:sldMk cId="1699872742" sldId="325"/>
            <ac:spMk id="2" creationId="{BC9C4BB4-5184-50CA-F97E-F827030A98CC}"/>
          </ac:spMkLst>
        </pc:spChg>
        <pc:spChg chg="mod">
          <ac:chgData name="Boatman, Anna Kathryn" userId="8adb65ec-17a6-42cf-9b24-1629fcbd589f" providerId="ADAL" clId="{48D7BA24-4829-437E-AF85-110CB9D41C62}" dt="2024-12-09T20:56:45.251" v="20657" actId="20577"/>
          <ac:spMkLst>
            <pc:docMk/>
            <pc:sldMk cId="1699872742" sldId="325"/>
            <ac:spMk id="3" creationId="{35012DD0-AA54-6959-E017-36E8C13DBFB8}"/>
          </ac:spMkLst>
        </pc:spChg>
      </pc:sldChg>
      <pc:sldChg chg="modSp add mod">
        <pc:chgData name="Boatman, Anna Kathryn" userId="8adb65ec-17a6-42cf-9b24-1629fcbd589f" providerId="ADAL" clId="{48D7BA24-4829-437E-AF85-110CB9D41C62}" dt="2024-12-09T21:20:50.366" v="21185" actId="403"/>
        <pc:sldMkLst>
          <pc:docMk/>
          <pc:sldMk cId="2665480452" sldId="326"/>
        </pc:sldMkLst>
        <pc:spChg chg="mod">
          <ac:chgData name="Boatman, Anna Kathryn" userId="8adb65ec-17a6-42cf-9b24-1629fcbd589f" providerId="ADAL" clId="{48D7BA24-4829-437E-AF85-110CB9D41C62}" dt="2024-12-09T21:20:50.366" v="21185" actId="403"/>
          <ac:spMkLst>
            <pc:docMk/>
            <pc:sldMk cId="2665480452" sldId="326"/>
            <ac:spMk id="3" creationId="{1C8CC336-D4E4-D728-F822-536717D9782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dminliveunc-my.sharepoint.com/personal/aboatman_ad_unc_edu/Documents/UNC%20Research/2022%20Alligator%20Plasma%20PFAS/PIMMS/MSMS-PIMMS_processed-investigations_working_2024-12-0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adminliveunc-my.sharepoint.com/personal/aboatman_ad_unc_edu/Documents/UNC%20Research/2022%20Alligator%20Plasma%20PFAS/PIMMS/MSMS-PIMMS_processed-investigations_working_2024-12-0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adminliveunc-my.sharepoint.com/personal/aboatman_ad_unc_edu/Documents/UNC%20Research/2022%20Alligator%20Plasma%20PFAS/PIMMS/AKB_feature_summary_prioritized_20241204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adminliveunc-my.sharepoint.com/personal/aboatman_ad_unc_edu/Documents/UNC%20Research/2022%20Alligator%20Plasma%20PFAS/PIMMS/AKB_feature_summary_prioritized_20241204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adminliveunc-my.sharepoint.com/personal/aboatman_ad_unc_edu/Documents/UNC%20Research/2022%20Alligator%20Plasma%20PFAS/PIMMS/Coeluting-features-data_2024-12-09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adminliveunc-my.sharepoint.com/personal/aboatman_ad_unc_edu/Documents/UNC%20Research/2022%20Alligator%20Plasma%20PFAS/PIMMS/Coeluting-features-data_2024-12-09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adminliveunc-my.sharepoint.com/personal/aboatman_ad_unc_edu/Documents/UNC%20Research/2022%20Alligator%20Plasma%20PFAS/PIMMS/Coeluting-features-data_2024-12-09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https://adminliveunc-my.sharepoint.com/personal/aboatman_ad_unc_edu/Documents/UNC%20Research/2022%20Alligator%20Plasma%20PFAS/PIMMS/AKB_feature_summary_BCMS1_20241204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CCS vs m/z of prioritized</a:t>
            </a:r>
            <a:r>
              <a:rPr lang="en-US" baseline="0"/>
              <a:t> features post-Skyline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CCS vs m/z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'[MSMS-PIMMS_processed-investigations_working_2024-12-02.xlsx]Sheet1'!$S$3:$S$17</c:f>
              <c:numCache>
                <c:formatCode>General</c:formatCode>
                <c:ptCount val="15"/>
                <c:pt idx="0">
                  <c:v>349.01409999999998</c:v>
                </c:pt>
                <c:pt idx="1">
                  <c:v>349.01940000000002</c:v>
                </c:pt>
                <c:pt idx="2">
                  <c:v>380.07440000000003</c:v>
                </c:pt>
                <c:pt idx="3">
                  <c:v>181.01609999999999</c:v>
                </c:pt>
                <c:pt idx="4">
                  <c:v>199.0265</c:v>
                </c:pt>
                <c:pt idx="5">
                  <c:v>321.02659999999997</c:v>
                </c:pt>
                <c:pt idx="6">
                  <c:v>165.05520000000001</c:v>
                </c:pt>
                <c:pt idx="7">
                  <c:v>244.90799999999999</c:v>
                </c:pt>
                <c:pt idx="8">
                  <c:v>247.04390000000001</c:v>
                </c:pt>
                <c:pt idx="9">
                  <c:v>301.14510000000001</c:v>
                </c:pt>
                <c:pt idx="10">
                  <c:v>329.04739999999998</c:v>
                </c:pt>
                <c:pt idx="11">
                  <c:v>530.99490000000003</c:v>
                </c:pt>
                <c:pt idx="12">
                  <c:v>223.0292</c:v>
                </c:pt>
                <c:pt idx="13">
                  <c:v>223.0265</c:v>
                </c:pt>
                <c:pt idx="14">
                  <c:v>297.04849999999999</c:v>
                </c:pt>
              </c:numCache>
            </c:numRef>
          </c:xVal>
          <c:yVal>
            <c:numRef>
              <c:f>'[MSMS-PIMMS_processed-investigations_working_2024-12-02.xlsx]Sheet1'!$T$3:$T$17</c:f>
              <c:numCache>
                <c:formatCode>General</c:formatCode>
                <c:ptCount val="15"/>
                <c:pt idx="0">
                  <c:v>171.86</c:v>
                </c:pt>
                <c:pt idx="1">
                  <c:v>172.35</c:v>
                </c:pt>
                <c:pt idx="2">
                  <c:v>182.44</c:v>
                </c:pt>
                <c:pt idx="3">
                  <c:v>128.1</c:v>
                </c:pt>
                <c:pt idx="4">
                  <c:v>136.55000000000001</c:v>
                </c:pt>
                <c:pt idx="5">
                  <c:v>167.39</c:v>
                </c:pt>
                <c:pt idx="6">
                  <c:v>136.72999999999999</c:v>
                </c:pt>
                <c:pt idx="7">
                  <c:v>136.88999999999999</c:v>
                </c:pt>
                <c:pt idx="8">
                  <c:v>146.03</c:v>
                </c:pt>
                <c:pt idx="9">
                  <c:v>148.38999999999999</c:v>
                </c:pt>
                <c:pt idx="10">
                  <c:v>160.72</c:v>
                </c:pt>
                <c:pt idx="11">
                  <c:v>178.82</c:v>
                </c:pt>
                <c:pt idx="12">
                  <c:v>150.84</c:v>
                </c:pt>
                <c:pt idx="13">
                  <c:v>150.81</c:v>
                </c:pt>
                <c:pt idx="14">
                  <c:v>164.97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14E-46C3-A58A-16CD7C11D4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7910816"/>
        <c:axId val="927907936"/>
      </c:scatterChart>
      <c:valAx>
        <c:axId val="927910816"/>
        <c:scaling>
          <c:orientation val="minMax"/>
          <c:max val="550"/>
          <c:min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m/z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907936"/>
        <c:crosses val="autoZero"/>
        <c:crossBetween val="midCat"/>
      </c:valAx>
      <c:valAx>
        <c:axId val="927907936"/>
        <c:scaling>
          <c:orientation val="minMax"/>
          <c:min val="1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CCS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9108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RT vs m/z of prioritized</a:t>
            </a:r>
            <a:r>
              <a:rPr lang="en-US" baseline="0"/>
              <a:t> features post-Skyline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RT vs m/z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'[MSMS-PIMMS_processed-investigations_working_2024-12-02.xlsx]Sheet1'!$S$3:$S$17</c:f>
              <c:numCache>
                <c:formatCode>General</c:formatCode>
                <c:ptCount val="15"/>
                <c:pt idx="0">
                  <c:v>349.01409999999998</c:v>
                </c:pt>
                <c:pt idx="1">
                  <c:v>349.01940000000002</c:v>
                </c:pt>
                <c:pt idx="2">
                  <c:v>380.07440000000003</c:v>
                </c:pt>
                <c:pt idx="3">
                  <c:v>181.01609999999999</c:v>
                </c:pt>
                <c:pt idx="4">
                  <c:v>199.0265</c:v>
                </c:pt>
                <c:pt idx="5">
                  <c:v>321.02659999999997</c:v>
                </c:pt>
                <c:pt idx="6">
                  <c:v>165.05520000000001</c:v>
                </c:pt>
                <c:pt idx="7">
                  <c:v>244.90799999999999</c:v>
                </c:pt>
                <c:pt idx="8">
                  <c:v>247.04390000000001</c:v>
                </c:pt>
                <c:pt idx="9">
                  <c:v>301.14510000000001</c:v>
                </c:pt>
                <c:pt idx="10">
                  <c:v>329.04739999999998</c:v>
                </c:pt>
                <c:pt idx="11">
                  <c:v>530.99490000000003</c:v>
                </c:pt>
                <c:pt idx="12">
                  <c:v>223.0292</c:v>
                </c:pt>
                <c:pt idx="13">
                  <c:v>223.0265</c:v>
                </c:pt>
                <c:pt idx="14">
                  <c:v>297.04849999999999</c:v>
                </c:pt>
              </c:numCache>
            </c:numRef>
          </c:xVal>
          <c:yVal>
            <c:numRef>
              <c:f>'[MSMS-PIMMS_processed-investigations_working_2024-12-02.xlsx]Sheet1'!$U$3:$U$17</c:f>
              <c:numCache>
                <c:formatCode>General</c:formatCode>
                <c:ptCount val="15"/>
                <c:pt idx="0">
                  <c:v>4.4539999999999997</c:v>
                </c:pt>
                <c:pt idx="1">
                  <c:v>4.4550000000000001</c:v>
                </c:pt>
                <c:pt idx="2">
                  <c:v>2.2480000000000002</c:v>
                </c:pt>
                <c:pt idx="3">
                  <c:v>3.0259999999999998</c:v>
                </c:pt>
                <c:pt idx="4">
                  <c:v>4.0419999999999998</c:v>
                </c:pt>
                <c:pt idx="5">
                  <c:v>4.4909999999999997</c:v>
                </c:pt>
                <c:pt idx="6">
                  <c:v>5.8220000000000001</c:v>
                </c:pt>
                <c:pt idx="7">
                  <c:v>6.3849999999999998</c:v>
                </c:pt>
                <c:pt idx="8">
                  <c:v>7.9569999999999999</c:v>
                </c:pt>
                <c:pt idx="9">
                  <c:v>9.6820000000000004</c:v>
                </c:pt>
                <c:pt idx="10">
                  <c:v>9.9730000000000008</c:v>
                </c:pt>
                <c:pt idx="11">
                  <c:v>11.878</c:v>
                </c:pt>
                <c:pt idx="12">
                  <c:v>14.395</c:v>
                </c:pt>
                <c:pt idx="13">
                  <c:v>14.608000000000001</c:v>
                </c:pt>
                <c:pt idx="14">
                  <c:v>14.667999999999999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3F9-4684-B09F-4C9B5AD414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7910816"/>
        <c:axId val="927907936"/>
      </c:scatterChart>
      <c:valAx>
        <c:axId val="927910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m/z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907936"/>
        <c:crosses val="autoZero"/>
        <c:crossBetween val="midCat"/>
      </c:valAx>
      <c:valAx>
        <c:axId val="927907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9108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2"/>
                </a:solidFill>
                <a:ln w="19050">
                  <a:solidFill>
                    <a:schemeClr val="tx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AC31-48B0-AFBA-9E11949ACF1D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chemeClr val="bg2"/>
                </a:solidFill>
                <a:ln w="19050">
                  <a:solidFill>
                    <a:schemeClr val="tx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AC31-48B0-AFBA-9E11949ACF1D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2"/>
                </a:solidFill>
                <a:ln w="19050">
                  <a:solidFill>
                    <a:schemeClr val="tx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AC31-48B0-AFBA-9E11949ACF1D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AC31-48B0-AFBA-9E11949ACF1D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accent5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AC31-48B0-AFBA-9E11949ACF1D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accent5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AC31-48B0-AFBA-9E11949ACF1D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accent5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AC31-48B0-AFBA-9E11949ACF1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2B72832-BFA1-437F-981C-BABF126E7AE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AC31-48B0-AFBA-9E11949ACF1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BE00F3B-6AEF-4C1C-AA1C-256D7159B7B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AC31-48B0-AFBA-9E11949ACF1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4FB6DDB-29AB-4D55-A765-0227853F30A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AC31-48B0-AFBA-9E11949ACF1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34464AB-D9C5-4748-8B63-1DED0423426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C31-48B0-AFBA-9E11949ACF1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EA13DD4F-A586-405A-8FCD-4B56C8BBA86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AC31-48B0-AFBA-9E11949ACF1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80B5C5EC-1281-499D-8276-333BD4562AC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AC31-48B0-AFBA-9E11949ACF1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8F345D13-066A-4D59-BB6B-046AEDBC307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AC31-48B0-AFBA-9E11949ACF1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[AKB_feature_summary_prioritized_20241204.xlsx]SPATTS!$B$2:$B$8</c:f>
              <c:numCache>
                <c:formatCode>General</c:formatCode>
                <c:ptCount val="7"/>
                <c:pt idx="0">
                  <c:v>314.93889999999999</c:v>
                </c:pt>
                <c:pt idx="1">
                  <c:v>514.92240000000004</c:v>
                </c:pt>
                <c:pt idx="2">
                  <c:v>564.91869999999994</c:v>
                </c:pt>
                <c:pt idx="3">
                  <c:v>314.93790000000001</c:v>
                </c:pt>
                <c:pt idx="4">
                  <c:v>364.93470000000002</c:v>
                </c:pt>
                <c:pt idx="5">
                  <c:v>414.93150000000003</c:v>
                </c:pt>
                <c:pt idx="6">
                  <c:v>464.92829999999998</c:v>
                </c:pt>
              </c:numCache>
            </c:numRef>
          </c:xVal>
          <c:yVal>
            <c:numRef>
              <c:f>[AKB_feature_summary_prioritized_20241204.xlsx]SPATTS!$C$2:$C$8</c:f>
              <c:numCache>
                <c:formatCode>General</c:formatCode>
                <c:ptCount val="7"/>
                <c:pt idx="0">
                  <c:v>166.76</c:v>
                </c:pt>
                <c:pt idx="1">
                  <c:v>172</c:v>
                </c:pt>
                <c:pt idx="2">
                  <c:v>181.89</c:v>
                </c:pt>
                <c:pt idx="3">
                  <c:v>138</c:v>
                </c:pt>
                <c:pt idx="4">
                  <c:v>144.36000000000001</c:v>
                </c:pt>
                <c:pt idx="5">
                  <c:v>150.85</c:v>
                </c:pt>
                <c:pt idx="6">
                  <c:v>158.32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[AKB_feature_summary_prioritized_20241204.xlsx]SPATTS!$A$2:$A$8</c15:f>
                <c15:dlblRangeCache>
                  <c:ptCount val="7"/>
                  <c:pt idx="0">
                    <c:v>1692</c:v>
                  </c:pt>
                  <c:pt idx="1">
                    <c:v>2318</c:v>
                  </c:pt>
                  <c:pt idx="2">
                    <c:v>2857</c:v>
                  </c:pt>
                  <c:pt idx="3">
                    <c:v>PFEESA</c:v>
                  </c:pt>
                  <c:pt idx="4">
                    <c:v>PFPrESA</c:v>
                  </c:pt>
                  <c:pt idx="5">
                    <c:v>PFBESA</c:v>
                  </c:pt>
                  <c:pt idx="6">
                    <c:v>PFPeESA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AC31-48B0-AFBA-9E11949ACF1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690699407"/>
        <c:axId val="1690697967"/>
      </c:scatterChart>
      <c:valAx>
        <c:axId val="1690699407"/>
        <c:scaling>
          <c:orientation val="minMax"/>
          <c:min val="30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1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i="1"/>
                  <a:t>m/z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1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697967"/>
        <c:crosses val="autoZero"/>
        <c:crossBetween val="midCat"/>
      </c:valAx>
      <c:valAx>
        <c:axId val="1690697967"/>
        <c:scaling>
          <c:orientation val="minMax"/>
          <c:min val="13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CCS (A2)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69940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2"/>
              </a:solidFill>
              <a:ln w="19050">
                <a:solidFill>
                  <a:schemeClr val="tx2"/>
                </a:solidFill>
              </a:ln>
              <a:effectLst/>
            </c:spPr>
          </c:marker>
          <c:dPt>
            <c:idx val="3"/>
            <c:marker>
              <c:symbol val="circle"/>
              <c:size val="5"/>
              <c:spPr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085C-47E2-8117-7E95C4E3926F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accent5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085C-47E2-8117-7E95C4E3926F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accent5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085C-47E2-8117-7E95C4E3926F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accent5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085C-47E2-8117-7E95C4E3926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8A991CD-5804-45FB-A9CF-60A05DA6229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085C-47E2-8117-7E95C4E3926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C372E0E-62BA-432C-95CA-19C4D3ACCF4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085C-47E2-8117-7E95C4E3926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8CC23634-454B-4A41-BE78-ECDF46A6E6E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085C-47E2-8117-7E95C4E3926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014DA6F-6360-4D9D-878B-71F92AD18E5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085C-47E2-8117-7E95C4E3926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4AFABD1D-BD07-4D8A-A375-C6456A25777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085C-47E2-8117-7E95C4E3926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C1774A1-9293-408F-9E24-8DB9E684DE9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085C-47E2-8117-7E95C4E3926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C641A5BB-DAAB-4F53-8614-08BCAF0A222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085C-47E2-8117-7E95C4E3926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[AKB_feature_summary_prioritized_20241204.xlsx]SPATTS!$B$2:$B$8</c:f>
              <c:numCache>
                <c:formatCode>General</c:formatCode>
                <c:ptCount val="7"/>
                <c:pt idx="0">
                  <c:v>314.93889999999999</c:v>
                </c:pt>
                <c:pt idx="1">
                  <c:v>514.92240000000004</c:v>
                </c:pt>
                <c:pt idx="2">
                  <c:v>564.91869999999994</c:v>
                </c:pt>
                <c:pt idx="3">
                  <c:v>314.93790000000001</c:v>
                </c:pt>
                <c:pt idx="4">
                  <c:v>364.93470000000002</c:v>
                </c:pt>
                <c:pt idx="5">
                  <c:v>414.93150000000003</c:v>
                </c:pt>
                <c:pt idx="6">
                  <c:v>464.92829999999998</c:v>
                </c:pt>
              </c:numCache>
            </c:numRef>
          </c:xVal>
          <c:yVal>
            <c:numRef>
              <c:f>[AKB_feature_summary_prioritized_20241204.xlsx]SPATTS!$D$2:$D$8</c:f>
              <c:numCache>
                <c:formatCode>General</c:formatCode>
                <c:ptCount val="7"/>
                <c:pt idx="0">
                  <c:v>11.195</c:v>
                </c:pt>
                <c:pt idx="1">
                  <c:v>10.638</c:v>
                </c:pt>
                <c:pt idx="2">
                  <c:v>11.356</c:v>
                </c:pt>
                <c:pt idx="3">
                  <c:v>6.31</c:v>
                </c:pt>
                <c:pt idx="4">
                  <c:v>7.1</c:v>
                </c:pt>
                <c:pt idx="5">
                  <c:v>8.4</c:v>
                </c:pt>
                <c:pt idx="6">
                  <c:v>9.5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[AKB_feature_summary_prioritized_20241204.xlsx]SPATTS!$A$2:$A$8</c15:f>
                <c15:dlblRangeCache>
                  <c:ptCount val="7"/>
                  <c:pt idx="0">
                    <c:v>1692</c:v>
                  </c:pt>
                  <c:pt idx="1">
                    <c:v>2318</c:v>
                  </c:pt>
                  <c:pt idx="2">
                    <c:v>2857</c:v>
                  </c:pt>
                  <c:pt idx="3">
                    <c:v>PFEESA</c:v>
                  </c:pt>
                  <c:pt idx="4">
                    <c:v>PFPrESA</c:v>
                  </c:pt>
                  <c:pt idx="5">
                    <c:v>PFBESA</c:v>
                  </c:pt>
                  <c:pt idx="6">
                    <c:v>PFPeESA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085C-47E2-8117-7E95C4E3926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690699407"/>
        <c:axId val="1690697967"/>
      </c:scatterChart>
      <c:valAx>
        <c:axId val="1690699407"/>
        <c:scaling>
          <c:orientation val="minMax"/>
          <c:min val="30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1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i="1"/>
                  <a:t>m/z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1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697967"/>
        <c:crosses val="autoZero"/>
        <c:crossBetween val="midCat"/>
      </c:valAx>
      <c:valAx>
        <c:axId val="1690697967"/>
        <c:scaling>
          <c:orientation val="minMax"/>
          <c:min val="6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RT (min)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69940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EICs</a:t>
            </a:r>
            <a:r>
              <a:rPr lang="en-US" baseline="0"/>
              <a:t> of coeluting gator features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1"/>
          <c:tx>
            <c:v>592.9481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'[Coeluting-features-data_2024-12-09.xlsx]Chromatograms'!$A$27:$A$47</c:f>
              <c:numCache>
                <c:formatCode>General</c:formatCode>
                <c:ptCount val="21"/>
                <c:pt idx="0">
                  <c:v>10.759</c:v>
                </c:pt>
                <c:pt idx="1">
                  <c:v>10.776999999999999</c:v>
                </c:pt>
                <c:pt idx="2">
                  <c:v>10.795</c:v>
                </c:pt>
                <c:pt idx="3">
                  <c:v>10.813000000000001</c:v>
                </c:pt>
                <c:pt idx="4">
                  <c:v>10.831</c:v>
                </c:pt>
                <c:pt idx="5">
                  <c:v>10.849</c:v>
                </c:pt>
                <c:pt idx="6">
                  <c:v>10.867000000000001</c:v>
                </c:pt>
                <c:pt idx="7">
                  <c:v>10.885</c:v>
                </c:pt>
                <c:pt idx="8">
                  <c:v>10.901999999999999</c:v>
                </c:pt>
                <c:pt idx="9">
                  <c:v>10.92</c:v>
                </c:pt>
                <c:pt idx="10">
                  <c:v>10.938000000000001</c:v>
                </c:pt>
                <c:pt idx="11">
                  <c:v>10.956</c:v>
                </c:pt>
                <c:pt idx="12">
                  <c:v>10.974</c:v>
                </c:pt>
                <c:pt idx="13">
                  <c:v>10.992000000000001</c:v>
                </c:pt>
                <c:pt idx="14">
                  <c:v>11.01</c:v>
                </c:pt>
                <c:pt idx="15">
                  <c:v>11.026999999999999</c:v>
                </c:pt>
                <c:pt idx="16">
                  <c:v>11.045</c:v>
                </c:pt>
                <c:pt idx="17">
                  <c:v>11.063000000000001</c:v>
                </c:pt>
                <c:pt idx="18">
                  <c:v>11.081</c:v>
                </c:pt>
                <c:pt idx="19">
                  <c:v>11.099</c:v>
                </c:pt>
                <c:pt idx="20">
                  <c:v>11.117000000000001</c:v>
                </c:pt>
              </c:numCache>
            </c:numRef>
          </c:xVal>
          <c:yVal>
            <c:numRef>
              <c:f>'[Coeluting-features-data_2024-12-09.xlsx]Chromatograms'!$C$27:$C$47</c:f>
              <c:numCache>
                <c:formatCode>General</c:formatCode>
                <c:ptCount val="21"/>
                <c:pt idx="0">
                  <c:v>1566</c:v>
                </c:pt>
                <c:pt idx="1">
                  <c:v>3707</c:v>
                </c:pt>
                <c:pt idx="2">
                  <c:v>5033</c:v>
                </c:pt>
                <c:pt idx="3">
                  <c:v>6074</c:v>
                </c:pt>
                <c:pt idx="4">
                  <c:v>7863</c:v>
                </c:pt>
                <c:pt idx="5">
                  <c:v>7994</c:v>
                </c:pt>
                <c:pt idx="6">
                  <c:v>5955</c:v>
                </c:pt>
                <c:pt idx="7">
                  <c:v>4371</c:v>
                </c:pt>
                <c:pt idx="8">
                  <c:v>6334</c:v>
                </c:pt>
                <c:pt idx="9">
                  <c:v>11049</c:v>
                </c:pt>
                <c:pt idx="10">
                  <c:v>13710</c:v>
                </c:pt>
                <c:pt idx="11">
                  <c:v>10355</c:v>
                </c:pt>
                <c:pt idx="12">
                  <c:v>5206</c:v>
                </c:pt>
                <c:pt idx="13">
                  <c:v>3872</c:v>
                </c:pt>
                <c:pt idx="14">
                  <c:v>11272</c:v>
                </c:pt>
                <c:pt idx="15">
                  <c:v>22737</c:v>
                </c:pt>
                <c:pt idx="16">
                  <c:v>26474</c:v>
                </c:pt>
                <c:pt idx="17">
                  <c:v>20022</c:v>
                </c:pt>
                <c:pt idx="18">
                  <c:v>9412</c:v>
                </c:pt>
                <c:pt idx="19">
                  <c:v>3445</c:v>
                </c:pt>
                <c:pt idx="20">
                  <c:v>276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1F4-458F-A81A-4CEF964F7809}"/>
            </c:ext>
          </c:extLst>
        </c:ser>
        <c:ser>
          <c:idx val="3"/>
          <c:order val="3"/>
          <c:tx>
            <c:v>448.9647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'[Coeluting-features-data_2024-12-09.xlsx]Chromatograms'!$A$83:$A$103</c:f>
              <c:numCache>
                <c:formatCode>General</c:formatCode>
                <c:ptCount val="21"/>
                <c:pt idx="0">
                  <c:v>10.759</c:v>
                </c:pt>
                <c:pt idx="1">
                  <c:v>10.776999999999999</c:v>
                </c:pt>
                <c:pt idx="2">
                  <c:v>10.795</c:v>
                </c:pt>
                <c:pt idx="3">
                  <c:v>10.813000000000001</c:v>
                </c:pt>
                <c:pt idx="4">
                  <c:v>10.831</c:v>
                </c:pt>
                <c:pt idx="5">
                  <c:v>10.849</c:v>
                </c:pt>
                <c:pt idx="6">
                  <c:v>10.867000000000001</c:v>
                </c:pt>
                <c:pt idx="7">
                  <c:v>10.885</c:v>
                </c:pt>
                <c:pt idx="8">
                  <c:v>10.901999999999999</c:v>
                </c:pt>
                <c:pt idx="9">
                  <c:v>10.92</c:v>
                </c:pt>
                <c:pt idx="10">
                  <c:v>10.938000000000001</c:v>
                </c:pt>
                <c:pt idx="11">
                  <c:v>10.956</c:v>
                </c:pt>
                <c:pt idx="12">
                  <c:v>10.974</c:v>
                </c:pt>
                <c:pt idx="13">
                  <c:v>10.992000000000001</c:v>
                </c:pt>
                <c:pt idx="14">
                  <c:v>11.01</c:v>
                </c:pt>
                <c:pt idx="15">
                  <c:v>11.026999999999999</c:v>
                </c:pt>
                <c:pt idx="16">
                  <c:v>11.045</c:v>
                </c:pt>
                <c:pt idx="17">
                  <c:v>11.063000000000001</c:v>
                </c:pt>
                <c:pt idx="18">
                  <c:v>11.081</c:v>
                </c:pt>
                <c:pt idx="19">
                  <c:v>11.099</c:v>
                </c:pt>
                <c:pt idx="20">
                  <c:v>11.117000000000001</c:v>
                </c:pt>
              </c:numCache>
              <c:extLst xmlns:c15="http://schemas.microsoft.com/office/drawing/2012/chart"/>
            </c:numRef>
          </c:xVal>
          <c:yVal>
            <c:numRef>
              <c:f>'[Coeluting-features-data_2024-12-09.xlsx]Chromatograms'!$E$83:$E$103</c:f>
              <c:numCache>
                <c:formatCode>General</c:formatCode>
                <c:ptCount val="21"/>
                <c:pt idx="0">
                  <c:v>646</c:v>
                </c:pt>
                <c:pt idx="1">
                  <c:v>1399</c:v>
                </c:pt>
                <c:pt idx="2">
                  <c:v>2116</c:v>
                </c:pt>
                <c:pt idx="3">
                  <c:v>2333</c:v>
                </c:pt>
                <c:pt idx="4">
                  <c:v>3488</c:v>
                </c:pt>
                <c:pt idx="5">
                  <c:v>3271</c:v>
                </c:pt>
                <c:pt idx="6">
                  <c:v>2149</c:v>
                </c:pt>
                <c:pt idx="7">
                  <c:v>1129</c:v>
                </c:pt>
                <c:pt idx="8">
                  <c:v>1278</c:v>
                </c:pt>
                <c:pt idx="9">
                  <c:v>3675</c:v>
                </c:pt>
                <c:pt idx="10">
                  <c:v>4641</c:v>
                </c:pt>
                <c:pt idx="11">
                  <c:v>3860</c:v>
                </c:pt>
                <c:pt idx="12">
                  <c:v>2126</c:v>
                </c:pt>
                <c:pt idx="13">
                  <c:v>1672</c:v>
                </c:pt>
                <c:pt idx="14">
                  <c:v>5386</c:v>
                </c:pt>
                <c:pt idx="15">
                  <c:v>9681</c:v>
                </c:pt>
                <c:pt idx="16">
                  <c:v>11897</c:v>
                </c:pt>
                <c:pt idx="17">
                  <c:v>9819</c:v>
                </c:pt>
                <c:pt idx="18">
                  <c:v>4554</c:v>
                </c:pt>
                <c:pt idx="19">
                  <c:v>830</c:v>
                </c:pt>
                <c:pt idx="20">
                  <c:v>195</c:v>
                </c:pt>
              </c:numCache>
              <c:extLst xmlns:c15="http://schemas.microsoft.com/office/drawing/2012/chart"/>
            </c:numRef>
          </c:yVal>
          <c:smooth val="1"/>
          <c:extLst>
            <c:ext xmlns:c16="http://schemas.microsoft.com/office/drawing/2014/chart" uri="{C3380CC4-5D6E-409C-BE32-E72D297353CC}">
              <c16:uniqueId val="{00000001-A1F4-458F-A81A-4CEF964F78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563839"/>
        <c:axId val="1750562399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v>628.9148</c:v>
                </c:tx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'[Coeluting-features-data_2024-12-09.xlsx]Chromatograms'!$A$3:$A$26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10.706</c:v>
                      </c:pt>
                      <c:pt idx="1">
                        <c:v>10.724</c:v>
                      </c:pt>
                      <c:pt idx="2">
                        <c:v>10.742000000000001</c:v>
                      </c:pt>
                      <c:pt idx="3">
                        <c:v>10.759</c:v>
                      </c:pt>
                      <c:pt idx="4">
                        <c:v>10.776999999999999</c:v>
                      </c:pt>
                      <c:pt idx="5">
                        <c:v>10.795</c:v>
                      </c:pt>
                      <c:pt idx="6">
                        <c:v>10.813000000000001</c:v>
                      </c:pt>
                      <c:pt idx="7">
                        <c:v>10.831</c:v>
                      </c:pt>
                      <c:pt idx="8">
                        <c:v>10.849</c:v>
                      </c:pt>
                      <c:pt idx="9">
                        <c:v>10.867000000000001</c:v>
                      </c:pt>
                      <c:pt idx="10">
                        <c:v>10.885</c:v>
                      </c:pt>
                      <c:pt idx="11">
                        <c:v>10.901999999999999</c:v>
                      </c:pt>
                      <c:pt idx="12">
                        <c:v>10.92</c:v>
                      </c:pt>
                      <c:pt idx="13">
                        <c:v>10.938000000000001</c:v>
                      </c:pt>
                      <c:pt idx="14">
                        <c:v>10.956</c:v>
                      </c:pt>
                      <c:pt idx="15">
                        <c:v>10.974</c:v>
                      </c:pt>
                      <c:pt idx="16">
                        <c:v>10.992000000000001</c:v>
                      </c:pt>
                      <c:pt idx="17">
                        <c:v>11.01</c:v>
                      </c:pt>
                      <c:pt idx="18">
                        <c:v>11.026999999999999</c:v>
                      </c:pt>
                      <c:pt idx="19">
                        <c:v>11.045</c:v>
                      </c:pt>
                      <c:pt idx="20">
                        <c:v>11.063000000000001</c:v>
                      </c:pt>
                      <c:pt idx="21">
                        <c:v>11.081</c:v>
                      </c:pt>
                      <c:pt idx="22">
                        <c:v>11.099</c:v>
                      </c:pt>
                      <c:pt idx="23">
                        <c:v>11.117000000000001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'[Coeluting-features-data_2024-12-09.xlsx]Chromatograms'!$B$3:$B$26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4483</c:v>
                      </c:pt>
                      <c:pt idx="1">
                        <c:v>17414</c:v>
                      </c:pt>
                      <c:pt idx="2">
                        <c:v>33464</c:v>
                      </c:pt>
                      <c:pt idx="3">
                        <c:v>40248</c:v>
                      </c:pt>
                      <c:pt idx="4">
                        <c:v>45194</c:v>
                      </c:pt>
                      <c:pt idx="5">
                        <c:v>51294</c:v>
                      </c:pt>
                      <c:pt idx="6">
                        <c:v>55065</c:v>
                      </c:pt>
                      <c:pt idx="7">
                        <c:v>44747</c:v>
                      </c:pt>
                      <c:pt idx="8">
                        <c:v>31032</c:v>
                      </c:pt>
                      <c:pt idx="9">
                        <c:v>32919</c:v>
                      </c:pt>
                      <c:pt idx="10">
                        <c:v>41958</c:v>
                      </c:pt>
                      <c:pt idx="11">
                        <c:v>40747</c:v>
                      </c:pt>
                      <c:pt idx="12">
                        <c:v>24835</c:v>
                      </c:pt>
                      <c:pt idx="13">
                        <c:v>11008</c:v>
                      </c:pt>
                      <c:pt idx="14">
                        <c:v>14737</c:v>
                      </c:pt>
                      <c:pt idx="15">
                        <c:v>41364</c:v>
                      </c:pt>
                      <c:pt idx="16">
                        <c:v>69341</c:v>
                      </c:pt>
                      <c:pt idx="17">
                        <c:v>70567</c:v>
                      </c:pt>
                      <c:pt idx="18">
                        <c:v>48103</c:v>
                      </c:pt>
                      <c:pt idx="19">
                        <c:v>20620</c:v>
                      </c:pt>
                      <c:pt idx="20">
                        <c:v>9241</c:v>
                      </c:pt>
                      <c:pt idx="21">
                        <c:v>5031</c:v>
                      </c:pt>
                      <c:pt idx="22">
                        <c:v>2947</c:v>
                      </c:pt>
                      <c:pt idx="23">
                        <c:v>1090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2-A1F4-458F-A81A-4CEF964F7809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v>PFNS</c:v>
                </c:tx>
                <c:spPr>
                  <a:ln w="1905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'[Coeluting-features-data_2024-12-09.xlsx]Chromatograms'!$A$48:$A$82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10.635</c:v>
                      </c:pt>
                      <c:pt idx="1">
                        <c:v>10.651999999999999</c:v>
                      </c:pt>
                      <c:pt idx="2">
                        <c:v>10.67</c:v>
                      </c:pt>
                      <c:pt idx="3">
                        <c:v>10.688000000000001</c:v>
                      </c:pt>
                      <c:pt idx="4">
                        <c:v>10.706</c:v>
                      </c:pt>
                      <c:pt idx="5">
                        <c:v>10.724</c:v>
                      </c:pt>
                      <c:pt idx="6">
                        <c:v>10.742000000000001</c:v>
                      </c:pt>
                      <c:pt idx="7">
                        <c:v>10.759</c:v>
                      </c:pt>
                      <c:pt idx="8">
                        <c:v>10.776999999999999</c:v>
                      </c:pt>
                      <c:pt idx="9">
                        <c:v>10.795</c:v>
                      </c:pt>
                      <c:pt idx="10">
                        <c:v>10.813000000000001</c:v>
                      </c:pt>
                      <c:pt idx="11">
                        <c:v>10.831</c:v>
                      </c:pt>
                      <c:pt idx="12">
                        <c:v>10.849</c:v>
                      </c:pt>
                      <c:pt idx="13">
                        <c:v>10.867000000000001</c:v>
                      </c:pt>
                      <c:pt idx="14">
                        <c:v>10.885</c:v>
                      </c:pt>
                      <c:pt idx="15">
                        <c:v>10.901999999999999</c:v>
                      </c:pt>
                      <c:pt idx="16">
                        <c:v>10.92</c:v>
                      </c:pt>
                      <c:pt idx="17">
                        <c:v>10.938000000000001</c:v>
                      </c:pt>
                      <c:pt idx="18">
                        <c:v>10.956</c:v>
                      </c:pt>
                      <c:pt idx="19">
                        <c:v>10.974</c:v>
                      </c:pt>
                      <c:pt idx="20">
                        <c:v>10.992000000000001</c:v>
                      </c:pt>
                      <c:pt idx="21">
                        <c:v>11.01</c:v>
                      </c:pt>
                      <c:pt idx="22">
                        <c:v>11.026999999999999</c:v>
                      </c:pt>
                      <c:pt idx="23">
                        <c:v>11.045</c:v>
                      </c:pt>
                      <c:pt idx="24">
                        <c:v>11.063000000000001</c:v>
                      </c:pt>
                      <c:pt idx="25">
                        <c:v>11.081</c:v>
                      </c:pt>
                      <c:pt idx="26">
                        <c:v>11.099</c:v>
                      </c:pt>
                      <c:pt idx="27">
                        <c:v>11.117000000000001</c:v>
                      </c:pt>
                      <c:pt idx="28">
                        <c:v>11.135</c:v>
                      </c:pt>
                      <c:pt idx="29">
                        <c:v>11.151999999999999</c:v>
                      </c:pt>
                      <c:pt idx="30">
                        <c:v>11.17</c:v>
                      </c:pt>
                      <c:pt idx="31">
                        <c:v>11.188000000000001</c:v>
                      </c:pt>
                      <c:pt idx="32">
                        <c:v>11.206</c:v>
                      </c:pt>
                      <c:pt idx="33">
                        <c:v>11.224</c:v>
                      </c:pt>
                      <c:pt idx="34">
                        <c:v>11.242000000000001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'[Coeluting-features-data_2024-12-09.xlsx]Chromatograms'!$D$48:$D$82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102</c:v>
                      </c:pt>
                      <c:pt idx="1">
                        <c:v>446</c:v>
                      </c:pt>
                      <c:pt idx="2">
                        <c:v>457</c:v>
                      </c:pt>
                      <c:pt idx="3">
                        <c:v>539</c:v>
                      </c:pt>
                      <c:pt idx="4">
                        <c:v>114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227</c:v>
                      </c:pt>
                      <c:pt idx="14">
                        <c:v>3682</c:v>
                      </c:pt>
                      <c:pt idx="15">
                        <c:v>6980</c:v>
                      </c:pt>
                      <c:pt idx="16">
                        <c:v>10132</c:v>
                      </c:pt>
                      <c:pt idx="17">
                        <c:v>8797</c:v>
                      </c:pt>
                      <c:pt idx="18">
                        <c:v>6108</c:v>
                      </c:pt>
                      <c:pt idx="19">
                        <c:v>3700</c:v>
                      </c:pt>
                      <c:pt idx="20">
                        <c:v>5061</c:v>
                      </c:pt>
                      <c:pt idx="21">
                        <c:v>6364</c:v>
                      </c:pt>
                      <c:pt idx="22">
                        <c:v>4873</c:v>
                      </c:pt>
                      <c:pt idx="23">
                        <c:v>1841</c:v>
                      </c:pt>
                      <c:pt idx="24">
                        <c:v>0</c:v>
                      </c:pt>
                      <c:pt idx="25">
                        <c:v>0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0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1548</c:v>
                      </c:pt>
                      <c:pt idx="32">
                        <c:v>2920</c:v>
                      </c:pt>
                      <c:pt idx="33">
                        <c:v>2424</c:v>
                      </c:pt>
                      <c:pt idx="34">
                        <c:v>1039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3-A1F4-458F-A81A-4CEF964F7809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v>450.9259</c:v>
                </c:tx>
                <c:spPr>
                  <a:ln w="19050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'[Coeluting-features-data_2024-12-09.xlsx]Chromatograms'!$F$3:$F$18</c15:sqref>
                        </c15:formulaRef>
                      </c:ext>
                    </c:extLst>
                    <c:numCache>
                      <c:formatCode>General</c:formatCode>
                      <c:ptCount val="16"/>
                      <c:pt idx="0">
                        <c:v>10.956</c:v>
                      </c:pt>
                      <c:pt idx="1">
                        <c:v>10.974</c:v>
                      </c:pt>
                      <c:pt idx="2">
                        <c:v>10.992000000000001</c:v>
                      </c:pt>
                      <c:pt idx="3">
                        <c:v>11.01</c:v>
                      </c:pt>
                      <c:pt idx="4">
                        <c:v>11.026999999999999</c:v>
                      </c:pt>
                      <c:pt idx="5">
                        <c:v>11.045</c:v>
                      </c:pt>
                      <c:pt idx="6">
                        <c:v>11.063000000000001</c:v>
                      </c:pt>
                      <c:pt idx="7">
                        <c:v>11.081</c:v>
                      </c:pt>
                      <c:pt idx="8">
                        <c:v>11.099</c:v>
                      </c:pt>
                      <c:pt idx="9">
                        <c:v>11.117000000000001</c:v>
                      </c:pt>
                      <c:pt idx="10">
                        <c:v>11.135</c:v>
                      </c:pt>
                      <c:pt idx="11">
                        <c:v>11.151999999999999</c:v>
                      </c:pt>
                      <c:pt idx="12">
                        <c:v>11.17</c:v>
                      </c:pt>
                      <c:pt idx="13">
                        <c:v>11.188000000000001</c:v>
                      </c:pt>
                      <c:pt idx="14">
                        <c:v>11.206</c:v>
                      </c:pt>
                      <c:pt idx="15">
                        <c:v>11.224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'[Coeluting-features-data_2024-12-09.xlsx]Chromatograms'!$G$3:$G$18</c15:sqref>
                        </c15:formulaRef>
                      </c:ext>
                    </c:extLst>
                    <c:numCache>
                      <c:formatCode>General</c:formatCode>
                      <c:ptCount val="16"/>
                      <c:pt idx="0">
                        <c:v>228</c:v>
                      </c:pt>
                      <c:pt idx="1">
                        <c:v>13023</c:v>
                      </c:pt>
                      <c:pt idx="2">
                        <c:v>86222</c:v>
                      </c:pt>
                      <c:pt idx="3">
                        <c:v>277173</c:v>
                      </c:pt>
                      <c:pt idx="4">
                        <c:v>529129</c:v>
                      </c:pt>
                      <c:pt idx="5">
                        <c:v>643991</c:v>
                      </c:pt>
                      <c:pt idx="6">
                        <c:v>533143</c:v>
                      </c:pt>
                      <c:pt idx="7">
                        <c:v>292073</c:v>
                      </c:pt>
                      <c:pt idx="8">
                        <c:v>113542</c:v>
                      </c:pt>
                      <c:pt idx="9">
                        <c:v>34049</c:v>
                      </c:pt>
                      <c:pt idx="10">
                        <c:v>10146</c:v>
                      </c:pt>
                      <c:pt idx="11">
                        <c:v>3199</c:v>
                      </c:pt>
                      <c:pt idx="12">
                        <c:v>730</c:v>
                      </c:pt>
                      <c:pt idx="13">
                        <c:v>72</c:v>
                      </c:pt>
                      <c:pt idx="14">
                        <c:v>172</c:v>
                      </c:pt>
                      <c:pt idx="15">
                        <c:v>159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4-A1F4-458F-A81A-4CEF964F7809}"/>
                  </c:ext>
                </c:extLst>
              </c15:ser>
            </c15:filteredScatterSeries>
            <c15:filteredScatterSeries>
              <c15:ser>
                <c:idx val="5"/>
                <c:order val="5"/>
                <c:tx>
                  <c:v>414.9479</c:v>
                </c:tx>
                <c:spPr>
                  <a:ln w="19050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'[Coeluting-features-data_2024-12-09.xlsx]Chromatograms'!$F$19:$F$30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10.974</c:v>
                      </c:pt>
                      <c:pt idx="1">
                        <c:v>10.992000000000001</c:v>
                      </c:pt>
                      <c:pt idx="2">
                        <c:v>11.01</c:v>
                      </c:pt>
                      <c:pt idx="3">
                        <c:v>11.026999999999999</c:v>
                      </c:pt>
                      <c:pt idx="4">
                        <c:v>11.045</c:v>
                      </c:pt>
                      <c:pt idx="5">
                        <c:v>11.063000000000001</c:v>
                      </c:pt>
                      <c:pt idx="6">
                        <c:v>11.081</c:v>
                      </c:pt>
                      <c:pt idx="7">
                        <c:v>11.099</c:v>
                      </c:pt>
                      <c:pt idx="8">
                        <c:v>11.117000000000001</c:v>
                      </c:pt>
                      <c:pt idx="9">
                        <c:v>11.135</c:v>
                      </c:pt>
                      <c:pt idx="10">
                        <c:v>11.151999999999999</c:v>
                      </c:pt>
                      <c:pt idx="11">
                        <c:v>11.17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'[Coeluting-features-data_2024-12-09.xlsx]Chromatograms'!$H$19:$H$30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1333</c:v>
                      </c:pt>
                      <c:pt idx="1">
                        <c:v>17217</c:v>
                      </c:pt>
                      <c:pt idx="2">
                        <c:v>66007</c:v>
                      </c:pt>
                      <c:pt idx="3">
                        <c:v>124822</c:v>
                      </c:pt>
                      <c:pt idx="4">
                        <c:v>152713</c:v>
                      </c:pt>
                      <c:pt idx="5">
                        <c:v>124640</c:v>
                      </c:pt>
                      <c:pt idx="6">
                        <c:v>67696</c:v>
                      </c:pt>
                      <c:pt idx="7">
                        <c:v>25885</c:v>
                      </c:pt>
                      <c:pt idx="8">
                        <c:v>6878</c:v>
                      </c:pt>
                      <c:pt idx="9">
                        <c:v>1535</c:v>
                      </c:pt>
                      <c:pt idx="10">
                        <c:v>0</c:v>
                      </c:pt>
                      <c:pt idx="11">
                        <c:v>123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5-A1F4-458F-A81A-4CEF964F7809}"/>
                  </c:ext>
                </c:extLst>
              </c15:ser>
            </c15:filteredScatterSeries>
          </c:ext>
        </c:extLst>
      </c:scatterChart>
      <c:valAx>
        <c:axId val="1750563839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RT</a:t>
                </a:r>
                <a:r>
                  <a:rPr lang="en-US" baseline="0"/>
                  <a:t> (min)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562399"/>
        <c:crosses val="autoZero"/>
        <c:crossBetween val="midCat"/>
      </c:valAx>
      <c:valAx>
        <c:axId val="175056239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56383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EICs of coeluting gator features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1"/>
          <c:tx>
            <c:v>592.9481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'[Coeluting-features-data_2024-12-09.xlsx]Chromatograms'!$A$27:$A$47</c:f>
              <c:numCache>
                <c:formatCode>General</c:formatCode>
                <c:ptCount val="21"/>
                <c:pt idx="0">
                  <c:v>10.759</c:v>
                </c:pt>
                <c:pt idx="1">
                  <c:v>10.776999999999999</c:v>
                </c:pt>
                <c:pt idx="2">
                  <c:v>10.795</c:v>
                </c:pt>
                <c:pt idx="3">
                  <c:v>10.813000000000001</c:v>
                </c:pt>
                <c:pt idx="4">
                  <c:v>10.831</c:v>
                </c:pt>
                <c:pt idx="5">
                  <c:v>10.849</c:v>
                </c:pt>
                <c:pt idx="6">
                  <c:v>10.867000000000001</c:v>
                </c:pt>
                <c:pt idx="7">
                  <c:v>10.885</c:v>
                </c:pt>
                <c:pt idx="8">
                  <c:v>10.901999999999999</c:v>
                </c:pt>
                <c:pt idx="9">
                  <c:v>10.92</c:v>
                </c:pt>
                <c:pt idx="10">
                  <c:v>10.938000000000001</c:v>
                </c:pt>
                <c:pt idx="11">
                  <c:v>10.956</c:v>
                </c:pt>
                <c:pt idx="12">
                  <c:v>10.974</c:v>
                </c:pt>
                <c:pt idx="13">
                  <c:v>10.992000000000001</c:v>
                </c:pt>
                <c:pt idx="14">
                  <c:v>11.01</c:v>
                </c:pt>
                <c:pt idx="15">
                  <c:v>11.026999999999999</c:v>
                </c:pt>
                <c:pt idx="16">
                  <c:v>11.045</c:v>
                </c:pt>
                <c:pt idx="17">
                  <c:v>11.063000000000001</c:v>
                </c:pt>
                <c:pt idx="18">
                  <c:v>11.081</c:v>
                </c:pt>
                <c:pt idx="19">
                  <c:v>11.099</c:v>
                </c:pt>
                <c:pt idx="20">
                  <c:v>11.117000000000001</c:v>
                </c:pt>
              </c:numCache>
            </c:numRef>
          </c:xVal>
          <c:yVal>
            <c:numRef>
              <c:f>'[Coeluting-features-data_2024-12-09.xlsx]Chromatograms'!$C$27:$C$47</c:f>
              <c:numCache>
                <c:formatCode>General</c:formatCode>
                <c:ptCount val="21"/>
                <c:pt idx="0">
                  <c:v>1566</c:v>
                </c:pt>
                <c:pt idx="1">
                  <c:v>3707</c:v>
                </c:pt>
                <c:pt idx="2">
                  <c:v>5033</c:v>
                </c:pt>
                <c:pt idx="3">
                  <c:v>6074</c:v>
                </c:pt>
                <c:pt idx="4">
                  <c:v>7863</c:v>
                </c:pt>
                <c:pt idx="5">
                  <c:v>7994</c:v>
                </c:pt>
                <c:pt idx="6">
                  <c:v>5955</c:v>
                </c:pt>
                <c:pt idx="7">
                  <c:v>4371</c:v>
                </c:pt>
                <c:pt idx="8">
                  <c:v>6334</c:v>
                </c:pt>
                <c:pt idx="9">
                  <c:v>11049</c:v>
                </c:pt>
                <c:pt idx="10">
                  <c:v>13710</c:v>
                </c:pt>
                <c:pt idx="11">
                  <c:v>10355</c:v>
                </c:pt>
                <c:pt idx="12">
                  <c:v>5206</c:v>
                </c:pt>
                <c:pt idx="13">
                  <c:v>3872</c:v>
                </c:pt>
                <c:pt idx="14">
                  <c:v>11272</c:v>
                </c:pt>
                <c:pt idx="15">
                  <c:v>22737</c:v>
                </c:pt>
                <c:pt idx="16">
                  <c:v>26474</c:v>
                </c:pt>
                <c:pt idx="17">
                  <c:v>20022</c:v>
                </c:pt>
                <c:pt idx="18">
                  <c:v>9412</c:v>
                </c:pt>
                <c:pt idx="19">
                  <c:v>3445</c:v>
                </c:pt>
                <c:pt idx="20">
                  <c:v>276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364-4F5E-AF16-1CF2E7DA4D75}"/>
            </c:ext>
          </c:extLst>
        </c:ser>
        <c:ser>
          <c:idx val="3"/>
          <c:order val="3"/>
          <c:tx>
            <c:v>448.9647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'[Coeluting-features-data_2024-12-09.xlsx]Chromatograms'!$A$83:$A$103</c:f>
              <c:numCache>
                <c:formatCode>General</c:formatCode>
                <c:ptCount val="21"/>
                <c:pt idx="0">
                  <c:v>10.759</c:v>
                </c:pt>
                <c:pt idx="1">
                  <c:v>10.776999999999999</c:v>
                </c:pt>
                <c:pt idx="2">
                  <c:v>10.795</c:v>
                </c:pt>
                <c:pt idx="3">
                  <c:v>10.813000000000001</c:v>
                </c:pt>
                <c:pt idx="4">
                  <c:v>10.831</c:v>
                </c:pt>
                <c:pt idx="5">
                  <c:v>10.849</c:v>
                </c:pt>
                <c:pt idx="6">
                  <c:v>10.867000000000001</c:v>
                </c:pt>
                <c:pt idx="7">
                  <c:v>10.885</c:v>
                </c:pt>
                <c:pt idx="8">
                  <c:v>10.901999999999999</c:v>
                </c:pt>
                <c:pt idx="9">
                  <c:v>10.92</c:v>
                </c:pt>
                <c:pt idx="10">
                  <c:v>10.938000000000001</c:v>
                </c:pt>
                <c:pt idx="11">
                  <c:v>10.956</c:v>
                </c:pt>
                <c:pt idx="12">
                  <c:v>10.974</c:v>
                </c:pt>
                <c:pt idx="13">
                  <c:v>10.992000000000001</c:v>
                </c:pt>
                <c:pt idx="14">
                  <c:v>11.01</c:v>
                </c:pt>
                <c:pt idx="15">
                  <c:v>11.026999999999999</c:v>
                </c:pt>
                <c:pt idx="16">
                  <c:v>11.045</c:v>
                </c:pt>
                <c:pt idx="17">
                  <c:v>11.063000000000001</c:v>
                </c:pt>
                <c:pt idx="18">
                  <c:v>11.081</c:v>
                </c:pt>
                <c:pt idx="19">
                  <c:v>11.099</c:v>
                </c:pt>
                <c:pt idx="20">
                  <c:v>11.117000000000001</c:v>
                </c:pt>
              </c:numCache>
              <c:extLst xmlns:c15="http://schemas.microsoft.com/office/drawing/2012/chart"/>
            </c:numRef>
          </c:xVal>
          <c:yVal>
            <c:numRef>
              <c:f>'[Coeluting-features-data_2024-12-09.xlsx]Chromatograms'!$E$83:$E$103</c:f>
              <c:numCache>
                <c:formatCode>General</c:formatCode>
                <c:ptCount val="21"/>
                <c:pt idx="0">
                  <c:v>646</c:v>
                </c:pt>
                <c:pt idx="1">
                  <c:v>1399</c:v>
                </c:pt>
                <c:pt idx="2">
                  <c:v>2116</c:v>
                </c:pt>
                <c:pt idx="3">
                  <c:v>2333</c:v>
                </c:pt>
                <c:pt idx="4">
                  <c:v>3488</c:v>
                </c:pt>
                <c:pt idx="5">
                  <c:v>3271</c:v>
                </c:pt>
                <c:pt idx="6">
                  <c:v>2149</c:v>
                </c:pt>
                <c:pt idx="7">
                  <c:v>1129</c:v>
                </c:pt>
                <c:pt idx="8">
                  <c:v>1278</c:v>
                </c:pt>
                <c:pt idx="9">
                  <c:v>3675</c:v>
                </c:pt>
                <c:pt idx="10">
                  <c:v>4641</c:v>
                </c:pt>
                <c:pt idx="11">
                  <c:v>3860</c:v>
                </c:pt>
                <c:pt idx="12">
                  <c:v>2126</c:v>
                </c:pt>
                <c:pt idx="13">
                  <c:v>1672</c:v>
                </c:pt>
                <c:pt idx="14">
                  <c:v>5386</c:v>
                </c:pt>
                <c:pt idx="15">
                  <c:v>9681</c:v>
                </c:pt>
                <c:pt idx="16">
                  <c:v>11897</c:v>
                </c:pt>
                <c:pt idx="17">
                  <c:v>9819</c:v>
                </c:pt>
                <c:pt idx="18">
                  <c:v>4554</c:v>
                </c:pt>
                <c:pt idx="19">
                  <c:v>830</c:v>
                </c:pt>
                <c:pt idx="20">
                  <c:v>195</c:v>
                </c:pt>
              </c:numCache>
              <c:extLst xmlns:c15="http://schemas.microsoft.com/office/drawing/2012/chart"/>
            </c:numRef>
          </c:yVal>
          <c:smooth val="1"/>
          <c:extLst>
            <c:ext xmlns:c16="http://schemas.microsoft.com/office/drawing/2014/chart" uri="{C3380CC4-5D6E-409C-BE32-E72D297353CC}">
              <c16:uniqueId val="{00000001-6364-4F5E-AF16-1CF2E7DA4D75}"/>
            </c:ext>
          </c:extLst>
        </c:ser>
        <c:ser>
          <c:idx val="5"/>
          <c:order val="5"/>
          <c:tx>
            <c:v>414.9479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'[Coeluting-features-data_2024-12-09.xlsx]Chromatograms'!$F$19:$F$30</c:f>
              <c:numCache>
                <c:formatCode>General</c:formatCode>
                <c:ptCount val="12"/>
                <c:pt idx="0">
                  <c:v>10.974</c:v>
                </c:pt>
                <c:pt idx="1">
                  <c:v>10.992000000000001</c:v>
                </c:pt>
                <c:pt idx="2">
                  <c:v>11.01</c:v>
                </c:pt>
                <c:pt idx="3">
                  <c:v>11.026999999999999</c:v>
                </c:pt>
                <c:pt idx="4">
                  <c:v>11.045</c:v>
                </c:pt>
                <c:pt idx="5">
                  <c:v>11.063000000000001</c:v>
                </c:pt>
                <c:pt idx="6">
                  <c:v>11.081</c:v>
                </c:pt>
                <c:pt idx="7">
                  <c:v>11.099</c:v>
                </c:pt>
                <c:pt idx="8">
                  <c:v>11.117000000000001</c:v>
                </c:pt>
                <c:pt idx="9">
                  <c:v>11.135</c:v>
                </c:pt>
                <c:pt idx="10">
                  <c:v>11.151999999999999</c:v>
                </c:pt>
                <c:pt idx="11">
                  <c:v>11.17</c:v>
                </c:pt>
              </c:numCache>
              <c:extLst xmlns:c15="http://schemas.microsoft.com/office/drawing/2012/chart"/>
            </c:numRef>
          </c:xVal>
          <c:yVal>
            <c:numRef>
              <c:f>'[Coeluting-features-data_2024-12-09.xlsx]Chromatograms'!$H$19:$H$30</c:f>
              <c:numCache>
                <c:formatCode>General</c:formatCode>
                <c:ptCount val="12"/>
                <c:pt idx="0">
                  <c:v>1333</c:v>
                </c:pt>
                <c:pt idx="1">
                  <c:v>17217</c:v>
                </c:pt>
                <c:pt idx="2">
                  <c:v>66007</c:v>
                </c:pt>
                <c:pt idx="3">
                  <c:v>124822</c:v>
                </c:pt>
                <c:pt idx="4">
                  <c:v>152713</c:v>
                </c:pt>
                <c:pt idx="5">
                  <c:v>124640</c:v>
                </c:pt>
                <c:pt idx="6">
                  <c:v>67696</c:v>
                </c:pt>
                <c:pt idx="7">
                  <c:v>25885</c:v>
                </c:pt>
                <c:pt idx="8">
                  <c:v>6878</c:v>
                </c:pt>
                <c:pt idx="9">
                  <c:v>1535</c:v>
                </c:pt>
                <c:pt idx="10">
                  <c:v>0</c:v>
                </c:pt>
                <c:pt idx="11">
                  <c:v>123</c:v>
                </c:pt>
              </c:numCache>
              <c:extLst xmlns:c15="http://schemas.microsoft.com/office/drawing/2012/chart"/>
            </c:numRef>
          </c:yVal>
          <c:smooth val="1"/>
          <c:extLst xmlns:c15="http://schemas.microsoft.com/office/drawing/2012/chart">
            <c:ext xmlns:c16="http://schemas.microsoft.com/office/drawing/2014/chart" uri="{C3380CC4-5D6E-409C-BE32-E72D297353CC}">
              <c16:uniqueId val="{00000002-6364-4F5E-AF16-1CF2E7DA4D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563839"/>
        <c:axId val="1750562399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v>628.9148</c:v>
                </c:tx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'[Coeluting-features-data_2024-12-09.xlsx]Chromatograms'!$A$3:$A$26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10.706</c:v>
                      </c:pt>
                      <c:pt idx="1">
                        <c:v>10.724</c:v>
                      </c:pt>
                      <c:pt idx="2">
                        <c:v>10.742000000000001</c:v>
                      </c:pt>
                      <c:pt idx="3">
                        <c:v>10.759</c:v>
                      </c:pt>
                      <c:pt idx="4">
                        <c:v>10.776999999999999</c:v>
                      </c:pt>
                      <c:pt idx="5">
                        <c:v>10.795</c:v>
                      </c:pt>
                      <c:pt idx="6">
                        <c:v>10.813000000000001</c:v>
                      </c:pt>
                      <c:pt idx="7">
                        <c:v>10.831</c:v>
                      </c:pt>
                      <c:pt idx="8">
                        <c:v>10.849</c:v>
                      </c:pt>
                      <c:pt idx="9">
                        <c:v>10.867000000000001</c:v>
                      </c:pt>
                      <c:pt idx="10">
                        <c:v>10.885</c:v>
                      </c:pt>
                      <c:pt idx="11">
                        <c:v>10.901999999999999</c:v>
                      </c:pt>
                      <c:pt idx="12">
                        <c:v>10.92</c:v>
                      </c:pt>
                      <c:pt idx="13">
                        <c:v>10.938000000000001</c:v>
                      </c:pt>
                      <c:pt idx="14">
                        <c:v>10.956</c:v>
                      </c:pt>
                      <c:pt idx="15">
                        <c:v>10.974</c:v>
                      </c:pt>
                      <c:pt idx="16">
                        <c:v>10.992000000000001</c:v>
                      </c:pt>
                      <c:pt idx="17">
                        <c:v>11.01</c:v>
                      </c:pt>
                      <c:pt idx="18">
                        <c:v>11.026999999999999</c:v>
                      </c:pt>
                      <c:pt idx="19">
                        <c:v>11.045</c:v>
                      </c:pt>
                      <c:pt idx="20">
                        <c:v>11.063000000000001</c:v>
                      </c:pt>
                      <c:pt idx="21">
                        <c:v>11.081</c:v>
                      </c:pt>
                      <c:pt idx="22">
                        <c:v>11.099</c:v>
                      </c:pt>
                      <c:pt idx="23">
                        <c:v>11.117000000000001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'[Coeluting-features-data_2024-12-09.xlsx]Chromatograms'!$B$3:$B$26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4483</c:v>
                      </c:pt>
                      <c:pt idx="1">
                        <c:v>17414</c:v>
                      </c:pt>
                      <c:pt idx="2">
                        <c:v>33464</c:v>
                      </c:pt>
                      <c:pt idx="3">
                        <c:v>40248</c:v>
                      </c:pt>
                      <c:pt idx="4">
                        <c:v>45194</c:v>
                      </c:pt>
                      <c:pt idx="5">
                        <c:v>51294</c:v>
                      </c:pt>
                      <c:pt idx="6">
                        <c:v>55065</c:v>
                      </c:pt>
                      <c:pt idx="7">
                        <c:v>44747</c:v>
                      </c:pt>
                      <c:pt idx="8">
                        <c:v>31032</c:v>
                      </c:pt>
                      <c:pt idx="9">
                        <c:v>32919</c:v>
                      </c:pt>
                      <c:pt idx="10">
                        <c:v>41958</c:v>
                      </c:pt>
                      <c:pt idx="11">
                        <c:v>40747</c:v>
                      </c:pt>
                      <c:pt idx="12">
                        <c:v>24835</c:v>
                      </c:pt>
                      <c:pt idx="13">
                        <c:v>11008</c:v>
                      </c:pt>
                      <c:pt idx="14">
                        <c:v>14737</c:v>
                      </c:pt>
                      <c:pt idx="15">
                        <c:v>41364</c:v>
                      </c:pt>
                      <c:pt idx="16">
                        <c:v>69341</c:v>
                      </c:pt>
                      <c:pt idx="17">
                        <c:v>70567</c:v>
                      </c:pt>
                      <c:pt idx="18">
                        <c:v>48103</c:v>
                      </c:pt>
                      <c:pt idx="19">
                        <c:v>20620</c:v>
                      </c:pt>
                      <c:pt idx="20">
                        <c:v>9241</c:v>
                      </c:pt>
                      <c:pt idx="21">
                        <c:v>5031</c:v>
                      </c:pt>
                      <c:pt idx="22">
                        <c:v>2947</c:v>
                      </c:pt>
                      <c:pt idx="23">
                        <c:v>1090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3-6364-4F5E-AF16-1CF2E7DA4D75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v>PFNS</c:v>
                </c:tx>
                <c:spPr>
                  <a:ln w="1905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'[Coeluting-features-data_2024-12-09.xlsx]Chromatograms'!$A$48:$A$82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10.635</c:v>
                      </c:pt>
                      <c:pt idx="1">
                        <c:v>10.651999999999999</c:v>
                      </c:pt>
                      <c:pt idx="2">
                        <c:v>10.67</c:v>
                      </c:pt>
                      <c:pt idx="3">
                        <c:v>10.688000000000001</c:v>
                      </c:pt>
                      <c:pt idx="4">
                        <c:v>10.706</c:v>
                      </c:pt>
                      <c:pt idx="5">
                        <c:v>10.724</c:v>
                      </c:pt>
                      <c:pt idx="6">
                        <c:v>10.742000000000001</c:v>
                      </c:pt>
                      <c:pt idx="7">
                        <c:v>10.759</c:v>
                      </c:pt>
                      <c:pt idx="8">
                        <c:v>10.776999999999999</c:v>
                      </c:pt>
                      <c:pt idx="9">
                        <c:v>10.795</c:v>
                      </c:pt>
                      <c:pt idx="10">
                        <c:v>10.813000000000001</c:v>
                      </c:pt>
                      <c:pt idx="11">
                        <c:v>10.831</c:v>
                      </c:pt>
                      <c:pt idx="12">
                        <c:v>10.849</c:v>
                      </c:pt>
                      <c:pt idx="13">
                        <c:v>10.867000000000001</c:v>
                      </c:pt>
                      <c:pt idx="14">
                        <c:v>10.885</c:v>
                      </c:pt>
                      <c:pt idx="15">
                        <c:v>10.901999999999999</c:v>
                      </c:pt>
                      <c:pt idx="16">
                        <c:v>10.92</c:v>
                      </c:pt>
                      <c:pt idx="17">
                        <c:v>10.938000000000001</c:v>
                      </c:pt>
                      <c:pt idx="18">
                        <c:v>10.956</c:v>
                      </c:pt>
                      <c:pt idx="19">
                        <c:v>10.974</c:v>
                      </c:pt>
                      <c:pt idx="20">
                        <c:v>10.992000000000001</c:v>
                      </c:pt>
                      <c:pt idx="21">
                        <c:v>11.01</c:v>
                      </c:pt>
                      <c:pt idx="22">
                        <c:v>11.026999999999999</c:v>
                      </c:pt>
                      <c:pt idx="23">
                        <c:v>11.045</c:v>
                      </c:pt>
                      <c:pt idx="24">
                        <c:v>11.063000000000001</c:v>
                      </c:pt>
                      <c:pt idx="25">
                        <c:v>11.081</c:v>
                      </c:pt>
                      <c:pt idx="26">
                        <c:v>11.099</c:v>
                      </c:pt>
                      <c:pt idx="27">
                        <c:v>11.117000000000001</c:v>
                      </c:pt>
                      <c:pt idx="28">
                        <c:v>11.135</c:v>
                      </c:pt>
                      <c:pt idx="29">
                        <c:v>11.151999999999999</c:v>
                      </c:pt>
                      <c:pt idx="30">
                        <c:v>11.17</c:v>
                      </c:pt>
                      <c:pt idx="31">
                        <c:v>11.188000000000001</c:v>
                      </c:pt>
                      <c:pt idx="32">
                        <c:v>11.206</c:v>
                      </c:pt>
                      <c:pt idx="33">
                        <c:v>11.224</c:v>
                      </c:pt>
                      <c:pt idx="34">
                        <c:v>11.242000000000001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'[Coeluting-features-data_2024-12-09.xlsx]Chromatograms'!$D$48:$D$82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102</c:v>
                      </c:pt>
                      <c:pt idx="1">
                        <c:v>446</c:v>
                      </c:pt>
                      <c:pt idx="2">
                        <c:v>457</c:v>
                      </c:pt>
                      <c:pt idx="3">
                        <c:v>539</c:v>
                      </c:pt>
                      <c:pt idx="4">
                        <c:v>114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227</c:v>
                      </c:pt>
                      <c:pt idx="14">
                        <c:v>3682</c:v>
                      </c:pt>
                      <c:pt idx="15">
                        <c:v>6980</c:v>
                      </c:pt>
                      <c:pt idx="16">
                        <c:v>10132</c:v>
                      </c:pt>
                      <c:pt idx="17">
                        <c:v>8797</c:v>
                      </c:pt>
                      <c:pt idx="18">
                        <c:v>6108</c:v>
                      </c:pt>
                      <c:pt idx="19">
                        <c:v>3700</c:v>
                      </c:pt>
                      <c:pt idx="20">
                        <c:v>5061</c:v>
                      </c:pt>
                      <c:pt idx="21">
                        <c:v>6364</c:v>
                      </c:pt>
                      <c:pt idx="22">
                        <c:v>4873</c:v>
                      </c:pt>
                      <c:pt idx="23">
                        <c:v>1841</c:v>
                      </c:pt>
                      <c:pt idx="24">
                        <c:v>0</c:v>
                      </c:pt>
                      <c:pt idx="25">
                        <c:v>0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0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1548</c:v>
                      </c:pt>
                      <c:pt idx="32">
                        <c:v>2920</c:v>
                      </c:pt>
                      <c:pt idx="33">
                        <c:v>2424</c:v>
                      </c:pt>
                      <c:pt idx="34">
                        <c:v>1039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6364-4F5E-AF16-1CF2E7DA4D75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v>450.9259</c:v>
                </c:tx>
                <c:spPr>
                  <a:ln w="19050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'[Coeluting-features-data_2024-12-09.xlsx]Chromatograms'!$F$3:$F$18</c15:sqref>
                        </c15:formulaRef>
                      </c:ext>
                    </c:extLst>
                    <c:numCache>
                      <c:formatCode>General</c:formatCode>
                      <c:ptCount val="16"/>
                      <c:pt idx="0">
                        <c:v>10.956</c:v>
                      </c:pt>
                      <c:pt idx="1">
                        <c:v>10.974</c:v>
                      </c:pt>
                      <c:pt idx="2">
                        <c:v>10.992000000000001</c:v>
                      </c:pt>
                      <c:pt idx="3">
                        <c:v>11.01</c:v>
                      </c:pt>
                      <c:pt idx="4">
                        <c:v>11.026999999999999</c:v>
                      </c:pt>
                      <c:pt idx="5">
                        <c:v>11.045</c:v>
                      </c:pt>
                      <c:pt idx="6">
                        <c:v>11.063000000000001</c:v>
                      </c:pt>
                      <c:pt idx="7">
                        <c:v>11.081</c:v>
                      </c:pt>
                      <c:pt idx="8">
                        <c:v>11.099</c:v>
                      </c:pt>
                      <c:pt idx="9">
                        <c:v>11.117000000000001</c:v>
                      </c:pt>
                      <c:pt idx="10">
                        <c:v>11.135</c:v>
                      </c:pt>
                      <c:pt idx="11">
                        <c:v>11.151999999999999</c:v>
                      </c:pt>
                      <c:pt idx="12">
                        <c:v>11.17</c:v>
                      </c:pt>
                      <c:pt idx="13">
                        <c:v>11.188000000000001</c:v>
                      </c:pt>
                      <c:pt idx="14">
                        <c:v>11.206</c:v>
                      </c:pt>
                      <c:pt idx="15">
                        <c:v>11.224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'[Coeluting-features-data_2024-12-09.xlsx]Chromatograms'!$G$3:$G$18</c15:sqref>
                        </c15:formulaRef>
                      </c:ext>
                    </c:extLst>
                    <c:numCache>
                      <c:formatCode>General</c:formatCode>
                      <c:ptCount val="16"/>
                      <c:pt idx="0">
                        <c:v>228</c:v>
                      </c:pt>
                      <c:pt idx="1">
                        <c:v>13023</c:v>
                      </c:pt>
                      <c:pt idx="2">
                        <c:v>86222</c:v>
                      </c:pt>
                      <c:pt idx="3">
                        <c:v>277173</c:v>
                      </c:pt>
                      <c:pt idx="4">
                        <c:v>529129</c:v>
                      </c:pt>
                      <c:pt idx="5">
                        <c:v>643991</c:v>
                      </c:pt>
                      <c:pt idx="6">
                        <c:v>533143</c:v>
                      </c:pt>
                      <c:pt idx="7">
                        <c:v>292073</c:v>
                      </c:pt>
                      <c:pt idx="8">
                        <c:v>113542</c:v>
                      </c:pt>
                      <c:pt idx="9">
                        <c:v>34049</c:v>
                      </c:pt>
                      <c:pt idx="10">
                        <c:v>10146</c:v>
                      </c:pt>
                      <c:pt idx="11">
                        <c:v>3199</c:v>
                      </c:pt>
                      <c:pt idx="12">
                        <c:v>730</c:v>
                      </c:pt>
                      <c:pt idx="13">
                        <c:v>72</c:v>
                      </c:pt>
                      <c:pt idx="14">
                        <c:v>172</c:v>
                      </c:pt>
                      <c:pt idx="15">
                        <c:v>159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6364-4F5E-AF16-1CF2E7DA4D75}"/>
                  </c:ext>
                </c:extLst>
              </c15:ser>
            </c15:filteredScatterSeries>
          </c:ext>
        </c:extLst>
      </c:scatterChart>
      <c:valAx>
        <c:axId val="1750563839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RT (min)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562399"/>
        <c:crosses val="autoZero"/>
        <c:crossBetween val="midCat"/>
      </c:valAx>
      <c:valAx>
        <c:axId val="175056239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56383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28575">
      <a:noFill/>
    </a:ln>
    <a:effectLst/>
  </c:spPr>
  <c:txPr>
    <a:bodyPr/>
    <a:lstStyle/>
    <a:p>
      <a:pPr>
        <a:defRPr sz="800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EICs of coeluting gator features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4"/>
          <c:order val="4"/>
          <c:tx>
            <c:v>450.9259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'[Coeluting-features-data_2024-12-09.xlsx]Chromatograms'!$F$3:$F$18</c:f>
              <c:numCache>
                <c:formatCode>General</c:formatCode>
                <c:ptCount val="16"/>
                <c:pt idx="0">
                  <c:v>10.956</c:v>
                </c:pt>
                <c:pt idx="1">
                  <c:v>10.974</c:v>
                </c:pt>
                <c:pt idx="2">
                  <c:v>10.992000000000001</c:v>
                </c:pt>
                <c:pt idx="3">
                  <c:v>11.01</c:v>
                </c:pt>
                <c:pt idx="4">
                  <c:v>11.026999999999999</c:v>
                </c:pt>
                <c:pt idx="5">
                  <c:v>11.045</c:v>
                </c:pt>
                <c:pt idx="6">
                  <c:v>11.063000000000001</c:v>
                </c:pt>
                <c:pt idx="7">
                  <c:v>11.081</c:v>
                </c:pt>
                <c:pt idx="8">
                  <c:v>11.099</c:v>
                </c:pt>
                <c:pt idx="9">
                  <c:v>11.117000000000001</c:v>
                </c:pt>
                <c:pt idx="10">
                  <c:v>11.135</c:v>
                </c:pt>
                <c:pt idx="11">
                  <c:v>11.151999999999999</c:v>
                </c:pt>
                <c:pt idx="12">
                  <c:v>11.17</c:v>
                </c:pt>
                <c:pt idx="13">
                  <c:v>11.188000000000001</c:v>
                </c:pt>
                <c:pt idx="14">
                  <c:v>11.206</c:v>
                </c:pt>
                <c:pt idx="15">
                  <c:v>11.224</c:v>
                </c:pt>
              </c:numCache>
              <c:extLst xmlns:c15="http://schemas.microsoft.com/office/drawing/2012/chart"/>
            </c:numRef>
          </c:xVal>
          <c:yVal>
            <c:numRef>
              <c:f>'[Coeluting-features-data_2024-12-09.xlsx]Chromatograms'!$G$3:$G$18</c:f>
              <c:numCache>
                <c:formatCode>General</c:formatCode>
                <c:ptCount val="16"/>
                <c:pt idx="0">
                  <c:v>228</c:v>
                </c:pt>
                <c:pt idx="1">
                  <c:v>13023</c:v>
                </c:pt>
                <c:pt idx="2">
                  <c:v>86222</c:v>
                </c:pt>
                <c:pt idx="3">
                  <c:v>277173</c:v>
                </c:pt>
                <c:pt idx="4">
                  <c:v>529129</c:v>
                </c:pt>
                <c:pt idx="5">
                  <c:v>643991</c:v>
                </c:pt>
                <c:pt idx="6">
                  <c:v>533143</c:v>
                </c:pt>
                <c:pt idx="7">
                  <c:v>292073</c:v>
                </c:pt>
                <c:pt idx="8">
                  <c:v>113542</c:v>
                </c:pt>
                <c:pt idx="9">
                  <c:v>34049</c:v>
                </c:pt>
                <c:pt idx="10">
                  <c:v>10146</c:v>
                </c:pt>
                <c:pt idx="11">
                  <c:v>3199</c:v>
                </c:pt>
                <c:pt idx="12">
                  <c:v>730</c:v>
                </c:pt>
                <c:pt idx="13">
                  <c:v>72</c:v>
                </c:pt>
                <c:pt idx="14">
                  <c:v>172</c:v>
                </c:pt>
                <c:pt idx="15">
                  <c:v>159</c:v>
                </c:pt>
              </c:numCache>
              <c:extLst xmlns:c15="http://schemas.microsoft.com/office/drawing/2012/chart"/>
            </c:numRef>
          </c:yVal>
          <c:smooth val="1"/>
          <c:extLst xmlns:c15="http://schemas.microsoft.com/office/drawing/2012/chart">
            <c:ext xmlns:c16="http://schemas.microsoft.com/office/drawing/2014/chart" uri="{C3380CC4-5D6E-409C-BE32-E72D297353CC}">
              <c16:uniqueId val="{00000000-1020-4E10-ACC3-19107509C88A}"/>
            </c:ext>
          </c:extLst>
        </c:ser>
        <c:ser>
          <c:idx val="5"/>
          <c:order val="5"/>
          <c:tx>
            <c:v>414.9479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'[Coeluting-features-data_2024-12-09.xlsx]Chromatograms'!$F$19:$F$30</c:f>
              <c:numCache>
                <c:formatCode>General</c:formatCode>
                <c:ptCount val="12"/>
                <c:pt idx="0">
                  <c:v>10.974</c:v>
                </c:pt>
                <c:pt idx="1">
                  <c:v>10.992000000000001</c:v>
                </c:pt>
                <c:pt idx="2">
                  <c:v>11.01</c:v>
                </c:pt>
                <c:pt idx="3">
                  <c:v>11.026999999999999</c:v>
                </c:pt>
                <c:pt idx="4">
                  <c:v>11.045</c:v>
                </c:pt>
                <c:pt idx="5">
                  <c:v>11.063000000000001</c:v>
                </c:pt>
                <c:pt idx="6">
                  <c:v>11.081</c:v>
                </c:pt>
                <c:pt idx="7">
                  <c:v>11.099</c:v>
                </c:pt>
                <c:pt idx="8">
                  <c:v>11.117000000000001</c:v>
                </c:pt>
                <c:pt idx="9">
                  <c:v>11.135</c:v>
                </c:pt>
                <c:pt idx="10">
                  <c:v>11.151999999999999</c:v>
                </c:pt>
                <c:pt idx="11">
                  <c:v>11.17</c:v>
                </c:pt>
              </c:numCache>
              <c:extLst xmlns:c15="http://schemas.microsoft.com/office/drawing/2012/chart"/>
            </c:numRef>
          </c:xVal>
          <c:yVal>
            <c:numRef>
              <c:f>'[Coeluting-features-data_2024-12-09.xlsx]Chromatograms'!$H$19:$H$30</c:f>
              <c:numCache>
                <c:formatCode>General</c:formatCode>
                <c:ptCount val="12"/>
                <c:pt idx="0">
                  <c:v>1333</c:v>
                </c:pt>
                <c:pt idx="1">
                  <c:v>17217</c:v>
                </c:pt>
                <c:pt idx="2">
                  <c:v>66007</c:v>
                </c:pt>
                <c:pt idx="3">
                  <c:v>124822</c:v>
                </c:pt>
                <c:pt idx="4">
                  <c:v>152713</c:v>
                </c:pt>
                <c:pt idx="5">
                  <c:v>124640</c:v>
                </c:pt>
                <c:pt idx="6">
                  <c:v>67696</c:v>
                </c:pt>
                <c:pt idx="7">
                  <c:v>25885</c:v>
                </c:pt>
                <c:pt idx="8">
                  <c:v>6878</c:v>
                </c:pt>
                <c:pt idx="9">
                  <c:v>1535</c:v>
                </c:pt>
                <c:pt idx="10">
                  <c:v>0</c:v>
                </c:pt>
                <c:pt idx="11">
                  <c:v>123</c:v>
                </c:pt>
              </c:numCache>
              <c:extLst xmlns:c15="http://schemas.microsoft.com/office/drawing/2012/chart"/>
            </c:numRef>
          </c:yVal>
          <c:smooth val="1"/>
          <c:extLst xmlns:c15="http://schemas.microsoft.com/office/drawing/2012/chart">
            <c:ext xmlns:c16="http://schemas.microsoft.com/office/drawing/2014/chart" uri="{C3380CC4-5D6E-409C-BE32-E72D297353CC}">
              <c16:uniqueId val="{00000001-1020-4E10-ACC3-19107509C8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563839"/>
        <c:axId val="1750562399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v>628.9148</c:v>
                </c:tx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'[Coeluting-features-data_2024-12-09.xlsx]Chromatograms'!$A$3:$A$26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10.706</c:v>
                      </c:pt>
                      <c:pt idx="1">
                        <c:v>10.724</c:v>
                      </c:pt>
                      <c:pt idx="2">
                        <c:v>10.742000000000001</c:v>
                      </c:pt>
                      <c:pt idx="3">
                        <c:v>10.759</c:v>
                      </c:pt>
                      <c:pt idx="4">
                        <c:v>10.776999999999999</c:v>
                      </c:pt>
                      <c:pt idx="5">
                        <c:v>10.795</c:v>
                      </c:pt>
                      <c:pt idx="6">
                        <c:v>10.813000000000001</c:v>
                      </c:pt>
                      <c:pt idx="7">
                        <c:v>10.831</c:v>
                      </c:pt>
                      <c:pt idx="8">
                        <c:v>10.849</c:v>
                      </c:pt>
                      <c:pt idx="9">
                        <c:v>10.867000000000001</c:v>
                      </c:pt>
                      <c:pt idx="10">
                        <c:v>10.885</c:v>
                      </c:pt>
                      <c:pt idx="11">
                        <c:v>10.901999999999999</c:v>
                      </c:pt>
                      <c:pt idx="12">
                        <c:v>10.92</c:v>
                      </c:pt>
                      <c:pt idx="13">
                        <c:v>10.938000000000001</c:v>
                      </c:pt>
                      <c:pt idx="14">
                        <c:v>10.956</c:v>
                      </c:pt>
                      <c:pt idx="15">
                        <c:v>10.974</c:v>
                      </c:pt>
                      <c:pt idx="16">
                        <c:v>10.992000000000001</c:v>
                      </c:pt>
                      <c:pt idx="17">
                        <c:v>11.01</c:v>
                      </c:pt>
                      <c:pt idx="18">
                        <c:v>11.026999999999999</c:v>
                      </c:pt>
                      <c:pt idx="19">
                        <c:v>11.045</c:v>
                      </c:pt>
                      <c:pt idx="20">
                        <c:v>11.063000000000001</c:v>
                      </c:pt>
                      <c:pt idx="21">
                        <c:v>11.081</c:v>
                      </c:pt>
                      <c:pt idx="22">
                        <c:v>11.099</c:v>
                      </c:pt>
                      <c:pt idx="23">
                        <c:v>11.117000000000001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'[Coeluting-features-data_2024-12-09.xlsx]Chromatograms'!$B$3:$B$26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4483</c:v>
                      </c:pt>
                      <c:pt idx="1">
                        <c:v>17414</c:v>
                      </c:pt>
                      <c:pt idx="2">
                        <c:v>33464</c:v>
                      </c:pt>
                      <c:pt idx="3">
                        <c:v>40248</c:v>
                      </c:pt>
                      <c:pt idx="4">
                        <c:v>45194</c:v>
                      </c:pt>
                      <c:pt idx="5">
                        <c:v>51294</c:v>
                      </c:pt>
                      <c:pt idx="6">
                        <c:v>55065</c:v>
                      </c:pt>
                      <c:pt idx="7">
                        <c:v>44747</c:v>
                      </c:pt>
                      <c:pt idx="8">
                        <c:v>31032</c:v>
                      </c:pt>
                      <c:pt idx="9">
                        <c:v>32919</c:v>
                      </c:pt>
                      <c:pt idx="10">
                        <c:v>41958</c:v>
                      </c:pt>
                      <c:pt idx="11">
                        <c:v>40747</c:v>
                      </c:pt>
                      <c:pt idx="12">
                        <c:v>24835</c:v>
                      </c:pt>
                      <c:pt idx="13">
                        <c:v>11008</c:v>
                      </c:pt>
                      <c:pt idx="14">
                        <c:v>14737</c:v>
                      </c:pt>
                      <c:pt idx="15">
                        <c:v>41364</c:v>
                      </c:pt>
                      <c:pt idx="16">
                        <c:v>69341</c:v>
                      </c:pt>
                      <c:pt idx="17">
                        <c:v>70567</c:v>
                      </c:pt>
                      <c:pt idx="18">
                        <c:v>48103</c:v>
                      </c:pt>
                      <c:pt idx="19">
                        <c:v>20620</c:v>
                      </c:pt>
                      <c:pt idx="20">
                        <c:v>9241</c:v>
                      </c:pt>
                      <c:pt idx="21">
                        <c:v>5031</c:v>
                      </c:pt>
                      <c:pt idx="22">
                        <c:v>2947</c:v>
                      </c:pt>
                      <c:pt idx="23">
                        <c:v>1090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2-1020-4E10-ACC3-19107509C88A}"/>
                  </c:ext>
                </c:extLst>
              </c15:ser>
            </c15:filteredScatterSeries>
            <c15:filteredScatterSeries>
              <c15:ser>
                <c:idx val="1"/>
                <c:order val="1"/>
                <c:tx>
                  <c:v>592.9481</c:v>
                </c:tx>
                <c:spPr>
                  <a:ln w="1905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'[Coeluting-features-data_2024-12-09.xlsx]Chromatograms'!$A$27:$A$47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>
                        <c:v>10.759</c:v>
                      </c:pt>
                      <c:pt idx="1">
                        <c:v>10.776999999999999</c:v>
                      </c:pt>
                      <c:pt idx="2">
                        <c:v>10.795</c:v>
                      </c:pt>
                      <c:pt idx="3">
                        <c:v>10.813000000000001</c:v>
                      </c:pt>
                      <c:pt idx="4">
                        <c:v>10.831</c:v>
                      </c:pt>
                      <c:pt idx="5">
                        <c:v>10.849</c:v>
                      </c:pt>
                      <c:pt idx="6">
                        <c:v>10.867000000000001</c:v>
                      </c:pt>
                      <c:pt idx="7">
                        <c:v>10.885</c:v>
                      </c:pt>
                      <c:pt idx="8">
                        <c:v>10.901999999999999</c:v>
                      </c:pt>
                      <c:pt idx="9">
                        <c:v>10.92</c:v>
                      </c:pt>
                      <c:pt idx="10">
                        <c:v>10.938000000000001</c:v>
                      </c:pt>
                      <c:pt idx="11">
                        <c:v>10.956</c:v>
                      </c:pt>
                      <c:pt idx="12">
                        <c:v>10.974</c:v>
                      </c:pt>
                      <c:pt idx="13">
                        <c:v>10.992000000000001</c:v>
                      </c:pt>
                      <c:pt idx="14">
                        <c:v>11.01</c:v>
                      </c:pt>
                      <c:pt idx="15">
                        <c:v>11.026999999999999</c:v>
                      </c:pt>
                      <c:pt idx="16">
                        <c:v>11.045</c:v>
                      </c:pt>
                      <c:pt idx="17">
                        <c:v>11.063000000000001</c:v>
                      </c:pt>
                      <c:pt idx="18">
                        <c:v>11.081</c:v>
                      </c:pt>
                      <c:pt idx="19">
                        <c:v>11.099</c:v>
                      </c:pt>
                      <c:pt idx="20">
                        <c:v>11.117000000000001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'[Coeluting-features-data_2024-12-09.xlsx]Chromatograms'!$C$27:$C$47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>
                        <c:v>1566</c:v>
                      </c:pt>
                      <c:pt idx="1">
                        <c:v>3707</c:v>
                      </c:pt>
                      <c:pt idx="2">
                        <c:v>5033</c:v>
                      </c:pt>
                      <c:pt idx="3">
                        <c:v>6074</c:v>
                      </c:pt>
                      <c:pt idx="4">
                        <c:v>7863</c:v>
                      </c:pt>
                      <c:pt idx="5">
                        <c:v>7994</c:v>
                      </c:pt>
                      <c:pt idx="6">
                        <c:v>5955</c:v>
                      </c:pt>
                      <c:pt idx="7">
                        <c:v>4371</c:v>
                      </c:pt>
                      <c:pt idx="8">
                        <c:v>6334</c:v>
                      </c:pt>
                      <c:pt idx="9">
                        <c:v>11049</c:v>
                      </c:pt>
                      <c:pt idx="10">
                        <c:v>13710</c:v>
                      </c:pt>
                      <c:pt idx="11">
                        <c:v>10355</c:v>
                      </c:pt>
                      <c:pt idx="12">
                        <c:v>5206</c:v>
                      </c:pt>
                      <c:pt idx="13">
                        <c:v>3872</c:v>
                      </c:pt>
                      <c:pt idx="14">
                        <c:v>11272</c:v>
                      </c:pt>
                      <c:pt idx="15">
                        <c:v>22737</c:v>
                      </c:pt>
                      <c:pt idx="16">
                        <c:v>26474</c:v>
                      </c:pt>
                      <c:pt idx="17">
                        <c:v>20022</c:v>
                      </c:pt>
                      <c:pt idx="18">
                        <c:v>9412</c:v>
                      </c:pt>
                      <c:pt idx="19">
                        <c:v>3445</c:v>
                      </c:pt>
                      <c:pt idx="20">
                        <c:v>276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1020-4E10-ACC3-19107509C88A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v>PFNS</c:v>
                </c:tx>
                <c:spPr>
                  <a:ln w="1905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'[Coeluting-features-data_2024-12-09.xlsx]Chromatograms'!$A$48:$A$82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10.635</c:v>
                      </c:pt>
                      <c:pt idx="1">
                        <c:v>10.651999999999999</c:v>
                      </c:pt>
                      <c:pt idx="2">
                        <c:v>10.67</c:v>
                      </c:pt>
                      <c:pt idx="3">
                        <c:v>10.688000000000001</c:v>
                      </c:pt>
                      <c:pt idx="4">
                        <c:v>10.706</c:v>
                      </c:pt>
                      <c:pt idx="5">
                        <c:v>10.724</c:v>
                      </c:pt>
                      <c:pt idx="6">
                        <c:v>10.742000000000001</c:v>
                      </c:pt>
                      <c:pt idx="7">
                        <c:v>10.759</c:v>
                      </c:pt>
                      <c:pt idx="8">
                        <c:v>10.776999999999999</c:v>
                      </c:pt>
                      <c:pt idx="9">
                        <c:v>10.795</c:v>
                      </c:pt>
                      <c:pt idx="10">
                        <c:v>10.813000000000001</c:v>
                      </c:pt>
                      <c:pt idx="11">
                        <c:v>10.831</c:v>
                      </c:pt>
                      <c:pt idx="12">
                        <c:v>10.849</c:v>
                      </c:pt>
                      <c:pt idx="13">
                        <c:v>10.867000000000001</c:v>
                      </c:pt>
                      <c:pt idx="14">
                        <c:v>10.885</c:v>
                      </c:pt>
                      <c:pt idx="15">
                        <c:v>10.901999999999999</c:v>
                      </c:pt>
                      <c:pt idx="16">
                        <c:v>10.92</c:v>
                      </c:pt>
                      <c:pt idx="17">
                        <c:v>10.938000000000001</c:v>
                      </c:pt>
                      <c:pt idx="18">
                        <c:v>10.956</c:v>
                      </c:pt>
                      <c:pt idx="19">
                        <c:v>10.974</c:v>
                      </c:pt>
                      <c:pt idx="20">
                        <c:v>10.992000000000001</c:v>
                      </c:pt>
                      <c:pt idx="21">
                        <c:v>11.01</c:v>
                      </c:pt>
                      <c:pt idx="22">
                        <c:v>11.026999999999999</c:v>
                      </c:pt>
                      <c:pt idx="23">
                        <c:v>11.045</c:v>
                      </c:pt>
                      <c:pt idx="24">
                        <c:v>11.063000000000001</c:v>
                      </c:pt>
                      <c:pt idx="25">
                        <c:v>11.081</c:v>
                      </c:pt>
                      <c:pt idx="26">
                        <c:v>11.099</c:v>
                      </c:pt>
                      <c:pt idx="27">
                        <c:v>11.117000000000001</c:v>
                      </c:pt>
                      <c:pt idx="28">
                        <c:v>11.135</c:v>
                      </c:pt>
                      <c:pt idx="29">
                        <c:v>11.151999999999999</c:v>
                      </c:pt>
                      <c:pt idx="30">
                        <c:v>11.17</c:v>
                      </c:pt>
                      <c:pt idx="31">
                        <c:v>11.188000000000001</c:v>
                      </c:pt>
                      <c:pt idx="32">
                        <c:v>11.206</c:v>
                      </c:pt>
                      <c:pt idx="33">
                        <c:v>11.224</c:v>
                      </c:pt>
                      <c:pt idx="34">
                        <c:v>11.242000000000001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'[Coeluting-features-data_2024-12-09.xlsx]Chromatograms'!$D$48:$D$82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102</c:v>
                      </c:pt>
                      <c:pt idx="1">
                        <c:v>446</c:v>
                      </c:pt>
                      <c:pt idx="2">
                        <c:v>457</c:v>
                      </c:pt>
                      <c:pt idx="3">
                        <c:v>539</c:v>
                      </c:pt>
                      <c:pt idx="4">
                        <c:v>114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227</c:v>
                      </c:pt>
                      <c:pt idx="14">
                        <c:v>3682</c:v>
                      </c:pt>
                      <c:pt idx="15">
                        <c:v>6980</c:v>
                      </c:pt>
                      <c:pt idx="16">
                        <c:v>10132</c:v>
                      </c:pt>
                      <c:pt idx="17">
                        <c:v>8797</c:v>
                      </c:pt>
                      <c:pt idx="18">
                        <c:v>6108</c:v>
                      </c:pt>
                      <c:pt idx="19">
                        <c:v>3700</c:v>
                      </c:pt>
                      <c:pt idx="20">
                        <c:v>5061</c:v>
                      </c:pt>
                      <c:pt idx="21">
                        <c:v>6364</c:v>
                      </c:pt>
                      <c:pt idx="22">
                        <c:v>4873</c:v>
                      </c:pt>
                      <c:pt idx="23">
                        <c:v>1841</c:v>
                      </c:pt>
                      <c:pt idx="24">
                        <c:v>0</c:v>
                      </c:pt>
                      <c:pt idx="25">
                        <c:v>0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0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1548</c:v>
                      </c:pt>
                      <c:pt idx="32">
                        <c:v>2920</c:v>
                      </c:pt>
                      <c:pt idx="33">
                        <c:v>2424</c:v>
                      </c:pt>
                      <c:pt idx="34">
                        <c:v>1039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1020-4E10-ACC3-19107509C88A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v>448.9647</c:v>
                </c:tx>
                <c:spPr>
                  <a:ln w="19050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'[Coeluting-features-data_2024-12-09.xlsx]Chromatograms'!$A$83:$A$103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>
                        <c:v>10.759</c:v>
                      </c:pt>
                      <c:pt idx="1">
                        <c:v>10.776999999999999</c:v>
                      </c:pt>
                      <c:pt idx="2">
                        <c:v>10.795</c:v>
                      </c:pt>
                      <c:pt idx="3">
                        <c:v>10.813000000000001</c:v>
                      </c:pt>
                      <c:pt idx="4">
                        <c:v>10.831</c:v>
                      </c:pt>
                      <c:pt idx="5">
                        <c:v>10.849</c:v>
                      </c:pt>
                      <c:pt idx="6">
                        <c:v>10.867000000000001</c:v>
                      </c:pt>
                      <c:pt idx="7">
                        <c:v>10.885</c:v>
                      </c:pt>
                      <c:pt idx="8">
                        <c:v>10.901999999999999</c:v>
                      </c:pt>
                      <c:pt idx="9">
                        <c:v>10.92</c:v>
                      </c:pt>
                      <c:pt idx="10">
                        <c:v>10.938000000000001</c:v>
                      </c:pt>
                      <c:pt idx="11">
                        <c:v>10.956</c:v>
                      </c:pt>
                      <c:pt idx="12">
                        <c:v>10.974</c:v>
                      </c:pt>
                      <c:pt idx="13">
                        <c:v>10.992000000000001</c:v>
                      </c:pt>
                      <c:pt idx="14">
                        <c:v>11.01</c:v>
                      </c:pt>
                      <c:pt idx="15">
                        <c:v>11.026999999999999</c:v>
                      </c:pt>
                      <c:pt idx="16">
                        <c:v>11.045</c:v>
                      </c:pt>
                      <c:pt idx="17">
                        <c:v>11.063000000000001</c:v>
                      </c:pt>
                      <c:pt idx="18">
                        <c:v>11.081</c:v>
                      </c:pt>
                      <c:pt idx="19">
                        <c:v>11.099</c:v>
                      </c:pt>
                      <c:pt idx="20">
                        <c:v>11.117000000000001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'[Coeluting-features-data_2024-12-09.xlsx]Chromatograms'!$E$83:$E$103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>
                        <c:v>646</c:v>
                      </c:pt>
                      <c:pt idx="1">
                        <c:v>1399</c:v>
                      </c:pt>
                      <c:pt idx="2">
                        <c:v>2116</c:v>
                      </c:pt>
                      <c:pt idx="3">
                        <c:v>2333</c:v>
                      </c:pt>
                      <c:pt idx="4">
                        <c:v>3488</c:v>
                      </c:pt>
                      <c:pt idx="5">
                        <c:v>3271</c:v>
                      </c:pt>
                      <c:pt idx="6">
                        <c:v>2149</c:v>
                      </c:pt>
                      <c:pt idx="7">
                        <c:v>1129</c:v>
                      </c:pt>
                      <c:pt idx="8">
                        <c:v>1278</c:v>
                      </c:pt>
                      <c:pt idx="9">
                        <c:v>3675</c:v>
                      </c:pt>
                      <c:pt idx="10">
                        <c:v>4641</c:v>
                      </c:pt>
                      <c:pt idx="11">
                        <c:v>3860</c:v>
                      </c:pt>
                      <c:pt idx="12">
                        <c:v>2126</c:v>
                      </c:pt>
                      <c:pt idx="13">
                        <c:v>1672</c:v>
                      </c:pt>
                      <c:pt idx="14">
                        <c:v>5386</c:v>
                      </c:pt>
                      <c:pt idx="15">
                        <c:v>9681</c:v>
                      </c:pt>
                      <c:pt idx="16">
                        <c:v>11897</c:v>
                      </c:pt>
                      <c:pt idx="17">
                        <c:v>9819</c:v>
                      </c:pt>
                      <c:pt idx="18">
                        <c:v>4554</c:v>
                      </c:pt>
                      <c:pt idx="19">
                        <c:v>830</c:v>
                      </c:pt>
                      <c:pt idx="20">
                        <c:v>195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1020-4E10-ACC3-19107509C88A}"/>
                  </c:ext>
                </c:extLst>
              </c15:ser>
            </c15:filteredScatterSeries>
          </c:ext>
        </c:extLst>
      </c:scatterChart>
      <c:valAx>
        <c:axId val="1750563839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RT (min)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562399"/>
        <c:crosses val="autoZero"/>
        <c:crossBetween val="midCat"/>
      </c:valAx>
      <c:valAx>
        <c:axId val="175056239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56383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EICs</a:t>
            </a:r>
            <a:r>
              <a:rPr lang="en-US" baseline="0" dirty="0"/>
              <a:t> of close eluting gator features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628.9148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'[Coeluting-features-data_2024-12-09.xlsx]Chromatograms'!$A$3:$A$26</c:f>
              <c:numCache>
                <c:formatCode>General</c:formatCode>
                <c:ptCount val="24"/>
                <c:pt idx="0">
                  <c:v>10.706</c:v>
                </c:pt>
                <c:pt idx="1">
                  <c:v>10.724</c:v>
                </c:pt>
                <c:pt idx="2">
                  <c:v>10.742000000000001</c:v>
                </c:pt>
                <c:pt idx="3">
                  <c:v>10.759</c:v>
                </c:pt>
                <c:pt idx="4">
                  <c:v>10.776999999999999</c:v>
                </c:pt>
                <c:pt idx="5">
                  <c:v>10.795</c:v>
                </c:pt>
                <c:pt idx="6">
                  <c:v>10.813000000000001</c:v>
                </c:pt>
                <c:pt idx="7">
                  <c:v>10.831</c:v>
                </c:pt>
                <c:pt idx="8">
                  <c:v>10.849</c:v>
                </c:pt>
                <c:pt idx="9">
                  <c:v>10.867000000000001</c:v>
                </c:pt>
                <c:pt idx="10">
                  <c:v>10.885</c:v>
                </c:pt>
                <c:pt idx="11">
                  <c:v>10.901999999999999</c:v>
                </c:pt>
                <c:pt idx="12">
                  <c:v>10.92</c:v>
                </c:pt>
                <c:pt idx="13">
                  <c:v>10.938000000000001</c:v>
                </c:pt>
                <c:pt idx="14">
                  <c:v>10.956</c:v>
                </c:pt>
                <c:pt idx="15">
                  <c:v>10.974</c:v>
                </c:pt>
                <c:pt idx="16">
                  <c:v>10.992000000000001</c:v>
                </c:pt>
                <c:pt idx="17">
                  <c:v>11.01</c:v>
                </c:pt>
                <c:pt idx="18">
                  <c:v>11.026999999999999</c:v>
                </c:pt>
                <c:pt idx="19">
                  <c:v>11.045</c:v>
                </c:pt>
                <c:pt idx="20">
                  <c:v>11.063000000000001</c:v>
                </c:pt>
                <c:pt idx="21">
                  <c:v>11.081</c:v>
                </c:pt>
                <c:pt idx="22">
                  <c:v>11.099</c:v>
                </c:pt>
                <c:pt idx="23">
                  <c:v>11.117000000000001</c:v>
                </c:pt>
              </c:numCache>
            </c:numRef>
          </c:xVal>
          <c:yVal>
            <c:numRef>
              <c:f>'[Coeluting-features-data_2024-12-09.xlsx]Chromatograms'!$B$3:$B$26</c:f>
              <c:numCache>
                <c:formatCode>General</c:formatCode>
                <c:ptCount val="24"/>
                <c:pt idx="0">
                  <c:v>4483</c:v>
                </c:pt>
                <c:pt idx="1">
                  <c:v>17414</c:v>
                </c:pt>
                <c:pt idx="2">
                  <c:v>33464</c:v>
                </c:pt>
                <c:pt idx="3">
                  <c:v>40248</c:v>
                </c:pt>
                <c:pt idx="4">
                  <c:v>45194</c:v>
                </c:pt>
                <c:pt idx="5">
                  <c:v>51294</c:v>
                </c:pt>
                <c:pt idx="6">
                  <c:v>55065</c:v>
                </c:pt>
                <c:pt idx="7">
                  <c:v>44747</c:v>
                </c:pt>
                <c:pt idx="8">
                  <c:v>31032</c:v>
                </c:pt>
                <c:pt idx="9">
                  <c:v>32919</c:v>
                </c:pt>
                <c:pt idx="10">
                  <c:v>41958</c:v>
                </c:pt>
                <c:pt idx="11">
                  <c:v>40747</c:v>
                </c:pt>
                <c:pt idx="12">
                  <c:v>24835</c:v>
                </c:pt>
                <c:pt idx="13">
                  <c:v>11008</c:v>
                </c:pt>
                <c:pt idx="14">
                  <c:v>14737</c:v>
                </c:pt>
                <c:pt idx="15">
                  <c:v>41364</c:v>
                </c:pt>
                <c:pt idx="16">
                  <c:v>69341</c:v>
                </c:pt>
                <c:pt idx="17">
                  <c:v>70567</c:v>
                </c:pt>
                <c:pt idx="18">
                  <c:v>48103</c:v>
                </c:pt>
                <c:pt idx="19">
                  <c:v>20620</c:v>
                </c:pt>
                <c:pt idx="20">
                  <c:v>9241</c:v>
                </c:pt>
                <c:pt idx="21">
                  <c:v>5031</c:v>
                </c:pt>
                <c:pt idx="22">
                  <c:v>2947</c:v>
                </c:pt>
                <c:pt idx="23">
                  <c:v>1090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241-4536-B021-FA7A62583933}"/>
            </c:ext>
          </c:extLst>
        </c:ser>
        <c:ser>
          <c:idx val="1"/>
          <c:order val="1"/>
          <c:tx>
            <c:v>592.9481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'[Coeluting-features-data_2024-12-09.xlsx]Chromatograms'!$A$27:$A$47</c:f>
              <c:numCache>
                <c:formatCode>General</c:formatCode>
                <c:ptCount val="21"/>
                <c:pt idx="0">
                  <c:v>10.759</c:v>
                </c:pt>
                <c:pt idx="1">
                  <c:v>10.776999999999999</c:v>
                </c:pt>
                <c:pt idx="2">
                  <c:v>10.795</c:v>
                </c:pt>
                <c:pt idx="3">
                  <c:v>10.813000000000001</c:v>
                </c:pt>
                <c:pt idx="4">
                  <c:v>10.831</c:v>
                </c:pt>
                <c:pt idx="5">
                  <c:v>10.849</c:v>
                </c:pt>
                <c:pt idx="6">
                  <c:v>10.867000000000001</c:v>
                </c:pt>
                <c:pt idx="7">
                  <c:v>10.885</c:v>
                </c:pt>
                <c:pt idx="8">
                  <c:v>10.901999999999999</c:v>
                </c:pt>
                <c:pt idx="9">
                  <c:v>10.92</c:v>
                </c:pt>
                <c:pt idx="10">
                  <c:v>10.938000000000001</c:v>
                </c:pt>
                <c:pt idx="11">
                  <c:v>10.956</c:v>
                </c:pt>
                <c:pt idx="12">
                  <c:v>10.974</c:v>
                </c:pt>
                <c:pt idx="13">
                  <c:v>10.992000000000001</c:v>
                </c:pt>
                <c:pt idx="14">
                  <c:v>11.01</c:v>
                </c:pt>
                <c:pt idx="15">
                  <c:v>11.026999999999999</c:v>
                </c:pt>
                <c:pt idx="16">
                  <c:v>11.045</c:v>
                </c:pt>
                <c:pt idx="17">
                  <c:v>11.063000000000001</c:v>
                </c:pt>
                <c:pt idx="18">
                  <c:v>11.081</c:v>
                </c:pt>
                <c:pt idx="19">
                  <c:v>11.099</c:v>
                </c:pt>
                <c:pt idx="20">
                  <c:v>11.117000000000001</c:v>
                </c:pt>
              </c:numCache>
            </c:numRef>
          </c:xVal>
          <c:yVal>
            <c:numRef>
              <c:f>'[Coeluting-features-data_2024-12-09.xlsx]Chromatograms'!$C$27:$C$47</c:f>
              <c:numCache>
                <c:formatCode>General</c:formatCode>
                <c:ptCount val="21"/>
                <c:pt idx="0">
                  <c:v>1566</c:v>
                </c:pt>
                <c:pt idx="1">
                  <c:v>3707</c:v>
                </c:pt>
                <c:pt idx="2">
                  <c:v>5033</c:v>
                </c:pt>
                <c:pt idx="3">
                  <c:v>6074</c:v>
                </c:pt>
                <c:pt idx="4">
                  <c:v>7863</c:v>
                </c:pt>
                <c:pt idx="5">
                  <c:v>7994</c:v>
                </c:pt>
                <c:pt idx="6">
                  <c:v>5955</c:v>
                </c:pt>
                <c:pt idx="7">
                  <c:v>4371</c:v>
                </c:pt>
                <c:pt idx="8">
                  <c:v>6334</c:v>
                </c:pt>
                <c:pt idx="9">
                  <c:v>11049</c:v>
                </c:pt>
                <c:pt idx="10">
                  <c:v>13710</c:v>
                </c:pt>
                <c:pt idx="11">
                  <c:v>10355</c:v>
                </c:pt>
                <c:pt idx="12">
                  <c:v>5206</c:v>
                </c:pt>
                <c:pt idx="13">
                  <c:v>3872</c:v>
                </c:pt>
                <c:pt idx="14">
                  <c:v>11272</c:v>
                </c:pt>
                <c:pt idx="15">
                  <c:v>22737</c:v>
                </c:pt>
                <c:pt idx="16">
                  <c:v>26474</c:v>
                </c:pt>
                <c:pt idx="17">
                  <c:v>20022</c:v>
                </c:pt>
                <c:pt idx="18">
                  <c:v>9412</c:v>
                </c:pt>
                <c:pt idx="19">
                  <c:v>3445</c:v>
                </c:pt>
                <c:pt idx="20">
                  <c:v>276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241-4536-B021-FA7A625839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563839"/>
        <c:axId val="1750562399"/>
        <c:extLst>
          <c:ext xmlns:c15="http://schemas.microsoft.com/office/drawing/2012/chart" uri="{02D57815-91ED-43cb-92C2-25804820EDAC}">
            <c15:filteredScatterSeries>
              <c15:ser>
                <c:idx val="2"/>
                <c:order val="2"/>
                <c:tx>
                  <c:v>PFNS</c:v>
                </c:tx>
                <c:spPr>
                  <a:ln w="1905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'[Coeluting-features-data_2024-12-09.xlsx]Chromatograms'!$A$48:$A$82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10.635</c:v>
                      </c:pt>
                      <c:pt idx="1">
                        <c:v>10.651999999999999</c:v>
                      </c:pt>
                      <c:pt idx="2">
                        <c:v>10.67</c:v>
                      </c:pt>
                      <c:pt idx="3">
                        <c:v>10.688000000000001</c:v>
                      </c:pt>
                      <c:pt idx="4">
                        <c:v>10.706</c:v>
                      </c:pt>
                      <c:pt idx="5">
                        <c:v>10.724</c:v>
                      </c:pt>
                      <c:pt idx="6">
                        <c:v>10.742000000000001</c:v>
                      </c:pt>
                      <c:pt idx="7">
                        <c:v>10.759</c:v>
                      </c:pt>
                      <c:pt idx="8">
                        <c:v>10.776999999999999</c:v>
                      </c:pt>
                      <c:pt idx="9">
                        <c:v>10.795</c:v>
                      </c:pt>
                      <c:pt idx="10">
                        <c:v>10.813000000000001</c:v>
                      </c:pt>
                      <c:pt idx="11">
                        <c:v>10.831</c:v>
                      </c:pt>
                      <c:pt idx="12">
                        <c:v>10.849</c:v>
                      </c:pt>
                      <c:pt idx="13">
                        <c:v>10.867000000000001</c:v>
                      </c:pt>
                      <c:pt idx="14">
                        <c:v>10.885</c:v>
                      </c:pt>
                      <c:pt idx="15">
                        <c:v>10.901999999999999</c:v>
                      </c:pt>
                      <c:pt idx="16">
                        <c:v>10.92</c:v>
                      </c:pt>
                      <c:pt idx="17">
                        <c:v>10.938000000000001</c:v>
                      </c:pt>
                      <c:pt idx="18">
                        <c:v>10.956</c:v>
                      </c:pt>
                      <c:pt idx="19">
                        <c:v>10.974</c:v>
                      </c:pt>
                      <c:pt idx="20">
                        <c:v>10.992000000000001</c:v>
                      </c:pt>
                      <c:pt idx="21">
                        <c:v>11.01</c:v>
                      </c:pt>
                      <c:pt idx="22">
                        <c:v>11.026999999999999</c:v>
                      </c:pt>
                      <c:pt idx="23">
                        <c:v>11.045</c:v>
                      </c:pt>
                      <c:pt idx="24">
                        <c:v>11.063000000000001</c:v>
                      </c:pt>
                      <c:pt idx="25">
                        <c:v>11.081</c:v>
                      </c:pt>
                      <c:pt idx="26">
                        <c:v>11.099</c:v>
                      </c:pt>
                      <c:pt idx="27">
                        <c:v>11.117000000000001</c:v>
                      </c:pt>
                      <c:pt idx="28">
                        <c:v>11.135</c:v>
                      </c:pt>
                      <c:pt idx="29">
                        <c:v>11.151999999999999</c:v>
                      </c:pt>
                      <c:pt idx="30">
                        <c:v>11.17</c:v>
                      </c:pt>
                      <c:pt idx="31">
                        <c:v>11.188000000000001</c:v>
                      </c:pt>
                      <c:pt idx="32">
                        <c:v>11.206</c:v>
                      </c:pt>
                      <c:pt idx="33">
                        <c:v>11.224</c:v>
                      </c:pt>
                      <c:pt idx="34">
                        <c:v>11.242000000000001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'[Coeluting-features-data_2024-12-09.xlsx]Chromatograms'!$D$48:$D$82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102</c:v>
                      </c:pt>
                      <c:pt idx="1">
                        <c:v>446</c:v>
                      </c:pt>
                      <c:pt idx="2">
                        <c:v>457</c:v>
                      </c:pt>
                      <c:pt idx="3">
                        <c:v>539</c:v>
                      </c:pt>
                      <c:pt idx="4">
                        <c:v>114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227</c:v>
                      </c:pt>
                      <c:pt idx="14">
                        <c:v>3682</c:v>
                      </c:pt>
                      <c:pt idx="15">
                        <c:v>6980</c:v>
                      </c:pt>
                      <c:pt idx="16">
                        <c:v>10132</c:v>
                      </c:pt>
                      <c:pt idx="17">
                        <c:v>8797</c:v>
                      </c:pt>
                      <c:pt idx="18">
                        <c:v>6108</c:v>
                      </c:pt>
                      <c:pt idx="19">
                        <c:v>3700</c:v>
                      </c:pt>
                      <c:pt idx="20">
                        <c:v>5061</c:v>
                      </c:pt>
                      <c:pt idx="21">
                        <c:v>6364</c:v>
                      </c:pt>
                      <c:pt idx="22">
                        <c:v>4873</c:v>
                      </c:pt>
                      <c:pt idx="23">
                        <c:v>1841</c:v>
                      </c:pt>
                      <c:pt idx="24">
                        <c:v>0</c:v>
                      </c:pt>
                      <c:pt idx="25">
                        <c:v>0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0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1548</c:v>
                      </c:pt>
                      <c:pt idx="32">
                        <c:v>2920</c:v>
                      </c:pt>
                      <c:pt idx="33">
                        <c:v>2424</c:v>
                      </c:pt>
                      <c:pt idx="34">
                        <c:v>1039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2-5241-4536-B021-FA7A62583933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v>448.9647</c:v>
                </c:tx>
                <c:spPr>
                  <a:ln w="19050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'[Coeluting-features-data_2024-12-09.xlsx]Chromatograms'!$A$83:$A$103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>
                        <c:v>10.759</c:v>
                      </c:pt>
                      <c:pt idx="1">
                        <c:v>10.776999999999999</c:v>
                      </c:pt>
                      <c:pt idx="2">
                        <c:v>10.795</c:v>
                      </c:pt>
                      <c:pt idx="3">
                        <c:v>10.813000000000001</c:v>
                      </c:pt>
                      <c:pt idx="4">
                        <c:v>10.831</c:v>
                      </c:pt>
                      <c:pt idx="5">
                        <c:v>10.849</c:v>
                      </c:pt>
                      <c:pt idx="6">
                        <c:v>10.867000000000001</c:v>
                      </c:pt>
                      <c:pt idx="7">
                        <c:v>10.885</c:v>
                      </c:pt>
                      <c:pt idx="8">
                        <c:v>10.901999999999999</c:v>
                      </c:pt>
                      <c:pt idx="9">
                        <c:v>10.92</c:v>
                      </c:pt>
                      <c:pt idx="10">
                        <c:v>10.938000000000001</c:v>
                      </c:pt>
                      <c:pt idx="11">
                        <c:v>10.956</c:v>
                      </c:pt>
                      <c:pt idx="12">
                        <c:v>10.974</c:v>
                      </c:pt>
                      <c:pt idx="13">
                        <c:v>10.992000000000001</c:v>
                      </c:pt>
                      <c:pt idx="14">
                        <c:v>11.01</c:v>
                      </c:pt>
                      <c:pt idx="15">
                        <c:v>11.026999999999999</c:v>
                      </c:pt>
                      <c:pt idx="16">
                        <c:v>11.045</c:v>
                      </c:pt>
                      <c:pt idx="17">
                        <c:v>11.063000000000001</c:v>
                      </c:pt>
                      <c:pt idx="18">
                        <c:v>11.081</c:v>
                      </c:pt>
                      <c:pt idx="19">
                        <c:v>11.099</c:v>
                      </c:pt>
                      <c:pt idx="20">
                        <c:v>11.117000000000001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'[Coeluting-features-data_2024-12-09.xlsx]Chromatograms'!$E$83:$E$103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>
                        <c:v>646</c:v>
                      </c:pt>
                      <c:pt idx="1">
                        <c:v>1399</c:v>
                      </c:pt>
                      <c:pt idx="2">
                        <c:v>2116</c:v>
                      </c:pt>
                      <c:pt idx="3">
                        <c:v>2333</c:v>
                      </c:pt>
                      <c:pt idx="4">
                        <c:v>3488</c:v>
                      </c:pt>
                      <c:pt idx="5">
                        <c:v>3271</c:v>
                      </c:pt>
                      <c:pt idx="6">
                        <c:v>2149</c:v>
                      </c:pt>
                      <c:pt idx="7">
                        <c:v>1129</c:v>
                      </c:pt>
                      <c:pt idx="8">
                        <c:v>1278</c:v>
                      </c:pt>
                      <c:pt idx="9">
                        <c:v>3675</c:v>
                      </c:pt>
                      <c:pt idx="10">
                        <c:v>4641</c:v>
                      </c:pt>
                      <c:pt idx="11">
                        <c:v>3860</c:v>
                      </c:pt>
                      <c:pt idx="12">
                        <c:v>2126</c:v>
                      </c:pt>
                      <c:pt idx="13">
                        <c:v>1672</c:v>
                      </c:pt>
                      <c:pt idx="14">
                        <c:v>5386</c:v>
                      </c:pt>
                      <c:pt idx="15">
                        <c:v>9681</c:v>
                      </c:pt>
                      <c:pt idx="16">
                        <c:v>11897</c:v>
                      </c:pt>
                      <c:pt idx="17">
                        <c:v>9819</c:v>
                      </c:pt>
                      <c:pt idx="18">
                        <c:v>4554</c:v>
                      </c:pt>
                      <c:pt idx="19">
                        <c:v>830</c:v>
                      </c:pt>
                      <c:pt idx="20">
                        <c:v>195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3-5241-4536-B021-FA7A62583933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v>450.9259</c:v>
                </c:tx>
                <c:spPr>
                  <a:ln w="19050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'[Coeluting-features-data_2024-12-09.xlsx]Chromatograms'!$F$3:$F$18</c15:sqref>
                        </c15:formulaRef>
                      </c:ext>
                    </c:extLst>
                    <c:numCache>
                      <c:formatCode>General</c:formatCode>
                      <c:ptCount val="16"/>
                      <c:pt idx="0">
                        <c:v>10.956</c:v>
                      </c:pt>
                      <c:pt idx="1">
                        <c:v>10.974</c:v>
                      </c:pt>
                      <c:pt idx="2">
                        <c:v>10.992000000000001</c:v>
                      </c:pt>
                      <c:pt idx="3">
                        <c:v>11.01</c:v>
                      </c:pt>
                      <c:pt idx="4">
                        <c:v>11.026999999999999</c:v>
                      </c:pt>
                      <c:pt idx="5">
                        <c:v>11.045</c:v>
                      </c:pt>
                      <c:pt idx="6">
                        <c:v>11.063000000000001</c:v>
                      </c:pt>
                      <c:pt idx="7">
                        <c:v>11.081</c:v>
                      </c:pt>
                      <c:pt idx="8">
                        <c:v>11.099</c:v>
                      </c:pt>
                      <c:pt idx="9">
                        <c:v>11.117000000000001</c:v>
                      </c:pt>
                      <c:pt idx="10">
                        <c:v>11.135</c:v>
                      </c:pt>
                      <c:pt idx="11">
                        <c:v>11.151999999999999</c:v>
                      </c:pt>
                      <c:pt idx="12">
                        <c:v>11.17</c:v>
                      </c:pt>
                      <c:pt idx="13">
                        <c:v>11.188000000000001</c:v>
                      </c:pt>
                      <c:pt idx="14">
                        <c:v>11.206</c:v>
                      </c:pt>
                      <c:pt idx="15">
                        <c:v>11.224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'[Coeluting-features-data_2024-12-09.xlsx]Chromatograms'!$G$3:$G$18</c15:sqref>
                        </c15:formulaRef>
                      </c:ext>
                    </c:extLst>
                    <c:numCache>
                      <c:formatCode>General</c:formatCode>
                      <c:ptCount val="16"/>
                      <c:pt idx="0">
                        <c:v>228</c:v>
                      </c:pt>
                      <c:pt idx="1">
                        <c:v>13023</c:v>
                      </c:pt>
                      <c:pt idx="2">
                        <c:v>86222</c:v>
                      </c:pt>
                      <c:pt idx="3">
                        <c:v>277173</c:v>
                      </c:pt>
                      <c:pt idx="4">
                        <c:v>529129</c:v>
                      </c:pt>
                      <c:pt idx="5">
                        <c:v>643991</c:v>
                      </c:pt>
                      <c:pt idx="6">
                        <c:v>533143</c:v>
                      </c:pt>
                      <c:pt idx="7">
                        <c:v>292073</c:v>
                      </c:pt>
                      <c:pt idx="8">
                        <c:v>113542</c:v>
                      </c:pt>
                      <c:pt idx="9">
                        <c:v>34049</c:v>
                      </c:pt>
                      <c:pt idx="10">
                        <c:v>10146</c:v>
                      </c:pt>
                      <c:pt idx="11">
                        <c:v>3199</c:v>
                      </c:pt>
                      <c:pt idx="12">
                        <c:v>730</c:v>
                      </c:pt>
                      <c:pt idx="13">
                        <c:v>72</c:v>
                      </c:pt>
                      <c:pt idx="14">
                        <c:v>172</c:v>
                      </c:pt>
                      <c:pt idx="15">
                        <c:v>159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4-5241-4536-B021-FA7A62583933}"/>
                  </c:ext>
                </c:extLst>
              </c15:ser>
            </c15:filteredScatterSeries>
            <c15:filteredScatterSeries>
              <c15:ser>
                <c:idx val="5"/>
                <c:order val="5"/>
                <c:tx>
                  <c:v>414.9479</c:v>
                </c:tx>
                <c:spPr>
                  <a:ln w="19050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'[Coeluting-features-data_2024-12-09.xlsx]Chromatograms'!$F$19:$F$30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10.974</c:v>
                      </c:pt>
                      <c:pt idx="1">
                        <c:v>10.992000000000001</c:v>
                      </c:pt>
                      <c:pt idx="2">
                        <c:v>11.01</c:v>
                      </c:pt>
                      <c:pt idx="3">
                        <c:v>11.026999999999999</c:v>
                      </c:pt>
                      <c:pt idx="4">
                        <c:v>11.045</c:v>
                      </c:pt>
                      <c:pt idx="5">
                        <c:v>11.063000000000001</c:v>
                      </c:pt>
                      <c:pt idx="6">
                        <c:v>11.081</c:v>
                      </c:pt>
                      <c:pt idx="7">
                        <c:v>11.099</c:v>
                      </c:pt>
                      <c:pt idx="8">
                        <c:v>11.117000000000001</c:v>
                      </c:pt>
                      <c:pt idx="9">
                        <c:v>11.135</c:v>
                      </c:pt>
                      <c:pt idx="10">
                        <c:v>11.151999999999999</c:v>
                      </c:pt>
                      <c:pt idx="11">
                        <c:v>11.17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'[Coeluting-features-data_2024-12-09.xlsx]Chromatograms'!$H$19:$H$30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1333</c:v>
                      </c:pt>
                      <c:pt idx="1">
                        <c:v>17217</c:v>
                      </c:pt>
                      <c:pt idx="2">
                        <c:v>66007</c:v>
                      </c:pt>
                      <c:pt idx="3">
                        <c:v>124822</c:v>
                      </c:pt>
                      <c:pt idx="4">
                        <c:v>152713</c:v>
                      </c:pt>
                      <c:pt idx="5">
                        <c:v>124640</c:v>
                      </c:pt>
                      <c:pt idx="6">
                        <c:v>67696</c:v>
                      </c:pt>
                      <c:pt idx="7">
                        <c:v>25885</c:v>
                      </c:pt>
                      <c:pt idx="8">
                        <c:v>6878</c:v>
                      </c:pt>
                      <c:pt idx="9">
                        <c:v>1535</c:v>
                      </c:pt>
                      <c:pt idx="10">
                        <c:v>0</c:v>
                      </c:pt>
                      <c:pt idx="11">
                        <c:v>123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5-5241-4536-B021-FA7A62583933}"/>
                  </c:ext>
                </c:extLst>
              </c15:ser>
            </c15:filteredScatterSeries>
          </c:ext>
        </c:extLst>
      </c:scatterChart>
      <c:valAx>
        <c:axId val="1750563839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RT</a:t>
                </a:r>
                <a:r>
                  <a:rPr lang="en-US" baseline="0"/>
                  <a:t> (min)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562399"/>
        <c:crosses val="autoZero"/>
        <c:crossBetween val="midCat"/>
      </c:valAx>
      <c:valAx>
        <c:axId val="175056239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56383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'Detection frequencies'!$B$2:$B$32</cx:f>
        <cx:lvl ptCount="31" formatCode="0%">
          <cx:pt idx="0">0.47916666666666669</cx:pt>
          <cx:pt idx="1">0.39583333333333331</cx:pt>
          <cx:pt idx="2">0.32291666666666669</cx:pt>
          <cx:pt idx="3">0.4375</cx:pt>
          <cx:pt idx="4">0.33333333333333331</cx:pt>
          <cx:pt idx="5">0.32291666666666669</cx:pt>
          <cx:pt idx="6">0.44791666666666669</cx:pt>
          <cx:pt idx="7">0.10416666666666667</cx:pt>
          <cx:pt idx="8">0.42708333333333331</cx:pt>
          <cx:pt idx="9">0.010416666666666666</cx:pt>
          <cx:pt idx="10">0.36458333333333331</cx:pt>
          <cx:pt idx="11">0.39583333333333331</cx:pt>
          <cx:pt idx="12">0.010416666666666666</cx:pt>
          <cx:pt idx="13">0.020833333333333332</cx:pt>
          <cx:pt idx="14">0.19791666666666666</cx:pt>
          <cx:pt idx="15">0.020833333333333332</cx:pt>
          <cx:pt idx="16">0.020833333333333332</cx:pt>
          <cx:pt idx="17">0.21875</cx:pt>
          <cx:pt idx="18">0.020833333333333332</cx:pt>
          <cx:pt idx="19">0.41666666666666669</cx:pt>
          <cx:pt idx="20">0.5</cx:pt>
          <cx:pt idx="21">0.38541666666666669</cx:pt>
          <cx:pt idx="22">0.010416666666666666</cx:pt>
          <cx:pt idx="23">0.32291666666666669</cx:pt>
          <cx:pt idx="24">0.052083333333333336</cx:pt>
          <cx:pt idx="25">0.17708333333333334</cx:pt>
          <cx:pt idx="26">0.11458333333333333</cx:pt>
          <cx:pt idx="27">0.020833333333333332</cx:pt>
          <cx:pt idx="28">0.11458333333333333</cx:pt>
          <cx:pt idx="29">0.052083333333333336</cx:pt>
          <cx:pt idx="30">0.11458333333333333</cx:pt>
        </cx:lvl>
      </cx:numDim>
    </cx:data>
    <cx:data id="1">
      <cx:numDim type="val">
        <cx:f>'Detection frequencies'!$E$2:$E$63</cx:f>
        <cx:lvl ptCount="62" formatCode="0%">
          <cx:pt idx="0">0.072916666666666671</cx:pt>
          <cx:pt idx="1">0.125</cx:pt>
          <cx:pt idx="2">0.052083333333333336</cx:pt>
          <cx:pt idx="3">0.041666666666666664</cx:pt>
          <cx:pt idx="4">0.083333333333333329</cx:pt>
          <cx:pt idx="5">0.39583333333333331</cx:pt>
          <cx:pt idx="6">0.03125</cx:pt>
          <cx:pt idx="7">0.33333333333333331</cx:pt>
          <cx:pt idx="8">0.38541666666666669</cx:pt>
          <cx:pt idx="9">0.010416666666666666</cx:pt>
          <cx:pt idx="10">0.010416666666666666</cx:pt>
          <cx:pt idx="11">0.010416666666666666</cx:pt>
          <cx:pt idx="12">0.10416666666666667</cx:pt>
          <cx:pt idx="13">0.041666666666666664</cx:pt>
          <cx:pt idx="14">0.020833333333333332</cx:pt>
          <cx:pt idx="15">0.041666666666666664</cx:pt>
          <cx:pt idx="16">0.28125</cx:pt>
          <cx:pt idx="17">0.35416666666666669</cx:pt>
          <cx:pt idx="18">0.020833333333333332</cx:pt>
          <cx:pt idx="19">0.041666666666666664</cx:pt>
          <cx:pt idx="20">0.03125</cx:pt>
          <cx:pt idx="21">0.29166666666666669</cx:pt>
          <cx:pt idx="22">0.27083333333333331</cx:pt>
          <cx:pt idx="23">0.010416666666666666</cx:pt>
          <cx:pt idx="24">0.125</cx:pt>
          <cx:pt idx="25">0.010416666666666666</cx:pt>
          <cx:pt idx="26">0.010416666666666666</cx:pt>
          <cx:pt idx="27">0.0625</cx:pt>
          <cx:pt idx="28">0.0625</cx:pt>
          <cx:pt idx="29">0.010416666666666666</cx:pt>
          <cx:pt idx="30">0.010416666666666666</cx:pt>
          <cx:pt idx="31">0.010416666666666666</cx:pt>
          <cx:pt idx="32">0.19791666666666666</cx:pt>
          <cx:pt idx="33">0.020833333333333332</cx:pt>
          <cx:pt idx="34">0.010416666666666666</cx:pt>
          <cx:pt idx="35">0.15625</cx:pt>
          <cx:pt idx="36">0.041666666666666664</cx:pt>
          <cx:pt idx="37">0.03125</cx:pt>
          <cx:pt idx="38">0.020833333333333332</cx:pt>
          <cx:pt idx="39">0.052083333333333336</cx:pt>
          <cx:pt idx="40">0.010416666666666666</cx:pt>
          <cx:pt idx="41">0.041666666666666664</cx:pt>
          <cx:pt idx="42">0.010416666666666666</cx:pt>
          <cx:pt idx="43">0.020833333333333332</cx:pt>
          <cx:pt idx="44">0.03125</cx:pt>
          <cx:pt idx="45">0.010416666666666666</cx:pt>
          <cx:pt idx="46">0.072916666666666671</cx:pt>
          <cx:pt idx="47">0.010416666666666666</cx:pt>
          <cx:pt idx="48">0.15625</cx:pt>
          <cx:pt idx="49">0.010416666666666666</cx:pt>
          <cx:pt idx="50">0.052083333333333336</cx:pt>
          <cx:pt idx="51">0.010416666666666666</cx:pt>
          <cx:pt idx="52">0.010416666666666666</cx:pt>
          <cx:pt idx="53">0.041666666666666664</cx:pt>
          <cx:pt idx="54">0.083333333333333329</cx:pt>
          <cx:pt idx="55">0.010416666666666666</cx:pt>
          <cx:pt idx="56">0.020833333333333332</cx:pt>
          <cx:pt idx="57">0.010416666666666666</cx:pt>
          <cx:pt idx="58">0.010416666666666666</cx:pt>
          <cx:pt idx="59">0.020833333333333332</cx:pt>
          <cx:pt idx="60">0.010416666666666666</cx:pt>
          <cx:pt idx="61">0.03125</cx:pt>
        </cx:lvl>
      </cx:numDim>
    </cx:data>
    <cx:data id="2">
      <cx:numDim type="val">
        <cx:f>'Detection frequencies'!$H$2:$H$150</cx:f>
        <cx:lvl ptCount="149" formatCode="0%">
          <cx:pt idx="0">0.010416666666666666</cx:pt>
          <cx:pt idx="1">0.4375</cx:pt>
          <cx:pt idx="2">0.020833333333333332</cx:pt>
          <cx:pt idx="3">0.010416666666666666</cx:pt>
          <cx:pt idx="4">0.09375</cx:pt>
          <cx:pt idx="5">0.010416666666666666</cx:pt>
          <cx:pt idx="6">0.010416666666666666</cx:pt>
          <cx:pt idx="7">0.041666666666666664</cx:pt>
          <cx:pt idx="8">0.020833333333333332</cx:pt>
          <cx:pt idx="9">0.010416666666666666</cx:pt>
          <cx:pt idx="10">0.03125</cx:pt>
          <cx:pt idx="11">0.13541666666666666</cx:pt>
          <cx:pt idx="12">0.041666666666666664</cx:pt>
          <cx:pt idx="13">0.010416666666666666</cx:pt>
          <cx:pt idx="14">0.21875</cx:pt>
          <cx:pt idx="15">0.010416666666666666</cx:pt>
          <cx:pt idx="16">0.020833333333333332</cx:pt>
          <cx:pt idx="17">0.010416666666666666</cx:pt>
          <cx:pt idx="18">0.020833333333333332</cx:pt>
          <cx:pt idx="19">0.010416666666666666</cx:pt>
          <cx:pt idx="20">0.020833333333333332</cx:pt>
          <cx:pt idx="21">0.041666666666666664</cx:pt>
          <cx:pt idx="22">0.010416666666666666</cx:pt>
          <cx:pt idx="23">0.010416666666666666</cx:pt>
          <cx:pt idx="24">0.19791666666666666</cx:pt>
          <cx:pt idx="25">0.47916666666666669</cx:pt>
          <cx:pt idx="26">0.010416666666666666</cx:pt>
          <cx:pt idx="27">0.020833333333333332</cx:pt>
          <cx:pt idx="28">0.010416666666666666</cx:pt>
          <cx:pt idx="29">0.052083333333333336</cx:pt>
          <cx:pt idx="30">0.010416666666666666</cx:pt>
          <cx:pt idx="31">0.010416666666666666</cx:pt>
          <cx:pt idx="32">0.010416666666666666</cx:pt>
          <cx:pt idx="33">0.041666666666666664</cx:pt>
          <cx:pt idx="34">0.010416666666666666</cx:pt>
          <cx:pt idx="35">0.010416666666666666</cx:pt>
          <cx:pt idx="36">0.010416666666666666</cx:pt>
          <cx:pt idx="37">0.010416666666666666</cx:pt>
          <cx:pt idx="38">0.010416666666666666</cx:pt>
          <cx:pt idx="39">0.020833333333333332</cx:pt>
          <cx:pt idx="40">0.010416666666666666</cx:pt>
          <cx:pt idx="41">0.020833333333333332</cx:pt>
          <cx:pt idx="42">0.010416666666666666</cx:pt>
          <cx:pt idx="43">0.010416666666666666</cx:pt>
          <cx:pt idx="44">0.03125</cx:pt>
          <cx:pt idx="45">0.010416666666666666</cx:pt>
          <cx:pt idx="46">0.020833333333333332</cx:pt>
          <cx:pt idx="47">0.020833333333333332</cx:pt>
          <cx:pt idx="48">0.010416666666666666</cx:pt>
          <cx:pt idx="49">0.020833333333333332</cx:pt>
          <cx:pt idx="50">0.03125</cx:pt>
          <cx:pt idx="51">0.03125</cx:pt>
          <cx:pt idx="52">0.03125</cx:pt>
          <cx:pt idx="53">0.010416666666666666</cx:pt>
          <cx:pt idx="54">0.072916666666666671</cx:pt>
          <cx:pt idx="55">0.03125</cx:pt>
          <cx:pt idx="56">0.010416666666666666</cx:pt>
          <cx:pt idx="57">0.010416666666666666</cx:pt>
          <cx:pt idx="58">0.010416666666666666</cx:pt>
          <cx:pt idx="59">0.0625</cx:pt>
          <cx:pt idx="60">0.020833333333333332</cx:pt>
          <cx:pt idx="61">0.010416666666666666</cx:pt>
          <cx:pt idx="62">0.010416666666666666</cx:pt>
          <cx:pt idx="63">0.03125</cx:pt>
          <cx:pt idx="64">0.010416666666666666</cx:pt>
          <cx:pt idx="65">0.15625</cx:pt>
          <cx:pt idx="66">0.072916666666666671</cx:pt>
          <cx:pt idx="67">0.041666666666666664</cx:pt>
          <cx:pt idx="68">0.010416666666666666</cx:pt>
          <cx:pt idx="69">0.0625</cx:pt>
          <cx:pt idx="70">0.010416666666666666</cx:pt>
          <cx:pt idx="71">0.010416666666666666</cx:pt>
          <cx:pt idx="72">0.010416666666666666</cx:pt>
          <cx:pt idx="73">0.020833333333333332</cx:pt>
          <cx:pt idx="74">0.16666666666666666</cx:pt>
          <cx:pt idx="75">0.010416666666666666</cx:pt>
          <cx:pt idx="76">0.010416666666666666</cx:pt>
          <cx:pt idx="77">0.14583333333333334</cx:pt>
          <cx:pt idx="78">0.010416666666666666</cx:pt>
          <cx:pt idx="79">0.03125</cx:pt>
          <cx:pt idx="80">0.010416666666666666</cx:pt>
          <cx:pt idx="81">0.020833333333333332</cx:pt>
          <cx:pt idx="82">0.03125</cx:pt>
          <cx:pt idx="83">0.020833333333333332</cx:pt>
          <cx:pt idx="84">0.010416666666666666</cx:pt>
          <cx:pt idx="85">0.010416666666666666</cx:pt>
          <cx:pt idx="86">0.010416666666666666</cx:pt>
          <cx:pt idx="87">0.010416666666666666</cx:pt>
          <cx:pt idx="88">0.041666666666666664</cx:pt>
          <cx:pt idx="89">0.03125</cx:pt>
          <cx:pt idx="90">0.010416666666666666</cx:pt>
          <cx:pt idx="91">0.0625</cx:pt>
          <cx:pt idx="92">0.10416666666666667</cx:pt>
          <cx:pt idx="93">0.041666666666666664</cx:pt>
          <cx:pt idx="94">0.010416666666666666</cx:pt>
          <cx:pt idx="95">0.010416666666666666</cx:pt>
          <cx:pt idx="96">0.010416666666666666</cx:pt>
          <cx:pt idx="97">0.010416666666666666</cx:pt>
          <cx:pt idx="98">0.010416666666666666</cx:pt>
          <cx:pt idx="99">0.010416666666666666</cx:pt>
          <cx:pt idx="100">0.010416666666666666</cx:pt>
          <cx:pt idx="101">0.010416666666666666</cx:pt>
          <cx:pt idx="102">0.010416666666666666</cx:pt>
          <cx:pt idx="103">0.052083333333333336</cx:pt>
          <cx:pt idx="104">0.010416666666666666</cx:pt>
          <cx:pt idx="105">0.020833333333333332</cx:pt>
          <cx:pt idx="106">0.010416666666666666</cx:pt>
          <cx:pt idx="107">0.052083333333333336</cx:pt>
          <cx:pt idx="108">0.010416666666666666</cx:pt>
          <cx:pt idx="109">0.03125</cx:pt>
          <cx:pt idx="110">0.020833333333333332</cx:pt>
          <cx:pt idx="111">0.03125</cx:pt>
          <cx:pt idx="112">0.020833333333333332</cx:pt>
          <cx:pt idx="113">0.072916666666666671</cx:pt>
          <cx:pt idx="114">0.010416666666666666</cx:pt>
          <cx:pt idx="115">0.03125</cx:pt>
          <cx:pt idx="116">0.020833333333333332</cx:pt>
          <cx:pt idx="117">0.010416666666666666</cx:pt>
          <cx:pt idx="118">0.09375</cx:pt>
          <cx:pt idx="119">0.020833333333333332</cx:pt>
          <cx:pt idx="120">0.010416666666666666</cx:pt>
          <cx:pt idx="121">0.010416666666666666</cx:pt>
          <cx:pt idx="122">0.010416666666666666</cx:pt>
          <cx:pt idx="123">0.010416666666666666</cx:pt>
          <cx:pt idx="124">0.010416666666666666</cx:pt>
          <cx:pt idx="125">0.041666666666666664</cx:pt>
          <cx:pt idx="126">0.010416666666666666</cx:pt>
          <cx:pt idx="127">0.010416666666666666</cx:pt>
          <cx:pt idx="128">0.11458333333333333</cx:pt>
          <cx:pt idx="129">0.010416666666666666</cx:pt>
          <cx:pt idx="130">0.010416666666666666</cx:pt>
          <cx:pt idx="131">0.010416666666666666</cx:pt>
          <cx:pt idx="132">0.020833333333333332</cx:pt>
          <cx:pt idx="133">0.020833333333333332</cx:pt>
          <cx:pt idx="134">0.020833333333333332</cx:pt>
          <cx:pt idx="135">0.020833333333333332</cx:pt>
          <cx:pt idx="136">0.11458333333333333</cx:pt>
          <cx:pt idx="137">0.010416666666666666</cx:pt>
          <cx:pt idx="138">0.03125</cx:pt>
          <cx:pt idx="139">0.0625</cx:pt>
          <cx:pt idx="140">0.09375</cx:pt>
          <cx:pt idx="141">0.010416666666666666</cx:pt>
          <cx:pt idx="142">0.010416666666666666</cx:pt>
          <cx:pt idx="143">0.010416666666666666</cx:pt>
          <cx:pt idx="144">0.020833333333333332</cx:pt>
          <cx:pt idx="145">0.020833333333333332</cx:pt>
          <cx:pt idx="146">0.072916666666666671</cx:pt>
          <cx:pt idx="147">0.03125</cx:pt>
          <cx:pt idx="148">0.010416666666666666</cx:pt>
        </cx:lvl>
      </cx:numDim>
    </cx:data>
  </cx:chartData>
  <cx:chart>
    <cx:title pos="t" align="ctr" overlay="0">
      <cx:tx>
        <cx:txData>
          <cx:v>Detection frequencies of each feature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/>
            </a:rPr>
            <a:t>Detection frequencies of each feature</a:t>
          </a:r>
        </a:p>
      </cx:txPr>
    </cx:title>
    <cx:plotArea>
      <cx:plotAreaRegion>
        <cx:series layoutId="boxWhisker" uniqueId="{00000001-D9FC-4F71-889E-1914DA126343}" formatIdx="1">
          <cx:tx>
            <cx:txData>
              <cx:f/>
              <cx:v>Likely</cx:v>
            </cx:txData>
          </cx:tx>
          <cx:dataId val="0"/>
          <cx:layoutPr>
            <cx:statistics quartileMethod="exclusive"/>
          </cx:layoutPr>
        </cx:series>
        <cx:series layoutId="boxWhisker" uniqueId="{00000002-D9FC-4F71-889E-1914DA126343}">
          <cx:tx>
            <cx:txData>
              <cx:f/>
              <cx:v>EPA match</cx:v>
            </cx:txData>
          </cx:tx>
          <cx:dataId val="1"/>
          <cx:layoutPr>
            <cx:statistics quartileMethod="exclusive"/>
          </cx:layoutPr>
        </cx:series>
        <cx:series layoutId="boxWhisker" uniqueId="{00000003-D9FC-4F71-889E-1914DA126343}">
          <cx:tx>
            <cx:txData>
              <cx:f/>
              <cx:v>No match</cx:v>
            </cx:txData>
          </cx:tx>
          <cx:dataId val="2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/>
        <cx:title>
          <cx:tx>
            <cx:txData>
              <cx:v>Detection frequency by feature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Calibri"/>
                </a:rPr>
                <a:t>Detection frequency by feature</a:t>
              </a:r>
            </a:p>
          </cx:txPr>
        </cx:title>
        <cx:majorGridlines/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15B39-96A4-D3E3-0B01-F80650EBD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7867B-1462-3AFC-5920-423B85A03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DE939-F68A-267B-7902-1F61731C5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BC67E-8E71-7954-C8EF-685DBAE1C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C4366-8E4D-1068-146E-C9B6943F3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0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E6479-6EA0-1327-E33E-05D58BBE5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592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9E8BB-92AD-80F8-D4D4-BFFD49693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3192"/>
            <a:ext cx="10515600" cy="500377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FE0FE-0D75-5295-B71F-18B06D86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49FB2-846B-EB08-1F7D-E299923C5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2310B-4F0D-9D7C-BA0F-E7F0D029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09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DAD5F-D00D-EA6B-0A44-EFCB7A35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60BF7-3B78-D782-51B4-B1ABD8C14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F6714-9D90-C7B5-90A6-B188E75E2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F6F2A-3A4B-8047-3E73-AB9E27347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37818-1C40-408D-C1EA-4B2005076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84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4E8F-ACDC-CAB7-98BA-5DD709196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29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F8E6-F76B-690E-DBEB-324CBD39F8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38687"/>
            <a:ext cx="5181600" cy="503827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7058E-9CD7-BB79-36F3-0879B5D85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38687"/>
            <a:ext cx="5181600" cy="503827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B11CC-379B-1455-EBC7-53C4E313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E2C6D-5ACE-EC04-20D2-E969BCDD9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AEDCB-2529-E7DB-3B2F-002B95D21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127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55859-591D-1A8A-A669-4A138B8A2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8C4F6-F639-E050-3655-78A68E45F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5CF65-9DD9-6727-0241-B9EE1B645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EADF23-86EF-303C-EF36-36B9A3502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0BE0B1-D02B-D09C-A1CE-FBD34150A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01525-8CD6-566D-CEEC-B4A49C95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13107-E466-D749-5E6F-5E088F696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91831-30E1-E999-F1B8-5BFF1501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9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BEA55-C472-5A4A-0292-671D1545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240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E4F31-3612-D177-89CF-E07C29E60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E7267F-6172-5219-3CCD-849DDFB3E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241C8E-FC5C-D945-A00A-7140FF7A5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17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DBC7F-CA5C-6A1B-9261-9A53BA805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50881E-CFAB-983B-9A79-5B446B4C0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280F5-C8B0-19BF-D72D-E73769B7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90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1F1F-A559-656A-12BE-183419652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5480D-DAE0-8FA4-C048-7AB2F0C9A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C1AF4-D210-C5B0-0DF5-97C3F898A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1187E-DB54-D1E1-B688-D60B981C8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91A87-1624-04EC-B018-FCA6A9FE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772C1-ACA4-14E8-ACC7-4B43A306D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43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90466-23B2-A27E-8D8E-05401FE3E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0746E6-5696-6EAF-D6A6-A8EC95A73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4AE221-EB54-88BC-2DF9-9E675B3C7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F4145-B625-29D4-C1A3-05CD33B2A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DD72E-5752-C1CF-0803-F14579A48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F1F1E-8A45-DE1C-F6ED-AEE8B73B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26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27877-F4C3-5052-F96B-ED98629BB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255B41-4DB4-E63F-845D-2E5528876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33026-617B-7619-3DBF-B1C615687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8078E-1C64-52FC-8B19-D902EA3A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09219-B67E-C41F-6A86-63F7D0264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91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1FE7A6-F429-152D-50C6-DF795C452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29682-3F6B-297A-782F-5DAEDACD1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6704E-C1E5-9D79-221A-CC2DAA062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CBE7C-02DF-064C-3D55-14586E510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8A36A-9357-C896-D11A-10FA41FDD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85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9C58A6-AB39-C680-0E58-E04D537D4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58C91-35DC-ACA2-D527-8CDF2D64B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E6327-3702-E452-BDB5-C8E1A59C49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AB7B0-7C05-414B-88BB-DDA0EECF0F3D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3D0CA-A77F-9A0E-B07C-A1A3ADC22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AFD14-B665-D66F-38B8-CC9EF3256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47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7" Type="http://schemas.openxmlformats.org/officeDocument/2006/relationships/image" Target="../media/image31.emf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0.emf"/><Relationship Id="rId4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image" Target="../media/image49.emf"/><Relationship Id="rId4" Type="http://schemas.openxmlformats.org/officeDocument/2006/relationships/oleObject" Target="../embeddings/oleObject3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49.emf"/><Relationship Id="rId7" Type="http://schemas.openxmlformats.org/officeDocument/2006/relationships/image" Target="../media/image51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53.emf"/><Relationship Id="rId5" Type="http://schemas.openxmlformats.org/officeDocument/2006/relationships/image" Target="../media/image50.e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52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chart" Target="../charts/char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61.em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chart" Target="../charts/chart8.xml"/><Relationship Id="rId4" Type="http://schemas.openxmlformats.org/officeDocument/2006/relationships/image" Target="../media/image60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3819-0431-0DF6-4C5F-6E648E6F40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Alligator PFAS Study: Non-Targeted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FBC7B-6E2F-E691-476C-084CA81E11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December 2024</a:t>
            </a:r>
          </a:p>
        </p:txBody>
      </p:sp>
    </p:spTree>
    <p:extLst>
      <p:ext uri="{BB962C8B-B14F-4D97-AF65-F5344CB8AC3E}">
        <p14:creationId xmlns:p14="http://schemas.microsoft.com/office/powerpoint/2010/main" val="1288377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C5E3C-9172-941D-7BE0-CE30041F4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8709A20-2283-5792-4394-20E312C7B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5 years (2018-2022), 4 sites (3 NC + 1 FL), ~200 samples</a:t>
            </a:r>
          </a:p>
          <a:p>
            <a:r>
              <a:rPr lang="en-US" dirty="0"/>
              <a:t>Big Questions</a:t>
            </a:r>
          </a:p>
          <a:p>
            <a:pPr lvl="1"/>
            <a:r>
              <a:rPr lang="en-US" dirty="0"/>
              <a:t>What type and how much PFAS are in alligator plasma?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Absolute quant of up to 26 PFAS</a:t>
            </a:r>
          </a:p>
          <a:p>
            <a:pPr lvl="3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Output: ng/ml PFAS in plasma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Target screening of ~100 PFAS in library</a:t>
            </a:r>
          </a:p>
          <a:p>
            <a:pPr lvl="3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Output: detect yes/no</a:t>
            </a:r>
          </a:p>
          <a:p>
            <a:pPr lvl="3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Output: relative abundance</a:t>
            </a:r>
          </a:p>
          <a:p>
            <a:pPr lvl="2"/>
            <a:r>
              <a:rPr lang="en-US" dirty="0"/>
              <a:t>Non-targeted analysis to find additional PFAS in plasma</a:t>
            </a:r>
          </a:p>
          <a:p>
            <a:pPr lvl="1"/>
            <a:r>
              <a:rPr lang="en-US" dirty="0"/>
              <a:t>Can we fingerprint year and site using PFAS in alligator plasma?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Input: ng/ml PFAS in plasma (Sum26 PFAS and sum6 regulated PFAS)</a:t>
            </a:r>
          </a:p>
          <a:p>
            <a:pPr lvl="2"/>
            <a:r>
              <a:rPr lang="en-US" dirty="0"/>
              <a:t>Input: relative abundance (if detected in enough individuals for each group)</a:t>
            </a:r>
          </a:p>
          <a:p>
            <a:pPr lvl="2"/>
            <a:r>
              <a:rPr lang="en-US" dirty="0"/>
              <a:t>Input: detection frequency of each PFAS</a:t>
            </a:r>
          </a:p>
          <a:p>
            <a:pPr lvl="1"/>
            <a:r>
              <a:rPr lang="en-US" dirty="0"/>
              <a:t>Are any PFAS associated with health endpoints for the alligators?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45913B-2CB0-C5D5-91F8-6DDEDF3E4250}"/>
              </a:ext>
            </a:extLst>
          </p:cNvPr>
          <p:cNvSpPr/>
          <p:nvPr/>
        </p:nvSpPr>
        <p:spPr>
          <a:xfrm>
            <a:off x="8336780" y="6259367"/>
            <a:ext cx="494182" cy="46701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F8500C-D824-CBB8-EECC-94F8591DABB3}"/>
              </a:ext>
            </a:extLst>
          </p:cNvPr>
          <p:cNvSpPr/>
          <p:nvPr/>
        </p:nvSpPr>
        <p:spPr>
          <a:xfrm>
            <a:off x="8795739" y="6259367"/>
            <a:ext cx="494182" cy="46701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D74064-729B-9567-82E7-57FF99FE6EDA}"/>
              </a:ext>
            </a:extLst>
          </p:cNvPr>
          <p:cNvSpPr/>
          <p:nvPr/>
        </p:nvSpPr>
        <p:spPr>
          <a:xfrm>
            <a:off x="9254698" y="6259367"/>
            <a:ext cx="494182" cy="467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52B01A-3C1B-A4EE-EC17-56E30FD7666F}"/>
              </a:ext>
            </a:extLst>
          </p:cNvPr>
          <p:cNvSpPr/>
          <p:nvPr/>
        </p:nvSpPr>
        <p:spPr>
          <a:xfrm>
            <a:off x="9713657" y="6259367"/>
            <a:ext cx="494182" cy="46701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81FA29-C8DC-2CBC-4F02-DE34E81E4839}"/>
              </a:ext>
            </a:extLst>
          </p:cNvPr>
          <p:cNvSpPr/>
          <p:nvPr/>
        </p:nvSpPr>
        <p:spPr>
          <a:xfrm>
            <a:off x="10172616" y="6259367"/>
            <a:ext cx="494182" cy="46701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C43F89-CA8D-CAFC-72C5-D7FB5AB83750}"/>
              </a:ext>
            </a:extLst>
          </p:cNvPr>
          <p:cNvSpPr/>
          <p:nvPr/>
        </p:nvSpPr>
        <p:spPr>
          <a:xfrm>
            <a:off x="10631575" y="6259367"/>
            <a:ext cx="494182" cy="4670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2A7028-AD86-036C-B3DB-0705DC063F9D}"/>
              </a:ext>
            </a:extLst>
          </p:cNvPr>
          <p:cNvSpPr/>
          <p:nvPr/>
        </p:nvSpPr>
        <p:spPr>
          <a:xfrm>
            <a:off x="11090534" y="6259367"/>
            <a:ext cx="494182" cy="46701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F33C2B-DA00-814D-6983-3A8815F08847}"/>
              </a:ext>
            </a:extLst>
          </p:cNvPr>
          <p:cNvSpPr/>
          <p:nvPr/>
        </p:nvSpPr>
        <p:spPr>
          <a:xfrm>
            <a:off x="11549493" y="6259367"/>
            <a:ext cx="494182" cy="46701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362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C5E3C-9172-941D-7BE0-CE30041F4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8709A20-2283-5792-4394-20E312C7B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Extract 200 plasma samples along with blanks, QCs, calibration curve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(Completed March 2023)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Analyze using ESI(-) LC-IMS-MS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Analyze a subset using CID-MS in (-) and (+)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Perform target screening for 100 PFAS using in-house library and Skyline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Quantify up to 26 PFAS using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curves in Skyline</a:t>
            </a:r>
            <a:endParaRPr lang="en-US" b="1" dirty="0"/>
          </a:p>
          <a:p>
            <a:r>
              <a:rPr lang="en-US" b="1" dirty="0"/>
              <a:t>Identify non-target suspect PFAS using IM-MS Browser, Mass Profiler, </a:t>
            </a:r>
            <a:r>
              <a:rPr lang="en-US" b="1" dirty="0" err="1"/>
              <a:t>Fluoromatch</a:t>
            </a:r>
            <a:r>
              <a:rPr lang="en-US" b="1" dirty="0"/>
              <a:t>, and Greg’s proprietary new tool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45913B-2CB0-C5D5-91F8-6DDEDF3E4250}"/>
              </a:ext>
            </a:extLst>
          </p:cNvPr>
          <p:cNvSpPr/>
          <p:nvPr/>
        </p:nvSpPr>
        <p:spPr>
          <a:xfrm>
            <a:off x="8336780" y="6259367"/>
            <a:ext cx="494182" cy="46701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F8500C-D824-CBB8-EECC-94F8591DABB3}"/>
              </a:ext>
            </a:extLst>
          </p:cNvPr>
          <p:cNvSpPr/>
          <p:nvPr/>
        </p:nvSpPr>
        <p:spPr>
          <a:xfrm>
            <a:off x="8795739" y="6259367"/>
            <a:ext cx="494182" cy="46701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D74064-729B-9567-82E7-57FF99FE6EDA}"/>
              </a:ext>
            </a:extLst>
          </p:cNvPr>
          <p:cNvSpPr/>
          <p:nvPr/>
        </p:nvSpPr>
        <p:spPr>
          <a:xfrm>
            <a:off x="9254698" y="6259367"/>
            <a:ext cx="494182" cy="467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52B01A-3C1B-A4EE-EC17-56E30FD7666F}"/>
              </a:ext>
            </a:extLst>
          </p:cNvPr>
          <p:cNvSpPr/>
          <p:nvPr/>
        </p:nvSpPr>
        <p:spPr>
          <a:xfrm>
            <a:off x="9713657" y="6259367"/>
            <a:ext cx="494182" cy="46701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81FA29-C8DC-2CBC-4F02-DE34E81E4839}"/>
              </a:ext>
            </a:extLst>
          </p:cNvPr>
          <p:cNvSpPr/>
          <p:nvPr/>
        </p:nvSpPr>
        <p:spPr>
          <a:xfrm>
            <a:off x="10172616" y="6259367"/>
            <a:ext cx="494182" cy="46701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C43F89-CA8D-CAFC-72C5-D7FB5AB83750}"/>
              </a:ext>
            </a:extLst>
          </p:cNvPr>
          <p:cNvSpPr/>
          <p:nvPr/>
        </p:nvSpPr>
        <p:spPr>
          <a:xfrm>
            <a:off x="10631575" y="6259367"/>
            <a:ext cx="494182" cy="4670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2A7028-AD86-036C-B3DB-0705DC063F9D}"/>
              </a:ext>
            </a:extLst>
          </p:cNvPr>
          <p:cNvSpPr/>
          <p:nvPr/>
        </p:nvSpPr>
        <p:spPr>
          <a:xfrm>
            <a:off x="11090534" y="6259367"/>
            <a:ext cx="494182" cy="46701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F33C2B-DA00-814D-6983-3A8815F08847}"/>
              </a:ext>
            </a:extLst>
          </p:cNvPr>
          <p:cNvSpPr/>
          <p:nvPr/>
        </p:nvSpPr>
        <p:spPr>
          <a:xfrm>
            <a:off x="11549493" y="6259367"/>
            <a:ext cx="494182" cy="46701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CEBE30-9518-C5A4-222D-897F225DB395}"/>
              </a:ext>
            </a:extLst>
          </p:cNvPr>
          <p:cNvGrpSpPr/>
          <p:nvPr/>
        </p:nvGrpSpPr>
        <p:grpSpPr>
          <a:xfrm>
            <a:off x="1351843" y="3952174"/>
            <a:ext cx="2044419" cy="2336931"/>
            <a:chOff x="22416899" y="4610478"/>
            <a:chExt cx="4734361" cy="5411746"/>
          </a:xfrm>
        </p:grpSpPr>
        <p:pic>
          <p:nvPicPr>
            <p:cNvPr id="13" name="Picture 12" descr="A map of a river&#10;&#10;Description automatically generated with medium confidence">
              <a:extLst>
                <a:ext uri="{FF2B5EF4-FFF2-40B4-BE49-F238E27FC236}">
                  <a16:creationId xmlns:a16="http://schemas.microsoft.com/office/drawing/2014/main" id="{CAD318FB-B8E1-6C96-F6AE-6EA16C481B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914" t="12205" r="39024" b="5842"/>
            <a:stretch/>
          </p:blipFill>
          <p:spPr>
            <a:xfrm>
              <a:off x="22416899" y="4610478"/>
              <a:ext cx="4734361" cy="5411746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A2FA94-A9B9-3A7E-BC08-4B4F83ED7319}"/>
                </a:ext>
              </a:extLst>
            </p:cNvPr>
            <p:cNvSpPr/>
            <p:nvPr/>
          </p:nvSpPr>
          <p:spPr>
            <a:xfrm>
              <a:off x="22416899" y="6583132"/>
              <a:ext cx="328801" cy="168590"/>
            </a:xfrm>
            <a:prstGeom prst="rect">
              <a:avLst/>
            </a:prstGeom>
            <a:solidFill>
              <a:srgbClr val="EFEFE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0E3A50D-C4F1-EE54-A92B-CED8AC871E49}"/>
                </a:ext>
              </a:extLst>
            </p:cNvPr>
            <p:cNvSpPr/>
            <p:nvPr/>
          </p:nvSpPr>
          <p:spPr>
            <a:xfrm>
              <a:off x="24618950" y="4989282"/>
              <a:ext cx="394613" cy="168590"/>
            </a:xfrm>
            <a:prstGeom prst="rect">
              <a:avLst/>
            </a:prstGeom>
            <a:solidFill>
              <a:srgbClr val="EFEFE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Graphic 15" descr="Crocodile with solid fill">
            <a:extLst>
              <a:ext uri="{FF2B5EF4-FFF2-40B4-BE49-F238E27FC236}">
                <a16:creationId xmlns:a16="http://schemas.microsoft.com/office/drawing/2014/main" id="{42C21474-ADB3-624F-DDD1-7F45197B55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8858" y="3566612"/>
            <a:ext cx="1098277" cy="1098277"/>
          </a:xfrm>
          <a:prstGeom prst="rect">
            <a:avLst/>
          </a:prstGeom>
        </p:spPr>
      </p:pic>
      <p:pic>
        <p:nvPicPr>
          <p:cNvPr id="17" name="Graphic 16" descr="Crocodile with solid fill">
            <a:extLst>
              <a:ext uri="{FF2B5EF4-FFF2-40B4-BE49-F238E27FC236}">
                <a16:creationId xmlns:a16="http://schemas.microsoft.com/office/drawing/2014/main" id="{30E30D16-B7A6-47AD-F1DE-B21FB9513E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8858" y="4079310"/>
            <a:ext cx="1098277" cy="1098277"/>
          </a:xfrm>
          <a:prstGeom prst="rect">
            <a:avLst/>
          </a:prstGeom>
        </p:spPr>
      </p:pic>
      <p:sp>
        <p:nvSpPr>
          <p:cNvPr id="18" name="Graphic 21" descr="Crocodile with solid fill">
            <a:extLst>
              <a:ext uri="{FF2B5EF4-FFF2-40B4-BE49-F238E27FC236}">
                <a16:creationId xmlns:a16="http://schemas.microsoft.com/office/drawing/2014/main" id="{C0AE66C4-A0B3-343F-B145-2FE34146A2B1}"/>
              </a:ext>
            </a:extLst>
          </p:cNvPr>
          <p:cNvSpPr/>
          <p:nvPr/>
        </p:nvSpPr>
        <p:spPr>
          <a:xfrm>
            <a:off x="4280522" y="4932898"/>
            <a:ext cx="1052515" cy="428657"/>
          </a:xfrm>
          <a:custGeom>
            <a:avLst/>
            <a:gdLst>
              <a:gd name="connsiteX0" fmla="*/ 524801 w 536463"/>
              <a:gd name="connsiteY0" fmla="*/ 96032 h 218485"/>
              <a:gd name="connsiteX1" fmla="*/ 425672 w 536463"/>
              <a:gd name="connsiteY1" fmla="*/ 96032 h 218485"/>
              <a:gd name="connsiteX2" fmla="*/ 450454 w 536463"/>
              <a:gd name="connsiteY2" fmla="*/ 78072 h 218485"/>
              <a:gd name="connsiteX3" fmla="*/ 461767 w 536463"/>
              <a:gd name="connsiteY3" fmla="*/ 84952 h 218485"/>
              <a:gd name="connsiteX4" fmla="*/ 458735 w 536463"/>
              <a:gd name="connsiteY4" fmla="*/ 72066 h 218485"/>
              <a:gd name="connsiteX5" fmla="*/ 467540 w 536463"/>
              <a:gd name="connsiteY5" fmla="*/ 65710 h 218485"/>
              <a:gd name="connsiteX6" fmla="*/ 478502 w 536463"/>
              <a:gd name="connsiteY6" fmla="*/ 72707 h 218485"/>
              <a:gd name="connsiteX7" fmla="*/ 475587 w 536463"/>
              <a:gd name="connsiteY7" fmla="*/ 60170 h 218485"/>
              <a:gd name="connsiteX8" fmla="*/ 484566 w 536463"/>
              <a:gd name="connsiteY8" fmla="*/ 53639 h 218485"/>
              <a:gd name="connsiteX9" fmla="*/ 495063 w 536463"/>
              <a:gd name="connsiteY9" fmla="*/ 60112 h 218485"/>
              <a:gd name="connsiteX10" fmla="*/ 492264 w 536463"/>
              <a:gd name="connsiteY10" fmla="*/ 48100 h 218485"/>
              <a:gd name="connsiteX11" fmla="*/ 501477 w 536463"/>
              <a:gd name="connsiteY11" fmla="*/ 41102 h 218485"/>
              <a:gd name="connsiteX12" fmla="*/ 511798 w 536463"/>
              <a:gd name="connsiteY12" fmla="*/ 47400 h 218485"/>
              <a:gd name="connsiteX13" fmla="*/ 509057 w 536463"/>
              <a:gd name="connsiteY13" fmla="*/ 35738 h 218485"/>
              <a:gd name="connsiteX14" fmla="*/ 527192 w 536463"/>
              <a:gd name="connsiteY14" fmla="*/ 22559 h 218485"/>
              <a:gd name="connsiteX15" fmla="*/ 528825 w 536463"/>
              <a:gd name="connsiteY15" fmla="*/ 16728 h 218485"/>
              <a:gd name="connsiteX16" fmla="*/ 526259 w 536463"/>
              <a:gd name="connsiteY16" fmla="*/ 11597 h 218485"/>
              <a:gd name="connsiteX17" fmla="*/ 503634 w 536463"/>
              <a:gd name="connsiteY17" fmla="*/ 2442 h 218485"/>
              <a:gd name="connsiteX18" fmla="*/ 396517 w 536463"/>
              <a:gd name="connsiteY18" fmla="*/ 37720 h 218485"/>
              <a:gd name="connsiteX19" fmla="*/ 393543 w 536463"/>
              <a:gd name="connsiteY19" fmla="*/ 33580 h 218485"/>
              <a:gd name="connsiteX20" fmla="*/ 348661 w 536463"/>
              <a:gd name="connsiteY20" fmla="*/ 25982 h 218485"/>
              <a:gd name="connsiteX21" fmla="*/ 341063 w 536463"/>
              <a:gd name="connsiteY21" fmla="*/ 33580 h 218485"/>
              <a:gd name="connsiteX22" fmla="*/ 338205 w 536463"/>
              <a:gd name="connsiteY22" fmla="*/ 37720 h 218485"/>
              <a:gd name="connsiteX23" fmla="*/ 54346 w 536463"/>
              <a:gd name="connsiteY23" fmla="*/ 45243 h 218485"/>
              <a:gd name="connsiteX24" fmla="*/ 39710 w 536463"/>
              <a:gd name="connsiteY24" fmla="*/ 55039 h 218485"/>
              <a:gd name="connsiteX25" fmla="*/ 38777 w 536463"/>
              <a:gd name="connsiteY25" fmla="*/ 55739 h 218485"/>
              <a:gd name="connsiteX26" fmla="*/ 38777 w 536463"/>
              <a:gd name="connsiteY26" fmla="*/ 55739 h 218485"/>
              <a:gd name="connsiteX27" fmla="*/ 0 w 536463"/>
              <a:gd name="connsiteY27" fmla="*/ 116032 h 218485"/>
              <a:gd name="connsiteX28" fmla="*/ 200474 w 536463"/>
              <a:gd name="connsiteY28" fmla="*/ 218485 h 218485"/>
              <a:gd name="connsiteX29" fmla="*/ 280302 w 536463"/>
              <a:gd name="connsiteY29" fmla="*/ 218485 h 218485"/>
              <a:gd name="connsiteX30" fmla="*/ 290774 w 536463"/>
              <a:gd name="connsiteY30" fmla="*/ 206390 h 218485"/>
              <a:gd name="connsiteX31" fmla="*/ 280302 w 536463"/>
              <a:gd name="connsiteY31" fmla="*/ 195919 h 218485"/>
              <a:gd name="connsiteX32" fmla="*/ 222632 w 536463"/>
              <a:gd name="connsiteY32" fmla="*/ 195919 h 218485"/>
              <a:gd name="connsiteX33" fmla="*/ 61693 w 536463"/>
              <a:gd name="connsiteY33" fmla="*/ 119648 h 218485"/>
              <a:gd name="connsiteX34" fmla="*/ 116623 w 536463"/>
              <a:gd name="connsiteY34" fmla="*/ 119648 h 218485"/>
              <a:gd name="connsiteX35" fmla="*/ 116623 w 536463"/>
              <a:gd name="connsiteY35" fmla="*/ 148803 h 218485"/>
              <a:gd name="connsiteX36" fmla="*/ 134116 w 536463"/>
              <a:gd name="connsiteY36" fmla="*/ 166297 h 218485"/>
              <a:gd name="connsiteX37" fmla="*/ 180765 w 536463"/>
              <a:gd name="connsiteY37" fmla="*/ 166297 h 218485"/>
              <a:gd name="connsiteX38" fmla="*/ 198277 w 536463"/>
              <a:gd name="connsiteY38" fmla="*/ 149530 h 218485"/>
              <a:gd name="connsiteX39" fmla="*/ 198258 w 536463"/>
              <a:gd name="connsiteY39" fmla="*/ 148278 h 218485"/>
              <a:gd name="connsiteX40" fmla="*/ 179832 w 536463"/>
              <a:gd name="connsiteY40" fmla="*/ 131018 h 218485"/>
              <a:gd name="connsiteX41" fmla="*/ 152484 w 536463"/>
              <a:gd name="connsiteY41" fmla="*/ 131018 h 218485"/>
              <a:gd name="connsiteX42" fmla="*/ 162397 w 536463"/>
              <a:gd name="connsiteY42" fmla="*/ 119356 h 218485"/>
              <a:gd name="connsiteX43" fmla="*/ 148101 w 536463"/>
              <a:gd name="connsiteY43" fmla="*/ 75705 h 218485"/>
              <a:gd name="connsiteX44" fmla="*/ 147702 w 536463"/>
              <a:gd name="connsiteY44" fmla="*/ 75506 h 218485"/>
              <a:gd name="connsiteX45" fmla="*/ 144729 w 536463"/>
              <a:gd name="connsiteY45" fmla="*/ 68625 h 218485"/>
              <a:gd name="connsiteX46" fmla="*/ 151987 w 536463"/>
              <a:gd name="connsiteY46" fmla="*/ 64710 h 218485"/>
              <a:gd name="connsiteX47" fmla="*/ 152775 w 536463"/>
              <a:gd name="connsiteY47" fmla="*/ 65010 h 218485"/>
              <a:gd name="connsiteX48" fmla="*/ 174934 w 536463"/>
              <a:gd name="connsiteY48" fmla="*/ 119356 h 218485"/>
              <a:gd name="connsiteX49" fmla="*/ 174934 w 536463"/>
              <a:gd name="connsiteY49" fmla="*/ 119356 h 218485"/>
              <a:gd name="connsiteX50" fmla="*/ 250738 w 536463"/>
              <a:gd name="connsiteY50" fmla="*/ 119356 h 218485"/>
              <a:gd name="connsiteX51" fmla="*/ 250738 w 536463"/>
              <a:gd name="connsiteY51" fmla="*/ 148512 h 218485"/>
              <a:gd name="connsiteX52" fmla="*/ 268232 w 536463"/>
              <a:gd name="connsiteY52" fmla="*/ 166005 h 218485"/>
              <a:gd name="connsiteX53" fmla="*/ 314881 w 536463"/>
              <a:gd name="connsiteY53" fmla="*/ 166005 h 218485"/>
              <a:gd name="connsiteX54" fmla="*/ 332393 w 536463"/>
              <a:gd name="connsiteY54" fmla="*/ 149238 h 218485"/>
              <a:gd name="connsiteX55" fmla="*/ 332374 w 536463"/>
              <a:gd name="connsiteY55" fmla="*/ 147987 h 218485"/>
              <a:gd name="connsiteX56" fmla="*/ 313948 w 536463"/>
              <a:gd name="connsiteY56" fmla="*/ 131018 h 218485"/>
              <a:gd name="connsiteX57" fmla="*/ 286600 w 536463"/>
              <a:gd name="connsiteY57" fmla="*/ 131018 h 218485"/>
              <a:gd name="connsiteX58" fmla="*/ 296513 w 536463"/>
              <a:gd name="connsiteY58" fmla="*/ 119356 h 218485"/>
              <a:gd name="connsiteX59" fmla="*/ 282217 w 536463"/>
              <a:gd name="connsiteY59" fmla="*/ 75705 h 218485"/>
              <a:gd name="connsiteX60" fmla="*/ 281818 w 536463"/>
              <a:gd name="connsiteY60" fmla="*/ 75506 h 218485"/>
              <a:gd name="connsiteX61" fmla="*/ 278844 w 536463"/>
              <a:gd name="connsiteY61" fmla="*/ 68625 h 218485"/>
              <a:gd name="connsiteX62" fmla="*/ 286102 w 536463"/>
              <a:gd name="connsiteY62" fmla="*/ 64710 h 218485"/>
              <a:gd name="connsiteX63" fmla="*/ 286891 w 536463"/>
              <a:gd name="connsiteY63" fmla="*/ 65010 h 218485"/>
              <a:gd name="connsiteX64" fmla="*/ 309050 w 536463"/>
              <a:gd name="connsiteY64" fmla="*/ 119356 h 218485"/>
              <a:gd name="connsiteX65" fmla="*/ 309050 w 536463"/>
              <a:gd name="connsiteY65" fmla="*/ 119356 h 218485"/>
              <a:gd name="connsiteX66" fmla="*/ 524801 w 536463"/>
              <a:gd name="connsiteY66" fmla="*/ 119356 h 218485"/>
              <a:gd name="connsiteX67" fmla="*/ 536464 w 536463"/>
              <a:gd name="connsiteY67" fmla="*/ 107694 h 218485"/>
              <a:gd name="connsiteX68" fmla="*/ 524801 w 536463"/>
              <a:gd name="connsiteY68" fmla="*/ 96032 h 21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536463" h="218485">
                <a:moveTo>
                  <a:pt x="524801" y="96032"/>
                </a:moveTo>
                <a:lnTo>
                  <a:pt x="425672" y="96032"/>
                </a:lnTo>
                <a:lnTo>
                  <a:pt x="450454" y="78072"/>
                </a:lnTo>
                <a:lnTo>
                  <a:pt x="461767" y="84952"/>
                </a:lnTo>
                <a:lnTo>
                  <a:pt x="458735" y="72066"/>
                </a:lnTo>
                <a:lnTo>
                  <a:pt x="467540" y="65710"/>
                </a:lnTo>
                <a:lnTo>
                  <a:pt x="478502" y="72707"/>
                </a:lnTo>
                <a:lnTo>
                  <a:pt x="475587" y="60170"/>
                </a:lnTo>
                <a:lnTo>
                  <a:pt x="484566" y="53639"/>
                </a:lnTo>
                <a:lnTo>
                  <a:pt x="495063" y="60112"/>
                </a:lnTo>
                <a:lnTo>
                  <a:pt x="492264" y="48100"/>
                </a:lnTo>
                <a:lnTo>
                  <a:pt x="501477" y="41102"/>
                </a:lnTo>
                <a:lnTo>
                  <a:pt x="511798" y="47400"/>
                </a:lnTo>
                <a:lnTo>
                  <a:pt x="509057" y="35738"/>
                </a:lnTo>
                <a:lnTo>
                  <a:pt x="527192" y="22559"/>
                </a:lnTo>
                <a:cubicBezTo>
                  <a:pt x="529117" y="21296"/>
                  <a:pt x="529814" y="18807"/>
                  <a:pt x="528825" y="16728"/>
                </a:cubicBezTo>
                <a:lnTo>
                  <a:pt x="526259" y="11597"/>
                </a:lnTo>
                <a:cubicBezTo>
                  <a:pt x="522090" y="3292"/>
                  <a:pt x="512405" y="-627"/>
                  <a:pt x="503634" y="2442"/>
                </a:cubicBezTo>
                <a:lnTo>
                  <a:pt x="396517" y="37720"/>
                </a:lnTo>
                <a:lnTo>
                  <a:pt x="393543" y="33580"/>
                </a:lnTo>
                <a:cubicBezTo>
                  <a:pt x="383247" y="19088"/>
                  <a:pt x="363153" y="15686"/>
                  <a:pt x="348661" y="25982"/>
                </a:cubicBezTo>
                <a:cubicBezTo>
                  <a:pt x="345720" y="28071"/>
                  <a:pt x="343152" y="30640"/>
                  <a:pt x="341063" y="33580"/>
                </a:cubicBezTo>
                <a:lnTo>
                  <a:pt x="338205" y="37720"/>
                </a:lnTo>
                <a:cubicBezTo>
                  <a:pt x="263742" y="-20591"/>
                  <a:pt x="136857" y="-5955"/>
                  <a:pt x="54346" y="45243"/>
                </a:cubicBezTo>
                <a:cubicBezTo>
                  <a:pt x="49215" y="48391"/>
                  <a:pt x="44317" y="51657"/>
                  <a:pt x="39710" y="55039"/>
                </a:cubicBezTo>
                <a:lnTo>
                  <a:pt x="38777" y="55739"/>
                </a:lnTo>
                <a:lnTo>
                  <a:pt x="38777" y="55739"/>
                </a:lnTo>
                <a:cubicBezTo>
                  <a:pt x="15452" y="73232"/>
                  <a:pt x="0" y="93932"/>
                  <a:pt x="0" y="116032"/>
                </a:cubicBezTo>
                <a:cubicBezTo>
                  <a:pt x="0" y="166005"/>
                  <a:pt x="51022" y="218485"/>
                  <a:pt x="200474" y="218485"/>
                </a:cubicBezTo>
                <a:lnTo>
                  <a:pt x="280302" y="218485"/>
                </a:lnTo>
                <a:cubicBezTo>
                  <a:pt x="286534" y="218037"/>
                  <a:pt x="291222" y="212622"/>
                  <a:pt x="290774" y="206390"/>
                </a:cubicBezTo>
                <a:cubicBezTo>
                  <a:pt x="290370" y="200783"/>
                  <a:pt x="285910" y="196322"/>
                  <a:pt x="280302" y="195919"/>
                </a:cubicBezTo>
                <a:lnTo>
                  <a:pt x="222632" y="195919"/>
                </a:lnTo>
                <a:cubicBezTo>
                  <a:pt x="118838" y="195919"/>
                  <a:pt x="71431" y="162390"/>
                  <a:pt x="61693" y="119648"/>
                </a:cubicBezTo>
                <a:lnTo>
                  <a:pt x="116623" y="119648"/>
                </a:lnTo>
                <a:lnTo>
                  <a:pt x="116623" y="148803"/>
                </a:lnTo>
                <a:cubicBezTo>
                  <a:pt x="116623" y="158465"/>
                  <a:pt x="124454" y="166297"/>
                  <a:pt x="134116" y="166297"/>
                </a:cubicBezTo>
                <a:lnTo>
                  <a:pt x="180765" y="166297"/>
                </a:lnTo>
                <a:cubicBezTo>
                  <a:pt x="190231" y="166503"/>
                  <a:pt x="198071" y="158996"/>
                  <a:pt x="198277" y="149530"/>
                </a:cubicBezTo>
                <a:cubicBezTo>
                  <a:pt x="198286" y="149112"/>
                  <a:pt x="198280" y="148695"/>
                  <a:pt x="198258" y="148278"/>
                </a:cubicBezTo>
                <a:cubicBezTo>
                  <a:pt x="197910" y="138436"/>
                  <a:pt x="189676" y="130723"/>
                  <a:pt x="179832" y="131018"/>
                </a:cubicBezTo>
                <a:lnTo>
                  <a:pt x="152484" y="131018"/>
                </a:lnTo>
                <a:cubicBezTo>
                  <a:pt x="156699" y="128007"/>
                  <a:pt x="160104" y="124001"/>
                  <a:pt x="162397" y="119356"/>
                </a:cubicBezTo>
                <a:cubicBezTo>
                  <a:pt x="170503" y="103354"/>
                  <a:pt x="164103" y="83811"/>
                  <a:pt x="148101" y="75705"/>
                </a:cubicBezTo>
                <a:cubicBezTo>
                  <a:pt x="147969" y="75637"/>
                  <a:pt x="147836" y="75571"/>
                  <a:pt x="147702" y="75506"/>
                </a:cubicBezTo>
                <a:cubicBezTo>
                  <a:pt x="145173" y="74238"/>
                  <a:pt x="143919" y="71337"/>
                  <a:pt x="144729" y="68625"/>
                </a:cubicBezTo>
                <a:cubicBezTo>
                  <a:pt x="145652" y="65540"/>
                  <a:pt x="148901" y="63787"/>
                  <a:pt x="151987" y="64710"/>
                </a:cubicBezTo>
                <a:cubicBezTo>
                  <a:pt x="152257" y="64791"/>
                  <a:pt x="152520" y="64891"/>
                  <a:pt x="152775" y="65010"/>
                </a:cubicBezTo>
                <a:cubicBezTo>
                  <a:pt x="172797" y="74957"/>
                  <a:pt x="182292" y="98246"/>
                  <a:pt x="174934" y="119356"/>
                </a:cubicBezTo>
                <a:lnTo>
                  <a:pt x="174934" y="119356"/>
                </a:lnTo>
                <a:lnTo>
                  <a:pt x="250738" y="119356"/>
                </a:lnTo>
                <a:lnTo>
                  <a:pt x="250738" y="148512"/>
                </a:lnTo>
                <a:cubicBezTo>
                  <a:pt x="250738" y="158173"/>
                  <a:pt x="258570" y="166005"/>
                  <a:pt x="268232" y="166005"/>
                </a:cubicBezTo>
                <a:lnTo>
                  <a:pt x="314881" y="166005"/>
                </a:lnTo>
                <a:cubicBezTo>
                  <a:pt x="324346" y="166211"/>
                  <a:pt x="332187" y="158704"/>
                  <a:pt x="332393" y="149238"/>
                </a:cubicBezTo>
                <a:cubicBezTo>
                  <a:pt x="332402" y="148821"/>
                  <a:pt x="332396" y="148404"/>
                  <a:pt x="332374" y="147987"/>
                </a:cubicBezTo>
                <a:cubicBezTo>
                  <a:pt x="331871" y="138260"/>
                  <a:pt x="323683" y="130720"/>
                  <a:pt x="313948" y="131018"/>
                </a:cubicBezTo>
                <a:lnTo>
                  <a:pt x="286600" y="131018"/>
                </a:lnTo>
                <a:cubicBezTo>
                  <a:pt x="290815" y="128007"/>
                  <a:pt x="294220" y="124001"/>
                  <a:pt x="296513" y="119356"/>
                </a:cubicBezTo>
                <a:cubicBezTo>
                  <a:pt x="304619" y="103354"/>
                  <a:pt x="298219" y="83811"/>
                  <a:pt x="282217" y="75705"/>
                </a:cubicBezTo>
                <a:cubicBezTo>
                  <a:pt x="282085" y="75637"/>
                  <a:pt x="281952" y="75571"/>
                  <a:pt x="281818" y="75506"/>
                </a:cubicBezTo>
                <a:cubicBezTo>
                  <a:pt x="279289" y="74238"/>
                  <a:pt x="278035" y="71337"/>
                  <a:pt x="278844" y="68625"/>
                </a:cubicBezTo>
                <a:cubicBezTo>
                  <a:pt x="279767" y="65540"/>
                  <a:pt x="283017" y="63787"/>
                  <a:pt x="286102" y="64710"/>
                </a:cubicBezTo>
                <a:cubicBezTo>
                  <a:pt x="286372" y="64791"/>
                  <a:pt x="286636" y="64891"/>
                  <a:pt x="286891" y="65010"/>
                </a:cubicBezTo>
                <a:cubicBezTo>
                  <a:pt x="306913" y="74957"/>
                  <a:pt x="316408" y="98246"/>
                  <a:pt x="309050" y="119356"/>
                </a:cubicBezTo>
                <a:lnTo>
                  <a:pt x="309050" y="119356"/>
                </a:lnTo>
                <a:lnTo>
                  <a:pt x="524801" y="119356"/>
                </a:lnTo>
                <a:cubicBezTo>
                  <a:pt x="531242" y="119356"/>
                  <a:pt x="536464" y="114135"/>
                  <a:pt x="536464" y="107694"/>
                </a:cubicBezTo>
                <a:cubicBezTo>
                  <a:pt x="536464" y="101253"/>
                  <a:pt x="531242" y="96032"/>
                  <a:pt x="524801" y="96032"/>
                </a:cubicBezTo>
                <a:close/>
              </a:path>
            </a:pathLst>
          </a:custGeom>
          <a:pattFill prst="ltUpDiag">
            <a:fgClr>
              <a:schemeClr val="bg1"/>
            </a:fgClr>
            <a:bgClr>
              <a:schemeClr val="accent2"/>
            </a:bgClr>
          </a:pattFill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C86617-2C49-DBB7-AA7C-0B94FB0A5C67}"/>
              </a:ext>
            </a:extLst>
          </p:cNvPr>
          <p:cNvSpPr txBox="1"/>
          <p:nvPr/>
        </p:nvSpPr>
        <p:spPr>
          <a:xfrm>
            <a:off x="3536540" y="3886400"/>
            <a:ext cx="83069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37787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E80FBE-189D-9438-6368-C16DCC0E07B9}"/>
              </a:ext>
            </a:extLst>
          </p:cNvPr>
          <p:cNvSpPr txBox="1"/>
          <p:nvPr/>
        </p:nvSpPr>
        <p:spPr>
          <a:xfrm>
            <a:off x="3536540" y="4376700"/>
            <a:ext cx="83069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37787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731128-C6BF-CA6C-0217-36D9E64C296E}"/>
              </a:ext>
            </a:extLst>
          </p:cNvPr>
          <p:cNvSpPr txBox="1"/>
          <p:nvPr/>
        </p:nvSpPr>
        <p:spPr>
          <a:xfrm>
            <a:off x="3536540" y="4867000"/>
            <a:ext cx="83069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37787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Graphic 36" descr="Crocodile with solid fill">
            <a:extLst>
              <a:ext uri="{FF2B5EF4-FFF2-40B4-BE49-F238E27FC236}">
                <a16:creationId xmlns:a16="http://schemas.microsoft.com/office/drawing/2014/main" id="{B2D9A66E-FD4F-1153-6196-F373DF8DFDA2}"/>
              </a:ext>
            </a:extLst>
          </p:cNvPr>
          <p:cNvSpPr/>
          <p:nvPr/>
        </p:nvSpPr>
        <p:spPr>
          <a:xfrm>
            <a:off x="4280522" y="5402478"/>
            <a:ext cx="1052515" cy="428657"/>
          </a:xfrm>
          <a:custGeom>
            <a:avLst/>
            <a:gdLst>
              <a:gd name="connsiteX0" fmla="*/ 524801 w 536463"/>
              <a:gd name="connsiteY0" fmla="*/ 96032 h 218485"/>
              <a:gd name="connsiteX1" fmla="*/ 425672 w 536463"/>
              <a:gd name="connsiteY1" fmla="*/ 96032 h 218485"/>
              <a:gd name="connsiteX2" fmla="*/ 450454 w 536463"/>
              <a:gd name="connsiteY2" fmla="*/ 78072 h 218485"/>
              <a:gd name="connsiteX3" fmla="*/ 461767 w 536463"/>
              <a:gd name="connsiteY3" fmla="*/ 84952 h 218485"/>
              <a:gd name="connsiteX4" fmla="*/ 458735 w 536463"/>
              <a:gd name="connsiteY4" fmla="*/ 72066 h 218485"/>
              <a:gd name="connsiteX5" fmla="*/ 467540 w 536463"/>
              <a:gd name="connsiteY5" fmla="*/ 65710 h 218485"/>
              <a:gd name="connsiteX6" fmla="*/ 478502 w 536463"/>
              <a:gd name="connsiteY6" fmla="*/ 72707 h 218485"/>
              <a:gd name="connsiteX7" fmla="*/ 475587 w 536463"/>
              <a:gd name="connsiteY7" fmla="*/ 60170 h 218485"/>
              <a:gd name="connsiteX8" fmla="*/ 484566 w 536463"/>
              <a:gd name="connsiteY8" fmla="*/ 53639 h 218485"/>
              <a:gd name="connsiteX9" fmla="*/ 495063 w 536463"/>
              <a:gd name="connsiteY9" fmla="*/ 60112 h 218485"/>
              <a:gd name="connsiteX10" fmla="*/ 492264 w 536463"/>
              <a:gd name="connsiteY10" fmla="*/ 48100 h 218485"/>
              <a:gd name="connsiteX11" fmla="*/ 501477 w 536463"/>
              <a:gd name="connsiteY11" fmla="*/ 41102 h 218485"/>
              <a:gd name="connsiteX12" fmla="*/ 511798 w 536463"/>
              <a:gd name="connsiteY12" fmla="*/ 47400 h 218485"/>
              <a:gd name="connsiteX13" fmla="*/ 509057 w 536463"/>
              <a:gd name="connsiteY13" fmla="*/ 35738 h 218485"/>
              <a:gd name="connsiteX14" fmla="*/ 527192 w 536463"/>
              <a:gd name="connsiteY14" fmla="*/ 22559 h 218485"/>
              <a:gd name="connsiteX15" fmla="*/ 528825 w 536463"/>
              <a:gd name="connsiteY15" fmla="*/ 16728 h 218485"/>
              <a:gd name="connsiteX16" fmla="*/ 526259 w 536463"/>
              <a:gd name="connsiteY16" fmla="*/ 11597 h 218485"/>
              <a:gd name="connsiteX17" fmla="*/ 503634 w 536463"/>
              <a:gd name="connsiteY17" fmla="*/ 2442 h 218485"/>
              <a:gd name="connsiteX18" fmla="*/ 396517 w 536463"/>
              <a:gd name="connsiteY18" fmla="*/ 37720 h 218485"/>
              <a:gd name="connsiteX19" fmla="*/ 393543 w 536463"/>
              <a:gd name="connsiteY19" fmla="*/ 33580 h 218485"/>
              <a:gd name="connsiteX20" fmla="*/ 348661 w 536463"/>
              <a:gd name="connsiteY20" fmla="*/ 25982 h 218485"/>
              <a:gd name="connsiteX21" fmla="*/ 341063 w 536463"/>
              <a:gd name="connsiteY21" fmla="*/ 33580 h 218485"/>
              <a:gd name="connsiteX22" fmla="*/ 338205 w 536463"/>
              <a:gd name="connsiteY22" fmla="*/ 37720 h 218485"/>
              <a:gd name="connsiteX23" fmla="*/ 54346 w 536463"/>
              <a:gd name="connsiteY23" fmla="*/ 45243 h 218485"/>
              <a:gd name="connsiteX24" fmla="*/ 39710 w 536463"/>
              <a:gd name="connsiteY24" fmla="*/ 55039 h 218485"/>
              <a:gd name="connsiteX25" fmla="*/ 38777 w 536463"/>
              <a:gd name="connsiteY25" fmla="*/ 55739 h 218485"/>
              <a:gd name="connsiteX26" fmla="*/ 38777 w 536463"/>
              <a:gd name="connsiteY26" fmla="*/ 55739 h 218485"/>
              <a:gd name="connsiteX27" fmla="*/ 0 w 536463"/>
              <a:gd name="connsiteY27" fmla="*/ 116032 h 218485"/>
              <a:gd name="connsiteX28" fmla="*/ 200474 w 536463"/>
              <a:gd name="connsiteY28" fmla="*/ 218485 h 218485"/>
              <a:gd name="connsiteX29" fmla="*/ 280302 w 536463"/>
              <a:gd name="connsiteY29" fmla="*/ 218485 h 218485"/>
              <a:gd name="connsiteX30" fmla="*/ 290774 w 536463"/>
              <a:gd name="connsiteY30" fmla="*/ 206390 h 218485"/>
              <a:gd name="connsiteX31" fmla="*/ 280302 w 536463"/>
              <a:gd name="connsiteY31" fmla="*/ 195919 h 218485"/>
              <a:gd name="connsiteX32" fmla="*/ 222632 w 536463"/>
              <a:gd name="connsiteY32" fmla="*/ 195919 h 218485"/>
              <a:gd name="connsiteX33" fmla="*/ 61693 w 536463"/>
              <a:gd name="connsiteY33" fmla="*/ 119648 h 218485"/>
              <a:gd name="connsiteX34" fmla="*/ 116623 w 536463"/>
              <a:gd name="connsiteY34" fmla="*/ 119648 h 218485"/>
              <a:gd name="connsiteX35" fmla="*/ 116623 w 536463"/>
              <a:gd name="connsiteY35" fmla="*/ 148803 h 218485"/>
              <a:gd name="connsiteX36" fmla="*/ 134116 w 536463"/>
              <a:gd name="connsiteY36" fmla="*/ 166297 h 218485"/>
              <a:gd name="connsiteX37" fmla="*/ 180765 w 536463"/>
              <a:gd name="connsiteY37" fmla="*/ 166297 h 218485"/>
              <a:gd name="connsiteX38" fmla="*/ 198277 w 536463"/>
              <a:gd name="connsiteY38" fmla="*/ 149530 h 218485"/>
              <a:gd name="connsiteX39" fmla="*/ 198258 w 536463"/>
              <a:gd name="connsiteY39" fmla="*/ 148278 h 218485"/>
              <a:gd name="connsiteX40" fmla="*/ 179832 w 536463"/>
              <a:gd name="connsiteY40" fmla="*/ 131018 h 218485"/>
              <a:gd name="connsiteX41" fmla="*/ 152484 w 536463"/>
              <a:gd name="connsiteY41" fmla="*/ 131018 h 218485"/>
              <a:gd name="connsiteX42" fmla="*/ 162397 w 536463"/>
              <a:gd name="connsiteY42" fmla="*/ 119356 h 218485"/>
              <a:gd name="connsiteX43" fmla="*/ 148101 w 536463"/>
              <a:gd name="connsiteY43" fmla="*/ 75705 h 218485"/>
              <a:gd name="connsiteX44" fmla="*/ 147702 w 536463"/>
              <a:gd name="connsiteY44" fmla="*/ 75506 h 218485"/>
              <a:gd name="connsiteX45" fmla="*/ 144729 w 536463"/>
              <a:gd name="connsiteY45" fmla="*/ 68625 h 218485"/>
              <a:gd name="connsiteX46" fmla="*/ 151987 w 536463"/>
              <a:gd name="connsiteY46" fmla="*/ 64710 h 218485"/>
              <a:gd name="connsiteX47" fmla="*/ 152775 w 536463"/>
              <a:gd name="connsiteY47" fmla="*/ 65010 h 218485"/>
              <a:gd name="connsiteX48" fmla="*/ 174934 w 536463"/>
              <a:gd name="connsiteY48" fmla="*/ 119356 h 218485"/>
              <a:gd name="connsiteX49" fmla="*/ 174934 w 536463"/>
              <a:gd name="connsiteY49" fmla="*/ 119356 h 218485"/>
              <a:gd name="connsiteX50" fmla="*/ 250738 w 536463"/>
              <a:gd name="connsiteY50" fmla="*/ 119356 h 218485"/>
              <a:gd name="connsiteX51" fmla="*/ 250738 w 536463"/>
              <a:gd name="connsiteY51" fmla="*/ 148512 h 218485"/>
              <a:gd name="connsiteX52" fmla="*/ 268232 w 536463"/>
              <a:gd name="connsiteY52" fmla="*/ 166005 h 218485"/>
              <a:gd name="connsiteX53" fmla="*/ 314881 w 536463"/>
              <a:gd name="connsiteY53" fmla="*/ 166005 h 218485"/>
              <a:gd name="connsiteX54" fmla="*/ 332393 w 536463"/>
              <a:gd name="connsiteY54" fmla="*/ 149238 h 218485"/>
              <a:gd name="connsiteX55" fmla="*/ 332374 w 536463"/>
              <a:gd name="connsiteY55" fmla="*/ 147987 h 218485"/>
              <a:gd name="connsiteX56" fmla="*/ 313948 w 536463"/>
              <a:gd name="connsiteY56" fmla="*/ 131018 h 218485"/>
              <a:gd name="connsiteX57" fmla="*/ 286600 w 536463"/>
              <a:gd name="connsiteY57" fmla="*/ 131018 h 218485"/>
              <a:gd name="connsiteX58" fmla="*/ 296513 w 536463"/>
              <a:gd name="connsiteY58" fmla="*/ 119356 h 218485"/>
              <a:gd name="connsiteX59" fmla="*/ 282217 w 536463"/>
              <a:gd name="connsiteY59" fmla="*/ 75705 h 218485"/>
              <a:gd name="connsiteX60" fmla="*/ 281818 w 536463"/>
              <a:gd name="connsiteY60" fmla="*/ 75506 h 218485"/>
              <a:gd name="connsiteX61" fmla="*/ 278844 w 536463"/>
              <a:gd name="connsiteY61" fmla="*/ 68625 h 218485"/>
              <a:gd name="connsiteX62" fmla="*/ 286102 w 536463"/>
              <a:gd name="connsiteY62" fmla="*/ 64710 h 218485"/>
              <a:gd name="connsiteX63" fmla="*/ 286891 w 536463"/>
              <a:gd name="connsiteY63" fmla="*/ 65010 h 218485"/>
              <a:gd name="connsiteX64" fmla="*/ 309050 w 536463"/>
              <a:gd name="connsiteY64" fmla="*/ 119356 h 218485"/>
              <a:gd name="connsiteX65" fmla="*/ 309050 w 536463"/>
              <a:gd name="connsiteY65" fmla="*/ 119356 h 218485"/>
              <a:gd name="connsiteX66" fmla="*/ 524801 w 536463"/>
              <a:gd name="connsiteY66" fmla="*/ 119356 h 218485"/>
              <a:gd name="connsiteX67" fmla="*/ 536464 w 536463"/>
              <a:gd name="connsiteY67" fmla="*/ 107694 h 218485"/>
              <a:gd name="connsiteX68" fmla="*/ 524801 w 536463"/>
              <a:gd name="connsiteY68" fmla="*/ 96032 h 21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536463" h="218485">
                <a:moveTo>
                  <a:pt x="524801" y="96032"/>
                </a:moveTo>
                <a:lnTo>
                  <a:pt x="425672" y="96032"/>
                </a:lnTo>
                <a:lnTo>
                  <a:pt x="450454" y="78072"/>
                </a:lnTo>
                <a:lnTo>
                  <a:pt x="461767" y="84952"/>
                </a:lnTo>
                <a:lnTo>
                  <a:pt x="458735" y="72066"/>
                </a:lnTo>
                <a:lnTo>
                  <a:pt x="467540" y="65710"/>
                </a:lnTo>
                <a:lnTo>
                  <a:pt x="478502" y="72707"/>
                </a:lnTo>
                <a:lnTo>
                  <a:pt x="475587" y="60170"/>
                </a:lnTo>
                <a:lnTo>
                  <a:pt x="484566" y="53639"/>
                </a:lnTo>
                <a:lnTo>
                  <a:pt x="495063" y="60112"/>
                </a:lnTo>
                <a:lnTo>
                  <a:pt x="492264" y="48100"/>
                </a:lnTo>
                <a:lnTo>
                  <a:pt x="501477" y="41102"/>
                </a:lnTo>
                <a:lnTo>
                  <a:pt x="511798" y="47400"/>
                </a:lnTo>
                <a:lnTo>
                  <a:pt x="509057" y="35738"/>
                </a:lnTo>
                <a:lnTo>
                  <a:pt x="527192" y="22559"/>
                </a:lnTo>
                <a:cubicBezTo>
                  <a:pt x="529117" y="21296"/>
                  <a:pt x="529814" y="18807"/>
                  <a:pt x="528825" y="16728"/>
                </a:cubicBezTo>
                <a:lnTo>
                  <a:pt x="526259" y="11597"/>
                </a:lnTo>
                <a:cubicBezTo>
                  <a:pt x="522090" y="3292"/>
                  <a:pt x="512405" y="-627"/>
                  <a:pt x="503634" y="2442"/>
                </a:cubicBezTo>
                <a:lnTo>
                  <a:pt x="396517" y="37720"/>
                </a:lnTo>
                <a:lnTo>
                  <a:pt x="393543" y="33580"/>
                </a:lnTo>
                <a:cubicBezTo>
                  <a:pt x="383247" y="19088"/>
                  <a:pt x="363153" y="15686"/>
                  <a:pt x="348661" y="25982"/>
                </a:cubicBezTo>
                <a:cubicBezTo>
                  <a:pt x="345720" y="28071"/>
                  <a:pt x="343152" y="30640"/>
                  <a:pt x="341063" y="33580"/>
                </a:cubicBezTo>
                <a:lnTo>
                  <a:pt x="338205" y="37720"/>
                </a:lnTo>
                <a:cubicBezTo>
                  <a:pt x="263742" y="-20591"/>
                  <a:pt x="136857" y="-5955"/>
                  <a:pt x="54346" y="45243"/>
                </a:cubicBezTo>
                <a:cubicBezTo>
                  <a:pt x="49215" y="48391"/>
                  <a:pt x="44317" y="51657"/>
                  <a:pt x="39710" y="55039"/>
                </a:cubicBezTo>
                <a:lnTo>
                  <a:pt x="38777" y="55739"/>
                </a:lnTo>
                <a:lnTo>
                  <a:pt x="38777" y="55739"/>
                </a:lnTo>
                <a:cubicBezTo>
                  <a:pt x="15452" y="73232"/>
                  <a:pt x="0" y="93932"/>
                  <a:pt x="0" y="116032"/>
                </a:cubicBezTo>
                <a:cubicBezTo>
                  <a:pt x="0" y="166005"/>
                  <a:pt x="51022" y="218485"/>
                  <a:pt x="200474" y="218485"/>
                </a:cubicBezTo>
                <a:lnTo>
                  <a:pt x="280302" y="218485"/>
                </a:lnTo>
                <a:cubicBezTo>
                  <a:pt x="286534" y="218037"/>
                  <a:pt x="291222" y="212622"/>
                  <a:pt x="290774" y="206390"/>
                </a:cubicBezTo>
                <a:cubicBezTo>
                  <a:pt x="290370" y="200783"/>
                  <a:pt x="285910" y="196322"/>
                  <a:pt x="280302" y="195919"/>
                </a:cubicBezTo>
                <a:lnTo>
                  <a:pt x="222632" y="195919"/>
                </a:lnTo>
                <a:cubicBezTo>
                  <a:pt x="118838" y="195919"/>
                  <a:pt x="71431" y="162390"/>
                  <a:pt x="61693" y="119648"/>
                </a:cubicBezTo>
                <a:lnTo>
                  <a:pt x="116623" y="119648"/>
                </a:lnTo>
                <a:lnTo>
                  <a:pt x="116623" y="148803"/>
                </a:lnTo>
                <a:cubicBezTo>
                  <a:pt x="116623" y="158465"/>
                  <a:pt x="124454" y="166297"/>
                  <a:pt x="134116" y="166297"/>
                </a:cubicBezTo>
                <a:lnTo>
                  <a:pt x="180765" y="166297"/>
                </a:lnTo>
                <a:cubicBezTo>
                  <a:pt x="190231" y="166503"/>
                  <a:pt x="198071" y="158996"/>
                  <a:pt x="198277" y="149530"/>
                </a:cubicBezTo>
                <a:cubicBezTo>
                  <a:pt x="198286" y="149112"/>
                  <a:pt x="198280" y="148695"/>
                  <a:pt x="198258" y="148278"/>
                </a:cubicBezTo>
                <a:cubicBezTo>
                  <a:pt x="197910" y="138436"/>
                  <a:pt x="189676" y="130723"/>
                  <a:pt x="179832" y="131018"/>
                </a:cubicBezTo>
                <a:lnTo>
                  <a:pt x="152484" y="131018"/>
                </a:lnTo>
                <a:cubicBezTo>
                  <a:pt x="156699" y="128007"/>
                  <a:pt x="160104" y="124001"/>
                  <a:pt x="162397" y="119356"/>
                </a:cubicBezTo>
                <a:cubicBezTo>
                  <a:pt x="170503" y="103354"/>
                  <a:pt x="164103" y="83811"/>
                  <a:pt x="148101" y="75705"/>
                </a:cubicBezTo>
                <a:cubicBezTo>
                  <a:pt x="147969" y="75637"/>
                  <a:pt x="147836" y="75571"/>
                  <a:pt x="147702" y="75506"/>
                </a:cubicBezTo>
                <a:cubicBezTo>
                  <a:pt x="145173" y="74238"/>
                  <a:pt x="143919" y="71337"/>
                  <a:pt x="144729" y="68625"/>
                </a:cubicBezTo>
                <a:cubicBezTo>
                  <a:pt x="145652" y="65540"/>
                  <a:pt x="148901" y="63787"/>
                  <a:pt x="151987" y="64710"/>
                </a:cubicBezTo>
                <a:cubicBezTo>
                  <a:pt x="152257" y="64791"/>
                  <a:pt x="152520" y="64891"/>
                  <a:pt x="152775" y="65010"/>
                </a:cubicBezTo>
                <a:cubicBezTo>
                  <a:pt x="172797" y="74957"/>
                  <a:pt x="182292" y="98246"/>
                  <a:pt x="174934" y="119356"/>
                </a:cubicBezTo>
                <a:lnTo>
                  <a:pt x="174934" y="119356"/>
                </a:lnTo>
                <a:lnTo>
                  <a:pt x="250738" y="119356"/>
                </a:lnTo>
                <a:lnTo>
                  <a:pt x="250738" y="148512"/>
                </a:lnTo>
                <a:cubicBezTo>
                  <a:pt x="250738" y="158173"/>
                  <a:pt x="258570" y="166005"/>
                  <a:pt x="268232" y="166005"/>
                </a:cubicBezTo>
                <a:lnTo>
                  <a:pt x="314881" y="166005"/>
                </a:lnTo>
                <a:cubicBezTo>
                  <a:pt x="324346" y="166211"/>
                  <a:pt x="332187" y="158704"/>
                  <a:pt x="332393" y="149238"/>
                </a:cubicBezTo>
                <a:cubicBezTo>
                  <a:pt x="332402" y="148821"/>
                  <a:pt x="332396" y="148404"/>
                  <a:pt x="332374" y="147987"/>
                </a:cubicBezTo>
                <a:cubicBezTo>
                  <a:pt x="331871" y="138260"/>
                  <a:pt x="323683" y="130720"/>
                  <a:pt x="313948" y="131018"/>
                </a:cubicBezTo>
                <a:lnTo>
                  <a:pt x="286600" y="131018"/>
                </a:lnTo>
                <a:cubicBezTo>
                  <a:pt x="290815" y="128007"/>
                  <a:pt x="294220" y="124001"/>
                  <a:pt x="296513" y="119356"/>
                </a:cubicBezTo>
                <a:cubicBezTo>
                  <a:pt x="304619" y="103354"/>
                  <a:pt x="298219" y="83811"/>
                  <a:pt x="282217" y="75705"/>
                </a:cubicBezTo>
                <a:cubicBezTo>
                  <a:pt x="282085" y="75637"/>
                  <a:pt x="281952" y="75571"/>
                  <a:pt x="281818" y="75506"/>
                </a:cubicBezTo>
                <a:cubicBezTo>
                  <a:pt x="279289" y="74238"/>
                  <a:pt x="278035" y="71337"/>
                  <a:pt x="278844" y="68625"/>
                </a:cubicBezTo>
                <a:cubicBezTo>
                  <a:pt x="279767" y="65540"/>
                  <a:pt x="283017" y="63787"/>
                  <a:pt x="286102" y="64710"/>
                </a:cubicBezTo>
                <a:cubicBezTo>
                  <a:pt x="286372" y="64791"/>
                  <a:pt x="286636" y="64891"/>
                  <a:pt x="286891" y="65010"/>
                </a:cubicBezTo>
                <a:cubicBezTo>
                  <a:pt x="306913" y="74957"/>
                  <a:pt x="316408" y="98246"/>
                  <a:pt x="309050" y="119356"/>
                </a:cubicBezTo>
                <a:lnTo>
                  <a:pt x="309050" y="119356"/>
                </a:lnTo>
                <a:lnTo>
                  <a:pt x="524801" y="119356"/>
                </a:lnTo>
                <a:cubicBezTo>
                  <a:pt x="531242" y="119356"/>
                  <a:pt x="536464" y="114135"/>
                  <a:pt x="536464" y="107694"/>
                </a:cubicBezTo>
                <a:cubicBezTo>
                  <a:pt x="536464" y="101253"/>
                  <a:pt x="531242" y="96032"/>
                  <a:pt x="524801" y="96032"/>
                </a:cubicBezTo>
                <a:close/>
              </a:path>
            </a:pathLst>
          </a:custGeom>
          <a:pattFill prst="pct90">
            <a:fgClr>
              <a:schemeClr val="accent3"/>
            </a:fgClr>
            <a:bgClr>
              <a:schemeClr val="bg1"/>
            </a:bgClr>
          </a:pattFill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4DB030-0061-56A6-1B88-C713D2367C33}"/>
              </a:ext>
            </a:extLst>
          </p:cNvPr>
          <p:cNvSpPr txBox="1"/>
          <p:nvPr/>
        </p:nvSpPr>
        <p:spPr>
          <a:xfrm>
            <a:off x="3536540" y="5357301"/>
            <a:ext cx="83069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37787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69E1C7-986C-23F3-28C6-A1FAF79F8DC8}"/>
              </a:ext>
            </a:extLst>
          </p:cNvPr>
          <p:cNvSpPr txBox="1"/>
          <p:nvPr/>
        </p:nvSpPr>
        <p:spPr>
          <a:xfrm>
            <a:off x="1424595" y="5012790"/>
            <a:ext cx="83069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37787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6510ED-F161-7C43-71A1-E834979CC2CB}"/>
              </a:ext>
            </a:extLst>
          </p:cNvPr>
          <p:cNvSpPr txBox="1"/>
          <p:nvPr/>
        </p:nvSpPr>
        <p:spPr>
          <a:xfrm>
            <a:off x="2267627" y="5328329"/>
            <a:ext cx="83069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37787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9F5E3D-2076-1068-01A4-5B755DFE5B80}"/>
              </a:ext>
            </a:extLst>
          </p:cNvPr>
          <p:cNvSpPr txBox="1"/>
          <p:nvPr/>
        </p:nvSpPr>
        <p:spPr>
          <a:xfrm>
            <a:off x="1610418" y="5910767"/>
            <a:ext cx="83069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37787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F7490C-417A-50CE-5DD2-41FAC5C04667}"/>
              </a:ext>
            </a:extLst>
          </p:cNvPr>
          <p:cNvSpPr txBox="1"/>
          <p:nvPr/>
        </p:nvSpPr>
        <p:spPr>
          <a:xfrm>
            <a:off x="2144307" y="6225272"/>
            <a:ext cx="83069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37787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596994-F9D8-6531-00E7-84E9BF4BE553}"/>
              </a:ext>
            </a:extLst>
          </p:cNvPr>
          <p:cNvSpPr txBox="1"/>
          <p:nvPr/>
        </p:nvSpPr>
        <p:spPr>
          <a:xfrm>
            <a:off x="5454522" y="3882305"/>
            <a:ext cx="3118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Lake Waccamaw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211F85-2F65-A7B5-4169-D983172F9E18}"/>
              </a:ext>
            </a:extLst>
          </p:cNvPr>
          <p:cNvSpPr txBox="1"/>
          <p:nvPr/>
        </p:nvSpPr>
        <p:spPr>
          <a:xfrm>
            <a:off x="5454522" y="4400323"/>
            <a:ext cx="2282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Cape Fear River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741378-CB97-1FA4-7B56-850D4BF33D95}"/>
              </a:ext>
            </a:extLst>
          </p:cNvPr>
          <p:cNvSpPr txBox="1"/>
          <p:nvPr/>
        </p:nvSpPr>
        <p:spPr>
          <a:xfrm>
            <a:off x="5459719" y="4910041"/>
            <a:ext cx="1408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Coastal NC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44C25B-C31D-F9DB-0CFB-D7F11A0F34EC}"/>
              </a:ext>
            </a:extLst>
          </p:cNvPr>
          <p:cNvSpPr txBox="1"/>
          <p:nvPr/>
        </p:nvSpPr>
        <p:spPr>
          <a:xfrm>
            <a:off x="5448678" y="5432140"/>
            <a:ext cx="1320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Florida</a:t>
            </a:r>
          </a:p>
        </p:txBody>
      </p:sp>
      <p:pic>
        <p:nvPicPr>
          <p:cNvPr id="38" name="Graphic 37" descr="Crocodile with solid fill">
            <a:extLst>
              <a:ext uri="{FF2B5EF4-FFF2-40B4-BE49-F238E27FC236}">
                <a16:creationId xmlns:a16="http://schemas.microsoft.com/office/drawing/2014/main" id="{1D293D35-EB1C-0839-B933-5A192B3A0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4383" y="5279373"/>
            <a:ext cx="529080" cy="529080"/>
          </a:xfrm>
          <a:prstGeom prst="rect">
            <a:avLst/>
          </a:prstGeom>
        </p:spPr>
      </p:pic>
      <p:pic>
        <p:nvPicPr>
          <p:cNvPr id="39" name="Graphic 38" descr="Crocodile with solid fill">
            <a:extLst>
              <a:ext uri="{FF2B5EF4-FFF2-40B4-BE49-F238E27FC236}">
                <a16:creationId xmlns:a16="http://schemas.microsoft.com/office/drawing/2014/main" id="{85F88D8B-A428-F23F-5457-DCA7FB3C43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47106" y="5523994"/>
            <a:ext cx="581605" cy="581605"/>
          </a:xfrm>
          <a:prstGeom prst="rect">
            <a:avLst/>
          </a:prstGeom>
        </p:spPr>
      </p:pic>
      <p:sp>
        <p:nvSpPr>
          <p:cNvPr id="40" name="Graphic 21" descr="Crocodile with solid fill">
            <a:extLst>
              <a:ext uri="{FF2B5EF4-FFF2-40B4-BE49-F238E27FC236}">
                <a16:creationId xmlns:a16="http://schemas.microsoft.com/office/drawing/2014/main" id="{3197F5EF-67FA-960B-2B19-E5CA2C940383}"/>
              </a:ext>
            </a:extLst>
          </p:cNvPr>
          <p:cNvSpPr/>
          <p:nvPr/>
        </p:nvSpPr>
        <p:spPr>
          <a:xfrm>
            <a:off x="2160778" y="6051283"/>
            <a:ext cx="559810" cy="227993"/>
          </a:xfrm>
          <a:custGeom>
            <a:avLst/>
            <a:gdLst>
              <a:gd name="connsiteX0" fmla="*/ 524801 w 536463"/>
              <a:gd name="connsiteY0" fmla="*/ 96032 h 218485"/>
              <a:gd name="connsiteX1" fmla="*/ 425672 w 536463"/>
              <a:gd name="connsiteY1" fmla="*/ 96032 h 218485"/>
              <a:gd name="connsiteX2" fmla="*/ 450454 w 536463"/>
              <a:gd name="connsiteY2" fmla="*/ 78072 h 218485"/>
              <a:gd name="connsiteX3" fmla="*/ 461767 w 536463"/>
              <a:gd name="connsiteY3" fmla="*/ 84952 h 218485"/>
              <a:gd name="connsiteX4" fmla="*/ 458735 w 536463"/>
              <a:gd name="connsiteY4" fmla="*/ 72066 h 218485"/>
              <a:gd name="connsiteX5" fmla="*/ 467540 w 536463"/>
              <a:gd name="connsiteY5" fmla="*/ 65710 h 218485"/>
              <a:gd name="connsiteX6" fmla="*/ 478502 w 536463"/>
              <a:gd name="connsiteY6" fmla="*/ 72707 h 218485"/>
              <a:gd name="connsiteX7" fmla="*/ 475587 w 536463"/>
              <a:gd name="connsiteY7" fmla="*/ 60170 h 218485"/>
              <a:gd name="connsiteX8" fmla="*/ 484566 w 536463"/>
              <a:gd name="connsiteY8" fmla="*/ 53639 h 218485"/>
              <a:gd name="connsiteX9" fmla="*/ 495063 w 536463"/>
              <a:gd name="connsiteY9" fmla="*/ 60112 h 218485"/>
              <a:gd name="connsiteX10" fmla="*/ 492264 w 536463"/>
              <a:gd name="connsiteY10" fmla="*/ 48100 h 218485"/>
              <a:gd name="connsiteX11" fmla="*/ 501477 w 536463"/>
              <a:gd name="connsiteY11" fmla="*/ 41102 h 218485"/>
              <a:gd name="connsiteX12" fmla="*/ 511798 w 536463"/>
              <a:gd name="connsiteY12" fmla="*/ 47400 h 218485"/>
              <a:gd name="connsiteX13" fmla="*/ 509057 w 536463"/>
              <a:gd name="connsiteY13" fmla="*/ 35738 h 218485"/>
              <a:gd name="connsiteX14" fmla="*/ 527192 w 536463"/>
              <a:gd name="connsiteY14" fmla="*/ 22559 h 218485"/>
              <a:gd name="connsiteX15" fmla="*/ 528825 w 536463"/>
              <a:gd name="connsiteY15" fmla="*/ 16728 h 218485"/>
              <a:gd name="connsiteX16" fmla="*/ 526259 w 536463"/>
              <a:gd name="connsiteY16" fmla="*/ 11597 h 218485"/>
              <a:gd name="connsiteX17" fmla="*/ 503634 w 536463"/>
              <a:gd name="connsiteY17" fmla="*/ 2442 h 218485"/>
              <a:gd name="connsiteX18" fmla="*/ 396517 w 536463"/>
              <a:gd name="connsiteY18" fmla="*/ 37720 h 218485"/>
              <a:gd name="connsiteX19" fmla="*/ 393543 w 536463"/>
              <a:gd name="connsiteY19" fmla="*/ 33580 h 218485"/>
              <a:gd name="connsiteX20" fmla="*/ 348661 w 536463"/>
              <a:gd name="connsiteY20" fmla="*/ 25982 h 218485"/>
              <a:gd name="connsiteX21" fmla="*/ 341063 w 536463"/>
              <a:gd name="connsiteY21" fmla="*/ 33580 h 218485"/>
              <a:gd name="connsiteX22" fmla="*/ 338205 w 536463"/>
              <a:gd name="connsiteY22" fmla="*/ 37720 h 218485"/>
              <a:gd name="connsiteX23" fmla="*/ 54346 w 536463"/>
              <a:gd name="connsiteY23" fmla="*/ 45243 h 218485"/>
              <a:gd name="connsiteX24" fmla="*/ 39710 w 536463"/>
              <a:gd name="connsiteY24" fmla="*/ 55039 h 218485"/>
              <a:gd name="connsiteX25" fmla="*/ 38777 w 536463"/>
              <a:gd name="connsiteY25" fmla="*/ 55739 h 218485"/>
              <a:gd name="connsiteX26" fmla="*/ 38777 w 536463"/>
              <a:gd name="connsiteY26" fmla="*/ 55739 h 218485"/>
              <a:gd name="connsiteX27" fmla="*/ 0 w 536463"/>
              <a:gd name="connsiteY27" fmla="*/ 116032 h 218485"/>
              <a:gd name="connsiteX28" fmla="*/ 200474 w 536463"/>
              <a:gd name="connsiteY28" fmla="*/ 218485 h 218485"/>
              <a:gd name="connsiteX29" fmla="*/ 280302 w 536463"/>
              <a:gd name="connsiteY29" fmla="*/ 218485 h 218485"/>
              <a:gd name="connsiteX30" fmla="*/ 290774 w 536463"/>
              <a:gd name="connsiteY30" fmla="*/ 206390 h 218485"/>
              <a:gd name="connsiteX31" fmla="*/ 280302 w 536463"/>
              <a:gd name="connsiteY31" fmla="*/ 195919 h 218485"/>
              <a:gd name="connsiteX32" fmla="*/ 222632 w 536463"/>
              <a:gd name="connsiteY32" fmla="*/ 195919 h 218485"/>
              <a:gd name="connsiteX33" fmla="*/ 61693 w 536463"/>
              <a:gd name="connsiteY33" fmla="*/ 119648 h 218485"/>
              <a:gd name="connsiteX34" fmla="*/ 116623 w 536463"/>
              <a:gd name="connsiteY34" fmla="*/ 119648 h 218485"/>
              <a:gd name="connsiteX35" fmla="*/ 116623 w 536463"/>
              <a:gd name="connsiteY35" fmla="*/ 148803 h 218485"/>
              <a:gd name="connsiteX36" fmla="*/ 134116 w 536463"/>
              <a:gd name="connsiteY36" fmla="*/ 166297 h 218485"/>
              <a:gd name="connsiteX37" fmla="*/ 180765 w 536463"/>
              <a:gd name="connsiteY37" fmla="*/ 166297 h 218485"/>
              <a:gd name="connsiteX38" fmla="*/ 198277 w 536463"/>
              <a:gd name="connsiteY38" fmla="*/ 149530 h 218485"/>
              <a:gd name="connsiteX39" fmla="*/ 198258 w 536463"/>
              <a:gd name="connsiteY39" fmla="*/ 148278 h 218485"/>
              <a:gd name="connsiteX40" fmla="*/ 179832 w 536463"/>
              <a:gd name="connsiteY40" fmla="*/ 131018 h 218485"/>
              <a:gd name="connsiteX41" fmla="*/ 152484 w 536463"/>
              <a:gd name="connsiteY41" fmla="*/ 131018 h 218485"/>
              <a:gd name="connsiteX42" fmla="*/ 162397 w 536463"/>
              <a:gd name="connsiteY42" fmla="*/ 119356 h 218485"/>
              <a:gd name="connsiteX43" fmla="*/ 148101 w 536463"/>
              <a:gd name="connsiteY43" fmla="*/ 75705 h 218485"/>
              <a:gd name="connsiteX44" fmla="*/ 147702 w 536463"/>
              <a:gd name="connsiteY44" fmla="*/ 75506 h 218485"/>
              <a:gd name="connsiteX45" fmla="*/ 144729 w 536463"/>
              <a:gd name="connsiteY45" fmla="*/ 68625 h 218485"/>
              <a:gd name="connsiteX46" fmla="*/ 151987 w 536463"/>
              <a:gd name="connsiteY46" fmla="*/ 64710 h 218485"/>
              <a:gd name="connsiteX47" fmla="*/ 152775 w 536463"/>
              <a:gd name="connsiteY47" fmla="*/ 65010 h 218485"/>
              <a:gd name="connsiteX48" fmla="*/ 174934 w 536463"/>
              <a:gd name="connsiteY48" fmla="*/ 119356 h 218485"/>
              <a:gd name="connsiteX49" fmla="*/ 174934 w 536463"/>
              <a:gd name="connsiteY49" fmla="*/ 119356 h 218485"/>
              <a:gd name="connsiteX50" fmla="*/ 250738 w 536463"/>
              <a:gd name="connsiteY50" fmla="*/ 119356 h 218485"/>
              <a:gd name="connsiteX51" fmla="*/ 250738 w 536463"/>
              <a:gd name="connsiteY51" fmla="*/ 148512 h 218485"/>
              <a:gd name="connsiteX52" fmla="*/ 268232 w 536463"/>
              <a:gd name="connsiteY52" fmla="*/ 166005 h 218485"/>
              <a:gd name="connsiteX53" fmla="*/ 314881 w 536463"/>
              <a:gd name="connsiteY53" fmla="*/ 166005 h 218485"/>
              <a:gd name="connsiteX54" fmla="*/ 332393 w 536463"/>
              <a:gd name="connsiteY54" fmla="*/ 149238 h 218485"/>
              <a:gd name="connsiteX55" fmla="*/ 332374 w 536463"/>
              <a:gd name="connsiteY55" fmla="*/ 147987 h 218485"/>
              <a:gd name="connsiteX56" fmla="*/ 313948 w 536463"/>
              <a:gd name="connsiteY56" fmla="*/ 131018 h 218485"/>
              <a:gd name="connsiteX57" fmla="*/ 286600 w 536463"/>
              <a:gd name="connsiteY57" fmla="*/ 131018 h 218485"/>
              <a:gd name="connsiteX58" fmla="*/ 296513 w 536463"/>
              <a:gd name="connsiteY58" fmla="*/ 119356 h 218485"/>
              <a:gd name="connsiteX59" fmla="*/ 282217 w 536463"/>
              <a:gd name="connsiteY59" fmla="*/ 75705 h 218485"/>
              <a:gd name="connsiteX60" fmla="*/ 281818 w 536463"/>
              <a:gd name="connsiteY60" fmla="*/ 75506 h 218485"/>
              <a:gd name="connsiteX61" fmla="*/ 278844 w 536463"/>
              <a:gd name="connsiteY61" fmla="*/ 68625 h 218485"/>
              <a:gd name="connsiteX62" fmla="*/ 286102 w 536463"/>
              <a:gd name="connsiteY62" fmla="*/ 64710 h 218485"/>
              <a:gd name="connsiteX63" fmla="*/ 286891 w 536463"/>
              <a:gd name="connsiteY63" fmla="*/ 65010 h 218485"/>
              <a:gd name="connsiteX64" fmla="*/ 309050 w 536463"/>
              <a:gd name="connsiteY64" fmla="*/ 119356 h 218485"/>
              <a:gd name="connsiteX65" fmla="*/ 309050 w 536463"/>
              <a:gd name="connsiteY65" fmla="*/ 119356 h 218485"/>
              <a:gd name="connsiteX66" fmla="*/ 524801 w 536463"/>
              <a:gd name="connsiteY66" fmla="*/ 119356 h 218485"/>
              <a:gd name="connsiteX67" fmla="*/ 536464 w 536463"/>
              <a:gd name="connsiteY67" fmla="*/ 107694 h 218485"/>
              <a:gd name="connsiteX68" fmla="*/ 524801 w 536463"/>
              <a:gd name="connsiteY68" fmla="*/ 96032 h 21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536463" h="218485">
                <a:moveTo>
                  <a:pt x="524801" y="96032"/>
                </a:moveTo>
                <a:lnTo>
                  <a:pt x="425672" y="96032"/>
                </a:lnTo>
                <a:lnTo>
                  <a:pt x="450454" y="78072"/>
                </a:lnTo>
                <a:lnTo>
                  <a:pt x="461767" y="84952"/>
                </a:lnTo>
                <a:lnTo>
                  <a:pt x="458735" y="72066"/>
                </a:lnTo>
                <a:lnTo>
                  <a:pt x="467540" y="65710"/>
                </a:lnTo>
                <a:lnTo>
                  <a:pt x="478502" y="72707"/>
                </a:lnTo>
                <a:lnTo>
                  <a:pt x="475587" y="60170"/>
                </a:lnTo>
                <a:lnTo>
                  <a:pt x="484566" y="53639"/>
                </a:lnTo>
                <a:lnTo>
                  <a:pt x="495063" y="60112"/>
                </a:lnTo>
                <a:lnTo>
                  <a:pt x="492264" y="48100"/>
                </a:lnTo>
                <a:lnTo>
                  <a:pt x="501477" y="41102"/>
                </a:lnTo>
                <a:lnTo>
                  <a:pt x="511798" y="47400"/>
                </a:lnTo>
                <a:lnTo>
                  <a:pt x="509057" y="35738"/>
                </a:lnTo>
                <a:lnTo>
                  <a:pt x="527192" y="22559"/>
                </a:lnTo>
                <a:cubicBezTo>
                  <a:pt x="529117" y="21296"/>
                  <a:pt x="529814" y="18807"/>
                  <a:pt x="528825" y="16728"/>
                </a:cubicBezTo>
                <a:lnTo>
                  <a:pt x="526259" y="11597"/>
                </a:lnTo>
                <a:cubicBezTo>
                  <a:pt x="522090" y="3292"/>
                  <a:pt x="512405" y="-627"/>
                  <a:pt x="503634" y="2442"/>
                </a:cubicBezTo>
                <a:lnTo>
                  <a:pt x="396517" y="37720"/>
                </a:lnTo>
                <a:lnTo>
                  <a:pt x="393543" y="33580"/>
                </a:lnTo>
                <a:cubicBezTo>
                  <a:pt x="383247" y="19088"/>
                  <a:pt x="363153" y="15686"/>
                  <a:pt x="348661" y="25982"/>
                </a:cubicBezTo>
                <a:cubicBezTo>
                  <a:pt x="345720" y="28071"/>
                  <a:pt x="343152" y="30640"/>
                  <a:pt x="341063" y="33580"/>
                </a:cubicBezTo>
                <a:lnTo>
                  <a:pt x="338205" y="37720"/>
                </a:lnTo>
                <a:cubicBezTo>
                  <a:pt x="263742" y="-20591"/>
                  <a:pt x="136857" y="-5955"/>
                  <a:pt x="54346" y="45243"/>
                </a:cubicBezTo>
                <a:cubicBezTo>
                  <a:pt x="49215" y="48391"/>
                  <a:pt x="44317" y="51657"/>
                  <a:pt x="39710" y="55039"/>
                </a:cubicBezTo>
                <a:lnTo>
                  <a:pt x="38777" y="55739"/>
                </a:lnTo>
                <a:lnTo>
                  <a:pt x="38777" y="55739"/>
                </a:lnTo>
                <a:cubicBezTo>
                  <a:pt x="15452" y="73232"/>
                  <a:pt x="0" y="93932"/>
                  <a:pt x="0" y="116032"/>
                </a:cubicBezTo>
                <a:cubicBezTo>
                  <a:pt x="0" y="166005"/>
                  <a:pt x="51022" y="218485"/>
                  <a:pt x="200474" y="218485"/>
                </a:cubicBezTo>
                <a:lnTo>
                  <a:pt x="280302" y="218485"/>
                </a:lnTo>
                <a:cubicBezTo>
                  <a:pt x="286534" y="218037"/>
                  <a:pt x="291222" y="212622"/>
                  <a:pt x="290774" y="206390"/>
                </a:cubicBezTo>
                <a:cubicBezTo>
                  <a:pt x="290370" y="200783"/>
                  <a:pt x="285910" y="196322"/>
                  <a:pt x="280302" y="195919"/>
                </a:cubicBezTo>
                <a:lnTo>
                  <a:pt x="222632" y="195919"/>
                </a:lnTo>
                <a:cubicBezTo>
                  <a:pt x="118838" y="195919"/>
                  <a:pt x="71431" y="162390"/>
                  <a:pt x="61693" y="119648"/>
                </a:cubicBezTo>
                <a:lnTo>
                  <a:pt x="116623" y="119648"/>
                </a:lnTo>
                <a:lnTo>
                  <a:pt x="116623" y="148803"/>
                </a:lnTo>
                <a:cubicBezTo>
                  <a:pt x="116623" y="158465"/>
                  <a:pt x="124454" y="166297"/>
                  <a:pt x="134116" y="166297"/>
                </a:cubicBezTo>
                <a:lnTo>
                  <a:pt x="180765" y="166297"/>
                </a:lnTo>
                <a:cubicBezTo>
                  <a:pt x="190231" y="166503"/>
                  <a:pt x="198071" y="158996"/>
                  <a:pt x="198277" y="149530"/>
                </a:cubicBezTo>
                <a:cubicBezTo>
                  <a:pt x="198286" y="149112"/>
                  <a:pt x="198280" y="148695"/>
                  <a:pt x="198258" y="148278"/>
                </a:cubicBezTo>
                <a:cubicBezTo>
                  <a:pt x="197910" y="138436"/>
                  <a:pt x="189676" y="130723"/>
                  <a:pt x="179832" y="131018"/>
                </a:cubicBezTo>
                <a:lnTo>
                  <a:pt x="152484" y="131018"/>
                </a:lnTo>
                <a:cubicBezTo>
                  <a:pt x="156699" y="128007"/>
                  <a:pt x="160104" y="124001"/>
                  <a:pt x="162397" y="119356"/>
                </a:cubicBezTo>
                <a:cubicBezTo>
                  <a:pt x="170503" y="103354"/>
                  <a:pt x="164103" y="83811"/>
                  <a:pt x="148101" y="75705"/>
                </a:cubicBezTo>
                <a:cubicBezTo>
                  <a:pt x="147969" y="75637"/>
                  <a:pt x="147836" y="75571"/>
                  <a:pt x="147702" y="75506"/>
                </a:cubicBezTo>
                <a:cubicBezTo>
                  <a:pt x="145173" y="74238"/>
                  <a:pt x="143919" y="71337"/>
                  <a:pt x="144729" y="68625"/>
                </a:cubicBezTo>
                <a:cubicBezTo>
                  <a:pt x="145652" y="65540"/>
                  <a:pt x="148901" y="63787"/>
                  <a:pt x="151987" y="64710"/>
                </a:cubicBezTo>
                <a:cubicBezTo>
                  <a:pt x="152257" y="64791"/>
                  <a:pt x="152520" y="64891"/>
                  <a:pt x="152775" y="65010"/>
                </a:cubicBezTo>
                <a:cubicBezTo>
                  <a:pt x="172797" y="74957"/>
                  <a:pt x="182292" y="98246"/>
                  <a:pt x="174934" y="119356"/>
                </a:cubicBezTo>
                <a:lnTo>
                  <a:pt x="174934" y="119356"/>
                </a:lnTo>
                <a:lnTo>
                  <a:pt x="250738" y="119356"/>
                </a:lnTo>
                <a:lnTo>
                  <a:pt x="250738" y="148512"/>
                </a:lnTo>
                <a:cubicBezTo>
                  <a:pt x="250738" y="158173"/>
                  <a:pt x="258570" y="166005"/>
                  <a:pt x="268232" y="166005"/>
                </a:cubicBezTo>
                <a:lnTo>
                  <a:pt x="314881" y="166005"/>
                </a:lnTo>
                <a:cubicBezTo>
                  <a:pt x="324346" y="166211"/>
                  <a:pt x="332187" y="158704"/>
                  <a:pt x="332393" y="149238"/>
                </a:cubicBezTo>
                <a:cubicBezTo>
                  <a:pt x="332402" y="148821"/>
                  <a:pt x="332396" y="148404"/>
                  <a:pt x="332374" y="147987"/>
                </a:cubicBezTo>
                <a:cubicBezTo>
                  <a:pt x="331871" y="138260"/>
                  <a:pt x="323683" y="130720"/>
                  <a:pt x="313948" y="131018"/>
                </a:cubicBezTo>
                <a:lnTo>
                  <a:pt x="286600" y="131018"/>
                </a:lnTo>
                <a:cubicBezTo>
                  <a:pt x="290815" y="128007"/>
                  <a:pt x="294220" y="124001"/>
                  <a:pt x="296513" y="119356"/>
                </a:cubicBezTo>
                <a:cubicBezTo>
                  <a:pt x="304619" y="103354"/>
                  <a:pt x="298219" y="83811"/>
                  <a:pt x="282217" y="75705"/>
                </a:cubicBezTo>
                <a:cubicBezTo>
                  <a:pt x="282085" y="75637"/>
                  <a:pt x="281952" y="75571"/>
                  <a:pt x="281818" y="75506"/>
                </a:cubicBezTo>
                <a:cubicBezTo>
                  <a:pt x="279289" y="74238"/>
                  <a:pt x="278035" y="71337"/>
                  <a:pt x="278844" y="68625"/>
                </a:cubicBezTo>
                <a:cubicBezTo>
                  <a:pt x="279767" y="65540"/>
                  <a:pt x="283017" y="63787"/>
                  <a:pt x="286102" y="64710"/>
                </a:cubicBezTo>
                <a:cubicBezTo>
                  <a:pt x="286372" y="64791"/>
                  <a:pt x="286636" y="64891"/>
                  <a:pt x="286891" y="65010"/>
                </a:cubicBezTo>
                <a:cubicBezTo>
                  <a:pt x="306913" y="74957"/>
                  <a:pt x="316408" y="98246"/>
                  <a:pt x="309050" y="119356"/>
                </a:cubicBezTo>
                <a:lnTo>
                  <a:pt x="309050" y="119356"/>
                </a:lnTo>
                <a:lnTo>
                  <a:pt x="524801" y="119356"/>
                </a:lnTo>
                <a:cubicBezTo>
                  <a:pt x="531242" y="119356"/>
                  <a:pt x="536464" y="114135"/>
                  <a:pt x="536464" y="107694"/>
                </a:cubicBezTo>
                <a:cubicBezTo>
                  <a:pt x="536464" y="101253"/>
                  <a:pt x="531242" y="96032"/>
                  <a:pt x="524801" y="96032"/>
                </a:cubicBezTo>
                <a:close/>
              </a:path>
            </a:pathLst>
          </a:custGeom>
          <a:solidFill>
            <a:schemeClr val="accent2"/>
          </a:solidFill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1" name="Graphic 36" descr="Crocodile with solid fill">
            <a:extLst>
              <a:ext uri="{FF2B5EF4-FFF2-40B4-BE49-F238E27FC236}">
                <a16:creationId xmlns:a16="http://schemas.microsoft.com/office/drawing/2014/main" id="{E061C0F4-CF9D-9410-2889-4478A582DE2E}"/>
              </a:ext>
            </a:extLst>
          </p:cNvPr>
          <p:cNvSpPr/>
          <p:nvPr/>
        </p:nvSpPr>
        <p:spPr>
          <a:xfrm>
            <a:off x="2771520" y="6365655"/>
            <a:ext cx="494182" cy="201265"/>
          </a:xfrm>
          <a:custGeom>
            <a:avLst/>
            <a:gdLst>
              <a:gd name="connsiteX0" fmla="*/ 524801 w 536463"/>
              <a:gd name="connsiteY0" fmla="*/ 96032 h 218485"/>
              <a:gd name="connsiteX1" fmla="*/ 425672 w 536463"/>
              <a:gd name="connsiteY1" fmla="*/ 96032 h 218485"/>
              <a:gd name="connsiteX2" fmla="*/ 450454 w 536463"/>
              <a:gd name="connsiteY2" fmla="*/ 78072 h 218485"/>
              <a:gd name="connsiteX3" fmla="*/ 461767 w 536463"/>
              <a:gd name="connsiteY3" fmla="*/ 84952 h 218485"/>
              <a:gd name="connsiteX4" fmla="*/ 458735 w 536463"/>
              <a:gd name="connsiteY4" fmla="*/ 72066 h 218485"/>
              <a:gd name="connsiteX5" fmla="*/ 467540 w 536463"/>
              <a:gd name="connsiteY5" fmla="*/ 65710 h 218485"/>
              <a:gd name="connsiteX6" fmla="*/ 478502 w 536463"/>
              <a:gd name="connsiteY6" fmla="*/ 72707 h 218485"/>
              <a:gd name="connsiteX7" fmla="*/ 475587 w 536463"/>
              <a:gd name="connsiteY7" fmla="*/ 60170 h 218485"/>
              <a:gd name="connsiteX8" fmla="*/ 484566 w 536463"/>
              <a:gd name="connsiteY8" fmla="*/ 53639 h 218485"/>
              <a:gd name="connsiteX9" fmla="*/ 495063 w 536463"/>
              <a:gd name="connsiteY9" fmla="*/ 60112 h 218485"/>
              <a:gd name="connsiteX10" fmla="*/ 492264 w 536463"/>
              <a:gd name="connsiteY10" fmla="*/ 48100 h 218485"/>
              <a:gd name="connsiteX11" fmla="*/ 501477 w 536463"/>
              <a:gd name="connsiteY11" fmla="*/ 41102 h 218485"/>
              <a:gd name="connsiteX12" fmla="*/ 511798 w 536463"/>
              <a:gd name="connsiteY12" fmla="*/ 47400 h 218485"/>
              <a:gd name="connsiteX13" fmla="*/ 509057 w 536463"/>
              <a:gd name="connsiteY13" fmla="*/ 35738 h 218485"/>
              <a:gd name="connsiteX14" fmla="*/ 527192 w 536463"/>
              <a:gd name="connsiteY14" fmla="*/ 22559 h 218485"/>
              <a:gd name="connsiteX15" fmla="*/ 528825 w 536463"/>
              <a:gd name="connsiteY15" fmla="*/ 16728 h 218485"/>
              <a:gd name="connsiteX16" fmla="*/ 526259 w 536463"/>
              <a:gd name="connsiteY16" fmla="*/ 11597 h 218485"/>
              <a:gd name="connsiteX17" fmla="*/ 503634 w 536463"/>
              <a:gd name="connsiteY17" fmla="*/ 2442 h 218485"/>
              <a:gd name="connsiteX18" fmla="*/ 396517 w 536463"/>
              <a:gd name="connsiteY18" fmla="*/ 37720 h 218485"/>
              <a:gd name="connsiteX19" fmla="*/ 393543 w 536463"/>
              <a:gd name="connsiteY19" fmla="*/ 33580 h 218485"/>
              <a:gd name="connsiteX20" fmla="*/ 348661 w 536463"/>
              <a:gd name="connsiteY20" fmla="*/ 25982 h 218485"/>
              <a:gd name="connsiteX21" fmla="*/ 341063 w 536463"/>
              <a:gd name="connsiteY21" fmla="*/ 33580 h 218485"/>
              <a:gd name="connsiteX22" fmla="*/ 338205 w 536463"/>
              <a:gd name="connsiteY22" fmla="*/ 37720 h 218485"/>
              <a:gd name="connsiteX23" fmla="*/ 54346 w 536463"/>
              <a:gd name="connsiteY23" fmla="*/ 45243 h 218485"/>
              <a:gd name="connsiteX24" fmla="*/ 39710 w 536463"/>
              <a:gd name="connsiteY24" fmla="*/ 55039 h 218485"/>
              <a:gd name="connsiteX25" fmla="*/ 38777 w 536463"/>
              <a:gd name="connsiteY25" fmla="*/ 55739 h 218485"/>
              <a:gd name="connsiteX26" fmla="*/ 38777 w 536463"/>
              <a:gd name="connsiteY26" fmla="*/ 55739 h 218485"/>
              <a:gd name="connsiteX27" fmla="*/ 0 w 536463"/>
              <a:gd name="connsiteY27" fmla="*/ 116032 h 218485"/>
              <a:gd name="connsiteX28" fmla="*/ 200474 w 536463"/>
              <a:gd name="connsiteY28" fmla="*/ 218485 h 218485"/>
              <a:gd name="connsiteX29" fmla="*/ 280302 w 536463"/>
              <a:gd name="connsiteY29" fmla="*/ 218485 h 218485"/>
              <a:gd name="connsiteX30" fmla="*/ 290774 w 536463"/>
              <a:gd name="connsiteY30" fmla="*/ 206390 h 218485"/>
              <a:gd name="connsiteX31" fmla="*/ 280302 w 536463"/>
              <a:gd name="connsiteY31" fmla="*/ 195919 h 218485"/>
              <a:gd name="connsiteX32" fmla="*/ 222632 w 536463"/>
              <a:gd name="connsiteY32" fmla="*/ 195919 h 218485"/>
              <a:gd name="connsiteX33" fmla="*/ 61693 w 536463"/>
              <a:gd name="connsiteY33" fmla="*/ 119648 h 218485"/>
              <a:gd name="connsiteX34" fmla="*/ 116623 w 536463"/>
              <a:gd name="connsiteY34" fmla="*/ 119648 h 218485"/>
              <a:gd name="connsiteX35" fmla="*/ 116623 w 536463"/>
              <a:gd name="connsiteY35" fmla="*/ 148803 h 218485"/>
              <a:gd name="connsiteX36" fmla="*/ 134116 w 536463"/>
              <a:gd name="connsiteY36" fmla="*/ 166297 h 218485"/>
              <a:gd name="connsiteX37" fmla="*/ 180765 w 536463"/>
              <a:gd name="connsiteY37" fmla="*/ 166297 h 218485"/>
              <a:gd name="connsiteX38" fmla="*/ 198277 w 536463"/>
              <a:gd name="connsiteY38" fmla="*/ 149530 h 218485"/>
              <a:gd name="connsiteX39" fmla="*/ 198258 w 536463"/>
              <a:gd name="connsiteY39" fmla="*/ 148278 h 218485"/>
              <a:gd name="connsiteX40" fmla="*/ 179832 w 536463"/>
              <a:gd name="connsiteY40" fmla="*/ 131018 h 218485"/>
              <a:gd name="connsiteX41" fmla="*/ 152484 w 536463"/>
              <a:gd name="connsiteY41" fmla="*/ 131018 h 218485"/>
              <a:gd name="connsiteX42" fmla="*/ 162397 w 536463"/>
              <a:gd name="connsiteY42" fmla="*/ 119356 h 218485"/>
              <a:gd name="connsiteX43" fmla="*/ 148101 w 536463"/>
              <a:gd name="connsiteY43" fmla="*/ 75705 h 218485"/>
              <a:gd name="connsiteX44" fmla="*/ 147702 w 536463"/>
              <a:gd name="connsiteY44" fmla="*/ 75506 h 218485"/>
              <a:gd name="connsiteX45" fmla="*/ 144729 w 536463"/>
              <a:gd name="connsiteY45" fmla="*/ 68625 h 218485"/>
              <a:gd name="connsiteX46" fmla="*/ 151987 w 536463"/>
              <a:gd name="connsiteY46" fmla="*/ 64710 h 218485"/>
              <a:gd name="connsiteX47" fmla="*/ 152775 w 536463"/>
              <a:gd name="connsiteY47" fmla="*/ 65010 h 218485"/>
              <a:gd name="connsiteX48" fmla="*/ 174934 w 536463"/>
              <a:gd name="connsiteY48" fmla="*/ 119356 h 218485"/>
              <a:gd name="connsiteX49" fmla="*/ 174934 w 536463"/>
              <a:gd name="connsiteY49" fmla="*/ 119356 h 218485"/>
              <a:gd name="connsiteX50" fmla="*/ 250738 w 536463"/>
              <a:gd name="connsiteY50" fmla="*/ 119356 h 218485"/>
              <a:gd name="connsiteX51" fmla="*/ 250738 w 536463"/>
              <a:gd name="connsiteY51" fmla="*/ 148512 h 218485"/>
              <a:gd name="connsiteX52" fmla="*/ 268232 w 536463"/>
              <a:gd name="connsiteY52" fmla="*/ 166005 h 218485"/>
              <a:gd name="connsiteX53" fmla="*/ 314881 w 536463"/>
              <a:gd name="connsiteY53" fmla="*/ 166005 h 218485"/>
              <a:gd name="connsiteX54" fmla="*/ 332393 w 536463"/>
              <a:gd name="connsiteY54" fmla="*/ 149238 h 218485"/>
              <a:gd name="connsiteX55" fmla="*/ 332374 w 536463"/>
              <a:gd name="connsiteY55" fmla="*/ 147987 h 218485"/>
              <a:gd name="connsiteX56" fmla="*/ 313948 w 536463"/>
              <a:gd name="connsiteY56" fmla="*/ 131018 h 218485"/>
              <a:gd name="connsiteX57" fmla="*/ 286600 w 536463"/>
              <a:gd name="connsiteY57" fmla="*/ 131018 h 218485"/>
              <a:gd name="connsiteX58" fmla="*/ 296513 w 536463"/>
              <a:gd name="connsiteY58" fmla="*/ 119356 h 218485"/>
              <a:gd name="connsiteX59" fmla="*/ 282217 w 536463"/>
              <a:gd name="connsiteY59" fmla="*/ 75705 h 218485"/>
              <a:gd name="connsiteX60" fmla="*/ 281818 w 536463"/>
              <a:gd name="connsiteY60" fmla="*/ 75506 h 218485"/>
              <a:gd name="connsiteX61" fmla="*/ 278844 w 536463"/>
              <a:gd name="connsiteY61" fmla="*/ 68625 h 218485"/>
              <a:gd name="connsiteX62" fmla="*/ 286102 w 536463"/>
              <a:gd name="connsiteY62" fmla="*/ 64710 h 218485"/>
              <a:gd name="connsiteX63" fmla="*/ 286891 w 536463"/>
              <a:gd name="connsiteY63" fmla="*/ 65010 h 218485"/>
              <a:gd name="connsiteX64" fmla="*/ 309050 w 536463"/>
              <a:gd name="connsiteY64" fmla="*/ 119356 h 218485"/>
              <a:gd name="connsiteX65" fmla="*/ 309050 w 536463"/>
              <a:gd name="connsiteY65" fmla="*/ 119356 h 218485"/>
              <a:gd name="connsiteX66" fmla="*/ 524801 w 536463"/>
              <a:gd name="connsiteY66" fmla="*/ 119356 h 218485"/>
              <a:gd name="connsiteX67" fmla="*/ 536464 w 536463"/>
              <a:gd name="connsiteY67" fmla="*/ 107694 h 218485"/>
              <a:gd name="connsiteX68" fmla="*/ 524801 w 536463"/>
              <a:gd name="connsiteY68" fmla="*/ 96032 h 21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536463" h="218485">
                <a:moveTo>
                  <a:pt x="524801" y="96032"/>
                </a:moveTo>
                <a:lnTo>
                  <a:pt x="425672" y="96032"/>
                </a:lnTo>
                <a:lnTo>
                  <a:pt x="450454" y="78072"/>
                </a:lnTo>
                <a:lnTo>
                  <a:pt x="461767" y="84952"/>
                </a:lnTo>
                <a:lnTo>
                  <a:pt x="458735" y="72066"/>
                </a:lnTo>
                <a:lnTo>
                  <a:pt x="467540" y="65710"/>
                </a:lnTo>
                <a:lnTo>
                  <a:pt x="478502" y="72707"/>
                </a:lnTo>
                <a:lnTo>
                  <a:pt x="475587" y="60170"/>
                </a:lnTo>
                <a:lnTo>
                  <a:pt x="484566" y="53639"/>
                </a:lnTo>
                <a:lnTo>
                  <a:pt x="495063" y="60112"/>
                </a:lnTo>
                <a:lnTo>
                  <a:pt x="492264" y="48100"/>
                </a:lnTo>
                <a:lnTo>
                  <a:pt x="501477" y="41102"/>
                </a:lnTo>
                <a:lnTo>
                  <a:pt x="511798" y="47400"/>
                </a:lnTo>
                <a:lnTo>
                  <a:pt x="509057" y="35738"/>
                </a:lnTo>
                <a:lnTo>
                  <a:pt x="527192" y="22559"/>
                </a:lnTo>
                <a:cubicBezTo>
                  <a:pt x="529117" y="21296"/>
                  <a:pt x="529814" y="18807"/>
                  <a:pt x="528825" y="16728"/>
                </a:cubicBezTo>
                <a:lnTo>
                  <a:pt x="526259" y="11597"/>
                </a:lnTo>
                <a:cubicBezTo>
                  <a:pt x="522090" y="3292"/>
                  <a:pt x="512405" y="-627"/>
                  <a:pt x="503634" y="2442"/>
                </a:cubicBezTo>
                <a:lnTo>
                  <a:pt x="396517" y="37720"/>
                </a:lnTo>
                <a:lnTo>
                  <a:pt x="393543" y="33580"/>
                </a:lnTo>
                <a:cubicBezTo>
                  <a:pt x="383247" y="19088"/>
                  <a:pt x="363153" y="15686"/>
                  <a:pt x="348661" y="25982"/>
                </a:cubicBezTo>
                <a:cubicBezTo>
                  <a:pt x="345720" y="28071"/>
                  <a:pt x="343152" y="30640"/>
                  <a:pt x="341063" y="33580"/>
                </a:cubicBezTo>
                <a:lnTo>
                  <a:pt x="338205" y="37720"/>
                </a:lnTo>
                <a:cubicBezTo>
                  <a:pt x="263742" y="-20591"/>
                  <a:pt x="136857" y="-5955"/>
                  <a:pt x="54346" y="45243"/>
                </a:cubicBezTo>
                <a:cubicBezTo>
                  <a:pt x="49215" y="48391"/>
                  <a:pt x="44317" y="51657"/>
                  <a:pt x="39710" y="55039"/>
                </a:cubicBezTo>
                <a:lnTo>
                  <a:pt x="38777" y="55739"/>
                </a:lnTo>
                <a:lnTo>
                  <a:pt x="38777" y="55739"/>
                </a:lnTo>
                <a:cubicBezTo>
                  <a:pt x="15452" y="73232"/>
                  <a:pt x="0" y="93932"/>
                  <a:pt x="0" y="116032"/>
                </a:cubicBezTo>
                <a:cubicBezTo>
                  <a:pt x="0" y="166005"/>
                  <a:pt x="51022" y="218485"/>
                  <a:pt x="200474" y="218485"/>
                </a:cubicBezTo>
                <a:lnTo>
                  <a:pt x="280302" y="218485"/>
                </a:lnTo>
                <a:cubicBezTo>
                  <a:pt x="286534" y="218037"/>
                  <a:pt x="291222" y="212622"/>
                  <a:pt x="290774" y="206390"/>
                </a:cubicBezTo>
                <a:cubicBezTo>
                  <a:pt x="290370" y="200783"/>
                  <a:pt x="285910" y="196322"/>
                  <a:pt x="280302" y="195919"/>
                </a:cubicBezTo>
                <a:lnTo>
                  <a:pt x="222632" y="195919"/>
                </a:lnTo>
                <a:cubicBezTo>
                  <a:pt x="118838" y="195919"/>
                  <a:pt x="71431" y="162390"/>
                  <a:pt x="61693" y="119648"/>
                </a:cubicBezTo>
                <a:lnTo>
                  <a:pt x="116623" y="119648"/>
                </a:lnTo>
                <a:lnTo>
                  <a:pt x="116623" y="148803"/>
                </a:lnTo>
                <a:cubicBezTo>
                  <a:pt x="116623" y="158465"/>
                  <a:pt x="124454" y="166297"/>
                  <a:pt x="134116" y="166297"/>
                </a:cubicBezTo>
                <a:lnTo>
                  <a:pt x="180765" y="166297"/>
                </a:lnTo>
                <a:cubicBezTo>
                  <a:pt x="190231" y="166503"/>
                  <a:pt x="198071" y="158996"/>
                  <a:pt x="198277" y="149530"/>
                </a:cubicBezTo>
                <a:cubicBezTo>
                  <a:pt x="198286" y="149112"/>
                  <a:pt x="198280" y="148695"/>
                  <a:pt x="198258" y="148278"/>
                </a:cubicBezTo>
                <a:cubicBezTo>
                  <a:pt x="197910" y="138436"/>
                  <a:pt x="189676" y="130723"/>
                  <a:pt x="179832" y="131018"/>
                </a:cubicBezTo>
                <a:lnTo>
                  <a:pt x="152484" y="131018"/>
                </a:lnTo>
                <a:cubicBezTo>
                  <a:pt x="156699" y="128007"/>
                  <a:pt x="160104" y="124001"/>
                  <a:pt x="162397" y="119356"/>
                </a:cubicBezTo>
                <a:cubicBezTo>
                  <a:pt x="170503" y="103354"/>
                  <a:pt x="164103" y="83811"/>
                  <a:pt x="148101" y="75705"/>
                </a:cubicBezTo>
                <a:cubicBezTo>
                  <a:pt x="147969" y="75637"/>
                  <a:pt x="147836" y="75571"/>
                  <a:pt x="147702" y="75506"/>
                </a:cubicBezTo>
                <a:cubicBezTo>
                  <a:pt x="145173" y="74238"/>
                  <a:pt x="143919" y="71337"/>
                  <a:pt x="144729" y="68625"/>
                </a:cubicBezTo>
                <a:cubicBezTo>
                  <a:pt x="145652" y="65540"/>
                  <a:pt x="148901" y="63787"/>
                  <a:pt x="151987" y="64710"/>
                </a:cubicBezTo>
                <a:cubicBezTo>
                  <a:pt x="152257" y="64791"/>
                  <a:pt x="152520" y="64891"/>
                  <a:pt x="152775" y="65010"/>
                </a:cubicBezTo>
                <a:cubicBezTo>
                  <a:pt x="172797" y="74957"/>
                  <a:pt x="182292" y="98246"/>
                  <a:pt x="174934" y="119356"/>
                </a:cubicBezTo>
                <a:lnTo>
                  <a:pt x="174934" y="119356"/>
                </a:lnTo>
                <a:lnTo>
                  <a:pt x="250738" y="119356"/>
                </a:lnTo>
                <a:lnTo>
                  <a:pt x="250738" y="148512"/>
                </a:lnTo>
                <a:cubicBezTo>
                  <a:pt x="250738" y="158173"/>
                  <a:pt x="258570" y="166005"/>
                  <a:pt x="268232" y="166005"/>
                </a:cubicBezTo>
                <a:lnTo>
                  <a:pt x="314881" y="166005"/>
                </a:lnTo>
                <a:cubicBezTo>
                  <a:pt x="324346" y="166211"/>
                  <a:pt x="332187" y="158704"/>
                  <a:pt x="332393" y="149238"/>
                </a:cubicBezTo>
                <a:cubicBezTo>
                  <a:pt x="332402" y="148821"/>
                  <a:pt x="332396" y="148404"/>
                  <a:pt x="332374" y="147987"/>
                </a:cubicBezTo>
                <a:cubicBezTo>
                  <a:pt x="331871" y="138260"/>
                  <a:pt x="323683" y="130720"/>
                  <a:pt x="313948" y="131018"/>
                </a:cubicBezTo>
                <a:lnTo>
                  <a:pt x="286600" y="131018"/>
                </a:lnTo>
                <a:cubicBezTo>
                  <a:pt x="290815" y="128007"/>
                  <a:pt x="294220" y="124001"/>
                  <a:pt x="296513" y="119356"/>
                </a:cubicBezTo>
                <a:cubicBezTo>
                  <a:pt x="304619" y="103354"/>
                  <a:pt x="298219" y="83811"/>
                  <a:pt x="282217" y="75705"/>
                </a:cubicBezTo>
                <a:cubicBezTo>
                  <a:pt x="282085" y="75637"/>
                  <a:pt x="281952" y="75571"/>
                  <a:pt x="281818" y="75506"/>
                </a:cubicBezTo>
                <a:cubicBezTo>
                  <a:pt x="279289" y="74238"/>
                  <a:pt x="278035" y="71337"/>
                  <a:pt x="278844" y="68625"/>
                </a:cubicBezTo>
                <a:cubicBezTo>
                  <a:pt x="279767" y="65540"/>
                  <a:pt x="283017" y="63787"/>
                  <a:pt x="286102" y="64710"/>
                </a:cubicBezTo>
                <a:cubicBezTo>
                  <a:pt x="286372" y="64791"/>
                  <a:pt x="286636" y="64891"/>
                  <a:pt x="286891" y="65010"/>
                </a:cubicBezTo>
                <a:cubicBezTo>
                  <a:pt x="306913" y="74957"/>
                  <a:pt x="316408" y="98246"/>
                  <a:pt x="309050" y="119356"/>
                </a:cubicBezTo>
                <a:lnTo>
                  <a:pt x="309050" y="119356"/>
                </a:lnTo>
                <a:lnTo>
                  <a:pt x="524801" y="119356"/>
                </a:lnTo>
                <a:cubicBezTo>
                  <a:pt x="531242" y="119356"/>
                  <a:pt x="536464" y="114135"/>
                  <a:pt x="536464" y="107694"/>
                </a:cubicBezTo>
                <a:cubicBezTo>
                  <a:pt x="536464" y="101253"/>
                  <a:pt x="531242" y="96032"/>
                  <a:pt x="524801" y="96032"/>
                </a:cubicBezTo>
                <a:close/>
              </a:path>
            </a:pathLst>
          </a:custGeom>
          <a:solidFill>
            <a:schemeClr val="accent3"/>
          </a:solidFill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CC10AF-2E71-AB5F-968E-6BF9A5EA2BC4}"/>
              </a:ext>
            </a:extLst>
          </p:cNvPr>
          <p:cNvSpPr txBox="1"/>
          <p:nvPr/>
        </p:nvSpPr>
        <p:spPr>
          <a:xfrm>
            <a:off x="1317745" y="4863704"/>
            <a:ext cx="1001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#C2FFE0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D60277-C836-6FA4-69D3-23BA9002011E}"/>
              </a:ext>
            </a:extLst>
          </p:cNvPr>
          <p:cNvSpPr txBox="1"/>
          <p:nvPr/>
        </p:nvSpPr>
        <p:spPr>
          <a:xfrm>
            <a:off x="2555238" y="5096016"/>
            <a:ext cx="10367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#006600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A2892A-3707-5D32-8242-D690251D664B}"/>
              </a:ext>
            </a:extLst>
          </p:cNvPr>
          <p:cNvSpPr txBox="1"/>
          <p:nvPr/>
        </p:nvSpPr>
        <p:spPr>
          <a:xfrm>
            <a:off x="2639129" y="6552633"/>
            <a:ext cx="1015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#800080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50C103-134E-2068-42B2-6A162FBF9A45}"/>
              </a:ext>
            </a:extLst>
          </p:cNvPr>
          <p:cNvSpPr txBox="1"/>
          <p:nvPr/>
        </p:nvSpPr>
        <p:spPr>
          <a:xfrm>
            <a:off x="1464509" y="6307858"/>
            <a:ext cx="9521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#CC9900</a:t>
            </a:r>
          </a:p>
        </p:txBody>
      </p:sp>
    </p:spTree>
    <p:extLst>
      <p:ext uri="{BB962C8B-B14F-4D97-AF65-F5344CB8AC3E}">
        <p14:creationId xmlns:p14="http://schemas.microsoft.com/office/powerpoint/2010/main" val="47961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90832-7A27-8ACB-5C53-49A771822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A9E48-F8B6-4B6E-E151-F71391160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Generate feature list in Agilent Mass Profiler</a:t>
            </a:r>
          </a:p>
          <a:p>
            <a:pPr marL="800100" lvl="1" indent="-342900">
              <a:buAutoNum type="arabicPeriod"/>
            </a:pPr>
            <a:r>
              <a:rPr lang="en-US" dirty="0"/>
              <a:t>Sites B and C vs method blanks (all 12)</a:t>
            </a:r>
          </a:p>
          <a:p>
            <a:pPr marL="800100" lvl="1" indent="-342900">
              <a:buAutoNum type="arabicPeriod"/>
            </a:pPr>
            <a:r>
              <a:rPr lang="en-US" dirty="0"/>
              <a:t>Sites B and C vs site A (12 random samples)</a:t>
            </a:r>
          </a:p>
          <a:p>
            <a:pPr marL="800100" lvl="1" indent="-342900">
              <a:buAutoNum type="arabicPeriod"/>
            </a:pPr>
            <a:r>
              <a:rPr lang="en-US" b="1" dirty="0"/>
              <a:t>MSMS data from sites B and C vs blanks</a:t>
            </a:r>
          </a:p>
          <a:p>
            <a:pPr marL="1257300" lvl="2" indent="-342900">
              <a:buAutoNum type="arabicPeriod"/>
            </a:pPr>
            <a:r>
              <a:rPr lang="en-US" dirty="0"/>
              <a:t>Prioritized these for more data reduction and higher confidence IDs</a:t>
            </a:r>
          </a:p>
          <a:p>
            <a:pPr marL="1257300" lvl="2" indent="-342900">
              <a:buAutoNum type="arabicPeriod"/>
            </a:pPr>
            <a:r>
              <a:rPr lang="en-US" dirty="0"/>
              <a:t>Once features are identified, go back and look for them in the MS1 only files</a:t>
            </a:r>
          </a:p>
          <a:p>
            <a:pPr marL="342900" indent="-342900">
              <a:buAutoNum type="arabicPeriod"/>
            </a:pPr>
            <a:r>
              <a:rPr lang="en-US" dirty="0"/>
              <a:t>Score features using </a:t>
            </a:r>
            <a:r>
              <a:rPr lang="en-US" dirty="0" err="1"/>
              <a:t>Fluoromatch</a:t>
            </a:r>
            <a:r>
              <a:rPr lang="en-US" dirty="0"/>
              <a:t>-IM</a:t>
            </a:r>
          </a:p>
          <a:p>
            <a:pPr marL="342900" indent="-342900">
              <a:buAutoNum type="arabicPeriod"/>
            </a:pPr>
            <a:r>
              <a:rPr lang="en-US" dirty="0"/>
              <a:t>Reduce data and prioritize features using Greg’s tool</a:t>
            </a:r>
          </a:p>
          <a:p>
            <a:pPr marL="342900" indent="-342900">
              <a:buAutoNum type="arabicPeriod"/>
            </a:pPr>
            <a:r>
              <a:rPr lang="en-US" dirty="0"/>
              <a:t>Investigate features -&gt; did we find any new PFAS?</a:t>
            </a:r>
          </a:p>
        </p:txBody>
      </p:sp>
    </p:spTree>
    <p:extLst>
      <p:ext uri="{BB962C8B-B14F-4D97-AF65-F5344CB8AC3E}">
        <p14:creationId xmlns:p14="http://schemas.microsoft.com/office/powerpoint/2010/main" val="2823740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F2CE-E89F-5A05-6E26-F75FE5785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DC26D-1DFA-776B-DEB9-F43D1E0D9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Files with MSMS available, BC vs blanks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CD7A7-BCD5-FCCE-45C3-237F27EDE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Focused on gators from sites B and C for NTA, based on target screening data showing highest levels at these sites</a:t>
            </a:r>
          </a:p>
          <a:p>
            <a:r>
              <a:rPr lang="en-US" dirty="0"/>
              <a:t>Mass Profiler: 2,810 features</a:t>
            </a:r>
          </a:p>
          <a:p>
            <a:r>
              <a:rPr lang="en-US" dirty="0"/>
              <a:t>Blank subtracted samples by subtracting feature intensities by the mean intensity in the method blank * 3 standard deviations; removed all features with ≤ 0 intensity</a:t>
            </a:r>
          </a:p>
          <a:p>
            <a:r>
              <a:rPr lang="en-US" dirty="0"/>
              <a:t>After FM-IM and PIMMS: 172 features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87694B-18F8-F64E-8707-0B0E7415F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340876"/>
              </p:ext>
            </p:extLst>
          </p:nvPr>
        </p:nvGraphicFramePr>
        <p:xfrm>
          <a:off x="7741595" y="3444874"/>
          <a:ext cx="41148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284558156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1995931166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127696554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4572103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2549575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Sample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Likely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Tentative (EPA library match)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Tentative (No library match)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Total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7856927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1531-91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37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817081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1602-91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71500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1638-91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717299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1645-91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34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458214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2018B-91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31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85798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2019B-91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23568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2019C-91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20589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2020B-91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33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449003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2021B-91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13211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2022B-91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36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228732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2022C-91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32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90443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2106-91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30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90099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2286-91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045065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2298-91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226255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1AA768-DCB7-552D-FCFB-3B4405960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847278"/>
              </p:ext>
            </p:extLst>
          </p:nvPr>
        </p:nvGraphicFramePr>
        <p:xfrm>
          <a:off x="696157" y="3928423"/>
          <a:ext cx="30480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0151695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255084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0692337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122469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0956529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Site B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Likely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Tentative (EPA library match)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Tentative (No library match)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Total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1970213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1531-91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37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519670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1602-91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23453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1638-91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53739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1645-91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34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058466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2106-91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30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102633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2018B-91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31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80183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2019B-91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345671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2020B-91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33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20469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2021B-91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93266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2022B-91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36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702854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2B7AA1-471F-8397-ECAB-F0E84EB0D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92876"/>
              </p:ext>
            </p:extLst>
          </p:nvPr>
        </p:nvGraphicFramePr>
        <p:xfrm>
          <a:off x="4030462" y="5071423"/>
          <a:ext cx="304800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61947238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0631712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63635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0711931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62625649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Site C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Likely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Tentative (EPA library match)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Tentative (No library match)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Total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54161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2286-91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525674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2298-91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79521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2019C-91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234940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2022C-91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32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265993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D6F70E6-881B-6873-D20C-1A6E4CE15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946524"/>
              </p:ext>
            </p:extLst>
          </p:nvPr>
        </p:nvGraphicFramePr>
        <p:xfrm>
          <a:off x="4030462" y="3201194"/>
          <a:ext cx="3048000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8982">
                  <a:extLst>
                    <a:ext uri="{9D8B030D-6E8A-4147-A177-3AD203B41FA5}">
                      <a16:colId xmlns:a16="http://schemas.microsoft.com/office/drawing/2014/main" val="1891672017"/>
                    </a:ext>
                  </a:extLst>
                </a:gridCol>
                <a:gridCol w="1025236">
                  <a:extLst>
                    <a:ext uri="{9D8B030D-6E8A-4147-A177-3AD203B41FA5}">
                      <a16:colId xmlns:a16="http://schemas.microsoft.com/office/drawing/2014/main" val="652094886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3655085392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1209333353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Sample ID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Season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Location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Sex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57846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1531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2018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B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F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438543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1602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2019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B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48074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1638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2019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B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481771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1645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2019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B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F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5048438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2106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2020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B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5779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2286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2022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F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4007902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2298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2022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97187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585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D5624-B5FE-7ADA-F21F-3CD905F37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All features after PIMMS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7ADFA-9D1C-9C05-8022-E025F7046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6FB23-6A03-E668-7D1D-E4D00070B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487" y="1440156"/>
            <a:ext cx="4507936" cy="44698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C62D85-FB5E-ED8D-620E-2D3C1EC78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40155"/>
            <a:ext cx="4660317" cy="446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1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67F7D-DBC2-6DC8-28F8-02224658B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More data reduction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26B8C8-BDE7-8184-2ECA-F8CD4D4086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6001160"/>
              </p:ext>
            </p:extLst>
          </p:nvPr>
        </p:nvGraphicFramePr>
        <p:xfrm>
          <a:off x="950343" y="2234433"/>
          <a:ext cx="3870384" cy="3011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7596">
                  <a:extLst>
                    <a:ext uri="{9D8B030D-6E8A-4147-A177-3AD203B41FA5}">
                      <a16:colId xmlns:a16="http://schemas.microsoft.com/office/drawing/2014/main" val="761475790"/>
                    </a:ext>
                  </a:extLst>
                </a:gridCol>
                <a:gridCol w="967596">
                  <a:extLst>
                    <a:ext uri="{9D8B030D-6E8A-4147-A177-3AD203B41FA5}">
                      <a16:colId xmlns:a16="http://schemas.microsoft.com/office/drawing/2014/main" val="521930700"/>
                    </a:ext>
                  </a:extLst>
                </a:gridCol>
                <a:gridCol w="967596">
                  <a:extLst>
                    <a:ext uri="{9D8B030D-6E8A-4147-A177-3AD203B41FA5}">
                      <a16:colId xmlns:a16="http://schemas.microsoft.com/office/drawing/2014/main" val="2333795718"/>
                    </a:ext>
                  </a:extLst>
                </a:gridCol>
                <a:gridCol w="967596">
                  <a:extLst>
                    <a:ext uri="{9D8B030D-6E8A-4147-A177-3AD203B41FA5}">
                      <a16:colId xmlns:a16="http://schemas.microsoft.com/office/drawing/2014/main" val="263834585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Header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Likely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Tentative (EPA library match)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Tentative (No library match)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131224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1531-91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85732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1602-91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418143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1638-91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17137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1645-91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72678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2018B-91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396012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2019B-91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61215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2019C-91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133937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2020B-91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588893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2021B-91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5318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2022B-91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14915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2022C-91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281486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2106-91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23607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2286-91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111296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2298-91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75665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CF90C6B-6D64-59F8-0CFC-D21F233E032A}"/>
              </a:ext>
            </a:extLst>
          </p:cNvPr>
          <p:cNvSpPr txBox="1"/>
          <p:nvPr/>
        </p:nvSpPr>
        <p:spPr>
          <a:xfrm>
            <a:off x="896208" y="1611762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Starting list after PIMMS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AEE6BC-BD3F-040F-820B-048C0F32B08D}"/>
              </a:ext>
            </a:extLst>
          </p:cNvPr>
          <p:cNvSpPr txBox="1"/>
          <p:nvPr/>
        </p:nvSpPr>
        <p:spPr>
          <a:xfrm>
            <a:off x="6785174" y="1519429"/>
            <a:ext cx="4510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Removed all features with RT &lt; 2 min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4CF3CA-0787-37EB-8CA8-DCB0275C2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710592"/>
              </p:ext>
            </p:extLst>
          </p:nvPr>
        </p:nvGraphicFramePr>
        <p:xfrm>
          <a:off x="8126082" y="1981094"/>
          <a:ext cx="1828800" cy="535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38251979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8020431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3952532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Likely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Tentative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No match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097386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71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0170876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8E35CF5-8A96-96C3-A3F1-7835CC0AAC39}"/>
              </a:ext>
            </a:extLst>
          </p:cNvPr>
          <p:cNvSpPr txBox="1"/>
          <p:nvPr/>
        </p:nvSpPr>
        <p:spPr>
          <a:xfrm>
            <a:off x="6785173" y="2889469"/>
            <a:ext cx="4510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Manually cross referenced Baker lab library and removed duplicates from tentative lists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40CA38-262C-BAB2-0A1F-8285270926B3}"/>
              </a:ext>
            </a:extLst>
          </p:cNvPr>
          <p:cNvSpPr txBox="1"/>
          <p:nvPr/>
        </p:nvSpPr>
        <p:spPr>
          <a:xfrm>
            <a:off x="6785173" y="4969240"/>
            <a:ext cx="4510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67 prioritized features (tentative and no match) to investigate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1591CF-5A0B-EC93-BB18-84BDF1CB4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371150"/>
              </p:ext>
            </p:extLst>
          </p:nvPr>
        </p:nvGraphicFramePr>
        <p:xfrm>
          <a:off x="8126082" y="4089798"/>
          <a:ext cx="1828800" cy="535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38251979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8020431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3952532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Likely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Tentative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No match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097386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01708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412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93B54-5CC6-EB0B-D410-646D088E3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FM-IM observations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519CCA-CF5C-EE51-6F14-E894B8ED22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2462362"/>
              </p:ext>
            </p:extLst>
          </p:nvPr>
        </p:nvGraphicFramePr>
        <p:xfrm>
          <a:off x="621103" y="1173162"/>
          <a:ext cx="7384210" cy="52400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7584">
                  <a:extLst>
                    <a:ext uri="{9D8B030D-6E8A-4147-A177-3AD203B41FA5}">
                      <a16:colId xmlns:a16="http://schemas.microsoft.com/office/drawing/2014/main" val="2914544507"/>
                    </a:ext>
                  </a:extLst>
                </a:gridCol>
                <a:gridCol w="698739">
                  <a:extLst>
                    <a:ext uri="{9D8B030D-6E8A-4147-A177-3AD203B41FA5}">
                      <a16:colId xmlns:a16="http://schemas.microsoft.com/office/drawing/2014/main" val="3990145848"/>
                    </a:ext>
                  </a:extLst>
                </a:gridCol>
                <a:gridCol w="1820174">
                  <a:extLst>
                    <a:ext uri="{9D8B030D-6E8A-4147-A177-3AD203B41FA5}">
                      <a16:colId xmlns:a16="http://schemas.microsoft.com/office/drawing/2014/main" val="548330181"/>
                    </a:ext>
                  </a:extLst>
                </a:gridCol>
                <a:gridCol w="879894">
                  <a:extLst>
                    <a:ext uri="{9D8B030D-6E8A-4147-A177-3AD203B41FA5}">
                      <a16:colId xmlns:a16="http://schemas.microsoft.com/office/drawing/2014/main" val="674496803"/>
                    </a:ext>
                  </a:extLst>
                </a:gridCol>
                <a:gridCol w="1026544">
                  <a:extLst>
                    <a:ext uri="{9D8B030D-6E8A-4147-A177-3AD203B41FA5}">
                      <a16:colId xmlns:a16="http://schemas.microsoft.com/office/drawing/2014/main" val="154334964"/>
                    </a:ext>
                  </a:extLst>
                </a:gridCol>
                <a:gridCol w="577970">
                  <a:extLst>
                    <a:ext uri="{9D8B030D-6E8A-4147-A177-3AD203B41FA5}">
                      <a16:colId xmlns:a16="http://schemas.microsoft.com/office/drawing/2014/main" val="1696815619"/>
                    </a:ext>
                  </a:extLst>
                </a:gridCol>
                <a:gridCol w="603849">
                  <a:extLst>
                    <a:ext uri="{9D8B030D-6E8A-4147-A177-3AD203B41FA5}">
                      <a16:colId xmlns:a16="http://schemas.microsoft.com/office/drawing/2014/main" val="1853410608"/>
                    </a:ext>
                  </a:extLst>
                </a:gridCol>
                <a:gridCol w="543464">
                  <a:extLst>
                    <a:ext uri="{9D8B030D-6E8A-4147-A177-3AD203B41FA5}">
                      <a16:colId xmlns:a16="http://schemas.microsoft.com/office/drawing/2014/main" val="3692519305"/>
                    </a:ext>
                  </a:extLst>
                </a:gridCol>
                <a:gridCol w="715992">
                  <a:extLst>
                    <a:ext uri="{9D8B030D-6E8A-4147-A177-3AD203B41FA5}">
                      <a16:colId xmlns:a16="http://schemas.microsoft.com/office/drawing/2014/main" val="3928140134"/>
                    </a:ext>
                  </a:extLst>
                </a:gridCol>
              </a:tblGrid>
              <a:tr h="7219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Score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 err="1">
                          <a:effectLst/>
                        </a:rPr>
                        <a:t>SeriesType_Identifier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 err="1">
                          <a:effectLst/>
                        </a:rPr>
                        <a:t>Name_or_Class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</a:rPr>
                        <a:t>m/z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Retention Time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row.ID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DT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CCS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Abundance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/>
                </a:tc>
                <a:extLst>
                  <a:ext uri="{0D108BD9-81ED-4DB2-BD59-A6C34878D82A}">
                    <a16:rowId xmlns:a16="http://schemas.microsoft.com/office/drawing/2014/main" val="649310239"/>
                  </a:ext>
                </a:extLst>
              </a:tr>
              <a:tr h="44832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[CF2]n_6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 dirty="0">
                          <a:effectLst/>
                        </a:rPr>
                        <a:t>PFOS-L|(M-H)-|NA|CAS=NA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498.9302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10.45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22.687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168.83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52951.999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extLst>
                  <a:ext uri="{0D108BD9-81ED-4DB2-BD59-A6C34878D82A}">
                    <a16:rowId xmlns:a16="http://schemas.microsoft.com/office/drawing/2014/main" val="2312204505"/>
                  </a:ext>
                </a:extLst>
              </a:tr>
              <a:tr h="44832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[CF2]n_12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 dirty="0">
                          <a:effectLst/>
                        </a:rPr>
                        <a:t>PFOS-L|(M-H)-|NA|CAS=NA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498.9302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10.45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22.687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168.83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47854.999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extLst>
                  <a:ext uri="{0D108BD9-81ED-4DB2-BD59-A6C34878D82A}">
                    <a16:rowId xmlns:a16="http://schemas.microsoft.com/office/drawing/2014/main" val="3712773964"/>
                  </a:ext>
                </a:extLst>
              </a:tr>
              <a:tr h="44832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[CF2]n_5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 dirty="0">
                          <a:effectLst/>
                        </a:rPr>
                        <a:t>PFOS-L|(M-H)-|NA|CAS=NA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498.9302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10.45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22.687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168.83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43255.999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extLst>
                  <a:ext uri="{0D108BD9-81ED-4DB2-BD59-A6C34878D82A}">
                    <a16:rowId xmlns:a16="http://schemas.microsoft.com/office/drawing/2014/main" val="3812898827"/>
                  </a:ext>
                </a:extLst>
              </a:tr>
              <a:tr h="44832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[CF2]n_13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 dirty="0">
                          <a:effectLst/>
                        </a:rPr>
                        <a:t>PFOS-L|(M-H)-|NA|CAS=NA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498.9302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10.45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22.687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168.83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52869.999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extLst>
                  <a:ext uri="{0D108BD9-81ED-4DB2-BD59-A6C34878D82A}">
                    <a16:rowId xmlns:a16="http://schemas.microsoft.com/office/drawing/2014/main" val="1804309781"/>
                  </a:ext>
                </a:extLst>
              </a:tr>
              <a:tr h="44832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[CF2]n_8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PFOS-L|(M-H)-|NA|CAS=NA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498.9302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10.45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22.687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168.83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52437.999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extLst>
                  <a:ext uri="{0D108BD9-81ED-4DB2-BD59-A6C34878D82A}">
                    <a16:rowId xmlns:a16="http://schemas.microsoft.com/office/drawing/2014/main" val="3981030657"/>
                  </a:ext>
                </a:extLst>
              </a:tr>
              <a:tr h="44832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[CF2]n_7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 dirty="0">
                          <a:effectLst/>
                        </a:rPr>
                        <a:t>PFOS-L|(M-H)-|NA|CAS=NA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498.9302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10.45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22.687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168.83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52468.999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extLst>
                  <a:ext uri="{0D108BD9-81ED-4DB2-BD59-A6C34878D82A}">
                    <a16:rowId xmlns:a16="http://schemas.microsoft.com/office/drawing/2014/main" val="1271368399"/>
                  </a:ext>
                </a:extLst>
              </a:tr>
              <a:tr h="44832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[CF2]n_7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 dirty="0">
                          <a:effectLst/>
                        </a:rPr>
                        <a:t>PFOS-L|(M-H)-|NA|CAS=NA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498.9302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10.45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22.687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168.83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49764.999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extLst>
                  <a:ext uri="{0D108BD9-81ED-4DB2-BD59-A6C34878D82A}">
                    <a16:rowId xmlns:a16="http://schemas.microsoft.com/office/drawing/2014/main" val="3298171167"/>
                  </a:ext>
                </a:extLst>
              </a:tr>
              <a:tr h="44832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[CF2]n_10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PFOS-L|(M-H)-|NA|CAS=NA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498.9302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10.45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22.687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168.83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52348.999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extLst>
                  <a:ext uri="{0D108BD9-81ED-4DB2-BD59-A6C34878D82A}">
                    <a16:rowId xmlns:a16="http://schemas.microsoft.com/office/drawing/2014/main" val="594770346"/>
                  </a:ext>
                </a:extLst>
              </a:tr>
              <a:tr h="44832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[CF2]n_8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 dirty="0">
                          <a:effectLst/>
                        </a:rPr>
                        <a:t>PFOS-L|(M-H)-|NA|CAS=NA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498.9302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10.45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22.687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168.83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52431.999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extLst>
                  <a:ext uri="{0D108BD9-81ED-4DB2-BD59-A6C34878D82A}">
                    <a16:rowId xmlns:a16="http://schemas.microsoft.com/office/drawing/2014/main" val="3425700669"/>
                  </a:ext>
                </a:extLst>
              </a:tr>
              <a:tr h="44832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[CF2]n_7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 dirty="0">
                          <a:effectLst/>
                        </a:rPr>
                        <a:t>PFOS-L|(M-H)-|NA|CAS=NA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498.9302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10.45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22.687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168.83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52353.999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extLst>
                  <a:ext uri="{0D108BD9-81ED-4DB2-BD59-A6C34878D82A}">
                    <a16:rowId xmlns:a16="http://schemas.microsoft.com/office/drawing/2014/main" val="729626977"/>
                  </a:ext>
                </a:extLst>
              </a:tr>
              <a:tr h="44832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[CF2]n_9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u="none" strike="noStrike">
                          <a:effectLst/>
                        </a:rPr>
                        <a:t>PFOS-L|(M-H)-|NA|CAS=NA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498.9302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10.45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22.687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168.83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52517.999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10" marR="3610" marT="3610" marB="0" anchor="b"/>
                </a:tc>
                <a:extLst>
                  <a:ext uri="{0D108BD9-81ED-4DB2-BD59-A6C34878D82A}">
                    <a16:rowId xmlns:a16="http://schemas.microsoft.com/office/drawing/2014/main" val="32435061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6A1CCCF-B940-1E39-1803-DB6BDC5E5648}"/>
              </a:ext>
            </a:extLst>
          </p:cNvPr>
          <p:cNvSpPr txBox="1"/>
          <p:nvPr/>
        </p:nvSpPr>
        <p:spPr>
          <a:xfrm>
            <a:off x="8848441" y="2806349"/>
            <a:ext cx="2896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PFOS-L (feature ID 3) is placed in 8 different homologous series across the set of 11 samples</a:t>
            </a:r>
          </a:p>
        </p:txBody>
      </p:sp>
    </p:spTree>
    <p:extLst>
      <p:ext uri="{BB962C8B-B14F-4D97-AF65-F5344CB8AC3E}">
        <p14:creationId xmlns:p14="http://schemas.microsoft.com/office/powerpoint/2010/main" val="1408128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24EBF-3DA3-7183-8523-A6F7B90E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Checking PIMMS in Skyline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934A5-C98F-5347-4BB5-28693CB39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features into Skyline to quickly check multiple samples at once</a:t>
            </a:r>
          </a:p>
          <a:p>
            <a:r>
              <a:rPr lang="en-US" dirty="0"/>
              <a:t>Of the 67 features, some were post source decay of multimers of known PFAS – removed from list</a:t>
            </a:r>
          </a:p>
          <a:p>
            <a:r>
              <a:rPr lang="en-US" dirty="0"/>
              <a:t>Many of them were noise (signal throughout LC gradient) or contamination (peak present in double blank)</a:t>
            </a:r>
          </a:p>
          <a:p>
            <a:r>
              <a:rPr lang="en-US" dirty="0"/>
              <a:t>15 features remained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230A8BC-9BAE-3D88-4431-B1C8BE7F3D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0435255"/>
              </p:ext>
            </p:extLst>
          </p:nvPr>
        </p:nvGraphicFramePr>
        <p:xfrm>
          <a:off x="1155109" y="34290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53B655F-0E6C-4031-B8C5-A9F242EAAE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8198945"/>
              </p:ext>
            </p:extLst>
          </p:nvPr>
        </p:nvGraphicFramePr>
        <p:xfrm>
          <a:off x="5861209" y="34290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33162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90756-A1F6-C7BC-530B-C50E6EB5F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observation of PIMMS vs Skyline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2648D-7E11-0382-E815-0B2E7CCF0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ID 2288, m/z 165.0552</a:t>
            </a:r>
          </a:p>
          <a:p>
            <a:pPr lvl="1"/>
            <a:r>
              <a:rPr lang="en-US" dirty="0"/>
              <a:t>PIMMS says only in sample ID 1645</a:t>
            </a:r>
          </a:p>
          <a:p>
            <a:pPr lvl="1"/>
            <a:r>
              <a:rPr lang="en-US" dirty="0"/>
              <a:t>Skyline says present in all gator samples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5E924C-75E3-6E9D-BF15-77C246E5B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26" y="2485352"/>
            <a:ext cx="5418036" cy="3559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BECB94-C968-353B-7961-DF487762C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304" y="2485352"/>
            <a:ext cx="5709512" cy="354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02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50333-CB77-D06B-F007-E569BF56C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Doesn’t look like anything… back to MS1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8270F-9E54-60B3-B635-D0AB131CE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Sites B and C as experiment, Site A as control for feature prioritization</a:t>
            </a:r>
          </a:p>
          <a:p>
            <a:r>
              <a:rPr lang="en-US" dirty="0"/>
              <a:t>MP results: 8,958 features</a:t>
            </a:r>
          </a:p>
          <a:p>
            <a:r>
              <a:rPr lang="en-US" dirty="0"/>
              <a:t>After PIMMS processing: 242 features</a:t>
            </a:r>
          </a:p>
          <a:p>
            <a:pPr lvl="1"/>
            <a:r>
              <a:rPr lang="en-US" dirty="0"/>
              <a:t>31 likely</a:t>
            </a:r>
          </a:p>
          <a:p>
            <a:pPr lvl="1"/>
            <a:r>
              <a:rPr lang="en-US" dirty="0"/>
              <a:t>62 tentative (EPA match)</a:t>
            </a:r>
          </a:p>
          <a:p>
            <a:pPr lvl="1"/>
            <a:r>
              <a:rPr lang="en-US" dirty="0"/>
              <a:t>149 tentative (no EPA match)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7B68AD-2930-033B-8447-3B6A56732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987" y="2649128"/>
            <a:ext cx="3887426" cy="38437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F74A56-5CD4-B2F5-09C9-37CD33B31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510" y="2649128"/>
            <a:ext cx="4040302" cy="384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856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E20A0-1F2E-71E2-3365-F9D95705C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PIMMS output (without any feature validation)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905CB-6B38-379E-A7B2-F0D66AC8D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Mean: 16.8 features/gator, SD 9.8</a:t>
            </a:r>
          </a:p>
          <a:p>
            <a:r>
              <a:rPr lang="en-US" dirty="0"/>
              <a:t>Median: 15.5 features/gator</a:t>
            </a:r>
          </a:p>
          <a:p>
            <a:r>
              <a:rPr lang="en-US" dirty="0"/>
              <a:t>Min: 1 feature/gator</a:t>
            </a:r>
          </a:p>
          <a:p>
            <a:r>
              <a:rPr lang="en-US" dirty="0"/>
              <a:t>Max: 47 features/gator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BB6C7F-B4A8-4FBA-8D7F-8FDD86B35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297" y="2995229"/>
            <a:ext cx="4127281" cy="30638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B4248A-D593-B4CE-9D33-CE091B07C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421" y="2995229"/>
            <a:ext cx="4263056" cy="302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63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63887-110B-77E6-395F-E81CC338F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Breakdown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658F5-7867-3E3B-ED47-70235D943C5B}"/>
              </a:ext>
            </a:extLst>
          </p:cNvPr>
          <p:cNvSpPr txBox="1"/>
          <p:nvPr/>
        </p:nvSpPr>
        <p:spPr>
          <a:xfrm>
            <a:off x="838200" y="1289066"/>
            <a:ext cx="379476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Site Averages (features/gator)</a:t>
            </a:r>
          </a:p>
          <a:p>
            <a:endParaRPr lang="en-US" dirty="0"/>
          </a:p>
          <a:p>
            <a:r>
              <a:rPr lang="en-US" dirty="0"/>
              <a:t>Total</a:t>
            </a:r>
          </a:p>
          <a:p>
            <a:r>
              <a:rPr lang="en-US" dirty="0"/>
              <a:t>B    18.5</a:t>
            </a:r>
          </a:p>
          <a:p>
            <a:r>
              <a:rPr lang="en-US" dirty="0"/>
              <a:t>C    12.0</a:t>
            </a:r>
          </a:p>
          <a:p>
            <a:endParaRPr lang="en-US" dirty="0"/>
          </a:p>
          <a:p>
            <a:r>
              <a:rPr lang="en-US" dirty="0"/>
              <a:t>Likely</a:t>
            </a:r>
          </a:p>
          <a:p>
            <a:r>
              <a:rPr lang="en-US" dirty="0"/>
              <a:t>B    7.7</a:t>
            </a:r>
          </a:p>
          <a:p>
            <a:r>
              <a:rPr lang="en-US" dirty="0"/>
              <a:t>C    4.4</a:t>
            </a:r>
          </a:p>
          <a:p>
            <a:endParaRPr lang="en-US" dirty="0"/>
          </a:p>
          <a:p>
            <a:r>
              <a:rPr lang="en-US" dirty="0"/>
              <a:t>Tentative (EPA match)</a:t>
            </a:r>
          </a:p>
          <a:p>
            <a:r>
              <a:rPr lang="en-US" dirty="0"/>
              <a:t>B    5.0</a:t>
            </a:r>
          </a:p>
          <a:p>
            <a:r>
              <a:rPr lang="en-US" dirty="0"/>
              <a:t>C    3.4</a:t>
            </a:r>
          </a:p>
          <a:p>
            <a:endParaRPr lang="en-US" dirty="0"/>
          </a:p>
          <a:p>
            <a:r>
              <a:rPr lang="en-US" dirty="0"/>
              <a:t>Tentative (no match)</a:t>
            </a:r>
          </a:p>
          <a:p>
            <a:r>
              <a:rPr lang="en-US" dirty="0"/>
              <a:t>B    5.8</a:t>
            </a:r>
          </a:p>
          <a:p>
            <a:r>
              <a:rPr lang="en-US" dirty="0"/>
              <a:t>C    4.2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38786E-8EC7-08D0-D762-E7ECA918D5FC}"/>
              </a:ext>
            </a:extLst>
          </p:cNvPr>
          <p:cNvSpPr txBox="1"/>
          <p:nvPr/>
        </p:nvSpPr>
        <p:spPr>
          <a:xfrm>
            <a:off x="4906478" y="1423425"/>
            <a:ext cx="46225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Site B Averages (Total features/gator)</a:t>
            </a:r>
          </a:p>
          <a:p>
            <a:r>
              <a:rPr lang="en-US" dirty="0"/>
              <a:t>Season</a:t>
            </a:r>
          </a:p>
          <a:p>
            <a:r>
              <a:rPr lang="en-US" dirty="0"/>
              <a:t>2018      27.5</a:t>
            </a:r>
          </a:p>
          <a:p>
            <a:r>
              <a:rPr lang="en-US" dirty="0"/>
              <a:t>2019      17.0</a:t>
            </a:r>
          </a:p>
          <a:p>
            <a:r>
              <a:rPr lang="en-US" dirty="0"/>
              <a:t>2020      20.7</a:t>
            </a:r>
          </a:p>
          <a:p>
            <a:r>
              <a:rPr lang="en-US" dirty="0"/>
              <a:t>2021      18.1</a:t>
            </a:r>
          </a:p>
          <a:p>
            <a:r>
              <a:rPr lang="en-US" dirty="0"/>
              <a:t>2022      17.8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AA546-3856-8DCB-1384-E97F4B6C5507}"/>
              </a:ext>
            </a:extLst>
          </p:cNvPr>
          <p:cNvSpPr txBox="1"/>
          <p:nvPr/>
        </p:nvSpPr>
        <p:spPr>
          <a:xfrm>
            <a:off x="4834288" y="4399888"/>
            <a:ext cx="47669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Site C Averages (Total features/gator)</a:t>
            </a:r>
          </a:p>
          <a:p>
            <a:r>
              <a:rPr lang="en-US" dirty="0"/>
              <a:t>Season</a:t>
            </a:r>
          </a:p>
          <a:p>
            <a:r>
              <a:rPr lang="en-US" dirty="0"/>
              <a:t>2019      12.9</a:t>
            </a:r>
          </a:p>
          <a:p>
            <a:r>
              <a:rPr lang="en-US" dirty="0"/>
              <a:t>2022      11.3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824006-F883-43D5-B0AF-0B84C195A972}"/>
              </a:ext>
            </a:extLst>
          </p:cNvPr>
          <p:cNvSpPr txBox="1"/>
          <p:nvPr/>
        </p:nvSpPr>
        <p:spPr>
          <a:xfrm>
            <a:off x="7965708" y="2228671"/>
            <a:ext cx="46225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Site B Averages (Total features/gator)</a:t>
            </a:r>
          </a:p>
          <a:p>
            <a:r>
              <a:rPr lang="en-US" dirty="0"/>
              <a:t>Sex</a:t>
            </a:r>
          </a:p>
          <a:p>
            <a:r>
              <a:rPr lang="en-US" dirty="0"/>
              <a:t>F      20.3</a:t>
            </a:r>
          </a:p>
          <a:p>
            <a:r>
              <a:rPr lang="en-US" dirty="0"/>
              <a:t>M     17.6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321A25-E4D4-C42D-333C-5A2EDECA9309}"/>
              </a:ext>
            </a:extLst>
          </p:cNvPr>
          <p:cNvSpPr txBox="1"/>
          <p:nvPr/>
        </p:nvSpPr>
        <p:spPr>
          <a:xfrm>
            <a:off x="7965708" y="5020107"/>
            <a:ext cx="46225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Site C Averages (Total features/gator)</a:t>
            </a:r>
          </a:p>
          <a:p>
            <a:r>
              <a:rPr lang="en-US" dirty="0"/>
              <a:t>Sex</a:t>
            </a:r>
          </a:p>
          <a:p>
            <a:r>
              <a:rPr lang="en-US" dirty="0"/>
              <a:t>F      9.3</a:t>
            </a:r>
          </a:p>
          <a:p>
            <a:r>
              <a:rPr lang="en-US" dirty="0"/>
              <a:t>M     13.3</a:t>
            </a:r>
          </a:p>
        </p:txBody>
      </p:sp>
    </p:spTree>
    <p:extLst>
      <p:ext uri="{BB962C8B-B14F-4D97-AF65-F5344CB8AC3E}">
        <p14:creationId xmlns:p14="http://schemas.microsoft.com/office/powerpoint/2010/main" val="583253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390AF-4EA5-D764-DC4C-FF86907F6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Unvalidated PFAS-like features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77D90-239B-BC64-0525-E38CE9085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PFAS-like features at site B</a:t>
            </a:r>
          </a:p>
          <a:p>
            <a:r>
              <a:rPr lang="en-US" dirty="0"/>
              <a:t>No clear trends over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C5D91-3FD2-3674-553E-82C3BABFC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62715"/>
            <a:ext cx="5206349" cy="3530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74F22C-B59D-6F33-B6CC-8299BA075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549" y="2962715"/>
            <a:ext cx="5206349" cy="353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569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42D1CF-8CDA-F4AC-920F-C4D79FE4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of features flagged by PIMMS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A43080-4A14-D1DC-A6B5-467F33F5F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25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F7B1F-C50C-078A-DABE-F1A4B592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Goals with validation and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9F1AE-B0A0-A6AB-AB12-492C80E59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Aim of project was using gators as a sentinel species for PFAS exposure</a:t>
            </a:r>
          </a:p>
          <a:p>
            <a:r>
              <a:rPr lang="en-US" dirty="0"/>
              <a:t>What PFAS are in the gators that should be monitored for in water, fish, and people?</a:t>
            </a:r>
          </a:p>
          <a:p>
            <a:r>
              <a:rPr lang="en-US" dirty="0"/>
              <a:t>Spreadsheet "C:\Users\Student PC\OneDrive - University of North Carolina at Chapel Hill\UNC Research\2022 Alligator Plasma PFAS\PIMMS\AKB_feature_summary_prioritized_20241204.xlsx“</a:t>
            </a:r>
          </a:p>
          <a:p>
            <a:r>
              <a:rPr lang="en-US" dirty="0"/>
              <a:t>Prior to validation, all tentative features are Level 5 (62 EPA match + 149 with no match = 211 Level 5 features)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56140B65-73A9-6B28-7A20-30BD4279C38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520091336"/>
                  </p:ext>
                </p:extLst>
              </p:nvPr>
            </p:nvGraphicFramePr>
            <p:xfrm>
              <a:off x="1908465" y="3433763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56140B65-73A9-6B28-7A20-30BD4279C38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8465" y="3433763"/>
                <a:ext cx="4572000" cy="274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5016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3CD64-800E-ED77-3CCB-4015C414B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“Likely” Feature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9417B-81C1-86C6-F0BC-C360CABEC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FM-IM uses a pre-loaded CCS library (based on ours)</a:t>
            </a:r>
          </a:p>
          <a:p>
            <a:r>
              <a:rPr lang="en-US" dirty="0"/>
              <a:t>PIMMS looks for m/z and CCS matches from FM-IM (score = A) and assigns a “Likely” name</a:t>
            </a:r>
          </a:p>
          <a:p>
            <a:r>
              <a:rPr lang="en-US" dirty="0"/>
              <a:t>Neither of these check against in-house values for RT -&gt; required for a higher confidence identification</a:t>
            </a:r>
          </a:p>
          <a:p>
            <a:pPr lvl="1"/>
            <a:r>
              <a:rPr lang="en-US" dirty="0"/>
              <a:t>Without validation, default is Level 3 for these 31 features</a:t>
            </a:r>
          </a:p>
          <a:p>
            <a:pPr lvl="1"/>
            <a:r>
              <a:rPr lang="en-US" dirty="0"/>
              <a:t>However, Skyline workflow should already catch these features</a:t>
            </a:r>
          </a:p>
          <a:p>
            <a:r>
              <a:rPr lang="en-US" dirty="0"/>
              <a:t>Goals:</a:t>
            </a:r>
          </a:p>
          <a:p>
            <a:pPr lvl="1"/>
            <a:r>
              <a:rPr lang="en-US" dirty="0"/>
              <a:t>See if we can find any new PFAS that are isobars of library PFAS</a:t>
            </a:r>
          </a:p>
          <a:p>
            <a:pPr lvl="1"/>
            <a:r>
              <a:rPr lang="en-US" dirty="0"/>
              <a:t>Investigate how well PIMMS compares to Skyline in alligators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138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7DDE-9651-76B1-AD01-9657AAFA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“Likely” features flagged in PIMMS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02058-CFDD-F594-BDE2-780EF8602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31 features matched to 14 different PFAS</a:t>
            </a:r>
          </a:p>
          <a:p>
            <a:pPr lvl="1"/>
            <a:r>
              <a:rPr lang="en-US" dirty="0"/>
              <a:t>6 PFCAs</a:t>
            </a:r>
          </a:p>
          <a:p>
            <a:pPr lvl="2"/>
            <a:r>
              <a:rPr lang="en-US" dirty="0"/>
              <a:t>PFNA, PFDA, </a:t>
            </a:r>
            <a:r>
              <a:rPr lang="en-US" dirty="0" err="1"/>
              <a:t>PFUdA</a:t>
            </a:r>
            <a:r>
              <a:rPr lang="en-US" dirty="0"/>
              <a:t>, </a:t>
            </a:r>
            <a:r>
              <a:rPr lang="en-US" dirty="0" err="1"/>
              <a:t>PFDoA</a:t>
            </a:r>
            <a:r>
              <a:rPr lang="en-US" dirty="0"/>
              <a:t>, </a:t>
            </a:r>
            <a:r>
              <a:rPr lang="en-US" dirty="0" err="1"/>
              <a:t>PFTrDA</a:t>
            </a:r>
            <a:r>
              <a:rPr lang="en-US" dirty="0"/>
              <a:t>, </a:t>
            </a:r>
            <a:r>
              <a:rPr lang="en-US" dirty="0" err="1"/>
              <a:t>PFTeDA</a:t>
            </a:r>
            <a:endParaRPr lang="en-US" dirty="0"/>
          </a:p>
          <a:p>
            <a:pPr lvl="3"/>
            <a:r>
              <a:rPr lang="en-US" dirty="0"/>
              <a:t>Can have both M-H- and M-H-CO2-, explains some of the duplicates</a:t>
            </a:r>
          </a:p>
          <a:p>
            <a:pPr lvl="1"/>
            <a:r>
              <a:rPr lang="en-US" dirty="0"/>
              <a:t>5 PFSAs</a:t>
            </a:r>
          </a:p>
          <a:p>
            <a:pPr lvl="2"/>
            <a:r>
              <a:rPr lang="en-US" dirty="0" err="1"/>
              <a:t>PFHxS</a:t>
            </a:r>
            <a:r>
              <a:rPr lang="en-US" dirty="0"/>
              <a:t>, </a:t>
            </a:r>
            <a:r>
              <a:rPr lang="en-US" dirty="0" err="1"/>
              <a:t>PFHpS</a:t>
            </a:r>
            <a:r>
              <a:rPr lang="en-US" dirty="0"/>
              <a:t>, PFOS, PFNS, PFDS</a:t>
            </a:r>
          </a:p>
          <a:p>
            <a:pPr lvl="3"/>
            <a:r>
              <a:rPr lang="en-US" dirty="0"/>
              <a:t>Library contains L-PFSAs only, so branched isomers are flagged as linear</a:t>
            </a:r>
          </a:p>
          <a:p>
            <a:pPr lvl="1"/>
            <a:r>
              <a:rPr lang="en-US" dirty="0"/>
              <a:t>3 others</a:t>
            </a:r>
          </a:p>
          <a:p>
            <a:pPr lvl="2"/>
            <a:r>
              <a:rPr lang="en-US" dirty="0"/>
              <a:t>8:2 FTS</a:t>
            </a:r>
          </a:p>
          <a:p>
            <a:pPr lvl="2"/>
            <a:r>
              <a:rPr lang="en-US" dirty="0" err="1"/>
              <a:t>Nafion</a:t>
            </a:r>
            <a:r>
              <a:rPr lang="en-US" dirty="0"/>
              <a:t> Byproduct 2</a:t>
            </a:r>
          </a:p>
          <a:p>
            <a:pPr lvl="3"/>
            <a:r>
              <a:rPr lang="en-US" dirty="0"/>
              <a:t>Interestingly, 4 features with 3 RT peaks</a:t>
            </a:r>
          </a:p>
          <a:p>
            <a:pPr lvl="2"/>
            <a:r>
              <a:rPr lang="en-US" dirty="0"/>
              <a:t>PMPA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49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895D-DFC3-EF3A-E61C-FB635E0F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“Likely” feature RT checking vs our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4B64B-C5F0-7FFE-953B-1B6023C90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of a confirmed match: 8:2 FTS </a:t>
            </a:r>
          </a:p>
          <a:p>
            <a:pPr lvl="1"/>
            <a:r>
              <a:rPr lang="en-US" dirty="0"/>
              <a:t>Level 1 based on in-house library RT, CCS, and m/z match plus diagnostic evidence (6:2 FTS and 10:2 FTS also detected in Skyline workflow)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566AD-F445-679D-E445-2B90AB593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469" y="2880244"/>
            <a:ext cx="3644664" cy="25457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B21C68-0782-0F53-C815-5AB687580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356" y="2880244"/>
            <a:ext cx="3644664" cy="254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02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2B12F-48B2-8B66-D4F2-438816C05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8D2B2-4E0D-C321-8ED7-C9EED85A1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“Likely” feature RT checking vs our library: Erroneous matches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91835-05AB-3F59-B7FE-7881192AE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Nafion</a:t>
            </a:r>
            <a:r>
              <a:rPr lang="en-US" dirty="0"/>
              <a:t> Byproduct 2 (504, 1086, 2376, 3273)</a:t>
            </a:r>
          </a:p>
          <a:p>
            <a:pPr lvl="1"/>
            <a:r>
              <a:rPr lang="en-US" dirty="0"/>
              <a:t>RT peaks (8.64, 8.71, 8.78) are seen as 2 peaks in Skyline (8.6 and 8.8 min)</a:t>
            </a:r>
          </a:p>
          <a:p>
            <a:pPr lvl="1"/>
            <a:r>
              <a:rPr lang="en-US" dirty="0"/>
              <a:t>In house library is 8.8 min</a:t>
            </a:r>
          </a:p>
          <a:p>
            <a:pPr lvl="1"/>
            <a:r>
              <a:rPr lang="en-US" dirty="0"/>
              <a:t>Skyline also has 2 other peaks (9.2 and 9.4 min) in some samples</a:t>
            </a:r>
          </a:p>
          <a:p>
            <a:pPr lvl="1"/>
            <a:r>
              <a:rPr lang="en-US" dirty="0"/>
              <a:t>Confirmed the 8.6 and 8.8 min peaks are NBP2 (branched isomers)</a:t>
            </a:r>
          </a:p>
          <a:p>
            <a:pPr lvl="2"/>
            <a:r>
              <a:rPr lang="en-US" dirty="0"/>
              <a:t>8.8 min: Level 1</a:t>
            </a:r>
          </a:p>
          <a:p>
            <a:pPr lvl="2"/>
            <a:r>
              <a:rPr lang="en-US" dirty="0"/>
              <a:t>8.6 min: Level 3</a:t>
            </a:r>
          </a:p>
          <a:p>
            <a:pPr lvl="1"/>
            <a:r>
              <a:rPr lang="en-US" dirty="0"/>
              <a:t>Peaks at 9.2 and 9.4 min could be false negatives in PIMMS or false positives in Skyline (Level 3 or 4?)</a:t>
            </a:r>
          </a:p>
          <a:p>
            <a:r>
              <a:rPr lang="en-US" dirty="0"/>
              <a:t>PFNA (8367, 330, 3331)</a:t>
            </a:r>
          </a:p>
          <a:p>
            <a:pPr lvl="1"/>
            <a:r>
              <a:rPr lang="en-US" dirty="0"/>
              <a:t>2 peaks at 10.4 min (matches in house library) – these are confirmed Level 1</a:t>
            </a:r>
          </a:p>
          <a:p>
            <a:pPr lvl="1"/>
            <a:r>
              <a:rPr lang="en-US" dirty="0"/>
              <a:t>1 peak at 13.2 min with correct CCS for PFNA M-H-CO2-</a:t>
            </a:r>
          </a:p>
          <a:p>
            <a:pPr lvl="2"/>
            <a:r>
              <a:rPr lang="en-US" dirty="0"/>
              <a:t>Skyline shows several other RTs with this peak – suggests in source fragment of something else</a:t>
            </a:r>
          </a:p>
          <a:p>
            <a:pPr lvl="2"/>
            <a:r>
              <a:rPr lang="en-US" dirty="0"/>
              <a:t>Several structural possibilities at the same RT could generate a C</a:t>
            </a:r>
            <a:r>
              <a:rPr lang="en-US" baseline="-25000" dirty="0"/>
              <a:t>8</a:t>
            </a:r>
            <a:r>
              <a:rPr lang="en-US" dirty="0"/>
              <a:t>F</a:t>
            </a:r>
            <a:r>
              <a:rPr lang="en-US" baseline="-25000" dirty="0"/>
              <a:t>17</a:t>
            </a:r>
            <a:r>
              <a:rPr lang="en-US" dirty="0"/>
              <a:t> in source: heavy N-</a:t>
            </a:r>
            <a:r>
              <a:rPr lang="en-US" dirty="0" err="1"/>
              <a:t>EtFOSE</a:t>
            </a:r>
            <a:r>
              <a:rPr lang="en-US" dirty="0"/>
              <a:t>, heavy N-</a:t>
            </a:r>
            <a:r>
              <a:rPr lang="en-US" dirty="0" err="1"/>
              <a:t>EtFOSA</a:t>
            </a:r>
            <a:r>
              <a:rPr lang="en-US" dirty="0"/>
              <a:t>, 6:8 </a:t>
            </a:r>
            <a:r>
              <a:rPr lang="en-US" dirty="0" err="1"/>
              <a:t>PFPi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2604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FBE04-5EF4-8F32-CA71-57F0257E5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141A-AA73-B33C-22DB-6AA974C75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“Likely” feature RT checking vs our library: Erroneous matches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70A23-D8FF-EEB6-AE2C-7269DAA4D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PFOS (5002) at 10.9 min</a:t>
            </a:r>
          </a:p>
          <a:p>
            <a:pPr lvl="1"/>
            <a:r>
              <a:rPr lang="en-US" dirty="0"/>
              <a:t>If this is a new PFAS, there’s no way to tell</a:t>
            </a:r>
          </a:p>
          <a:p>
            <a:pPr lvl="1"/>
            <a:r>
              <a:rPr lang="en-US" dirty="0"/>
              <a:t>More likely just a long tailing PFOS</a:t>
            </a:r>
          </a:p>
          <a:p>
            <a:pPr lvl="1"/>
            <a:r>
              <a:rPr lang="en-US" dirty="0"/>
              <a:t>Flagged as novel due to no tail in the blanks</a:t>
            </a:r>
          </a:p>
          <a:p>
            <a:pPr lvl="1"/>
            <a:r>
              <a:rPr lang="en-US" dirty="0"/>
              <a:t>False positive</a:t>
            </a:r>
          </a:p>
          <a:p>
            <a:r>
              <a:rPr lang="en-US" dirty="0" err="1"/>
              <a:t>PFUdA</a:t>
            </a:r>
            <a:r>
              <a:rPr lang="en-US" dirty="0"/>
              <a:t> (595, 2130, 377, 747)</a:t>
            </a:r>
          </a:p>
          <a:p>
            <a:pPr lvl="1"/>
            <a:r>
              <a:rPr lang="en-US" dirty="0"/>
              <a:t>PIMMS has 3 RT peaks (11.7, 11.8, 11.9 min) and 2 CCS peaks</a:t>
            </a:r>
          </a:p>
          <a:p>
            <a:pPr lvl="1"/>
            <a:r>
              <a:rPr lang="en-US" dirty="0"/>
              <a:t>Skyline has 2 RT peaks: 11.7 and 11.9 min</a:t>
            </a:r>
          </a:p>
          <a:p>
            <a:pPr lvl="1"/>
            <a:r>
              <a:rPr lang="en-US" dirty="0"/>
              <a:t>Library has 1 RT peak (11.9  min) and 2 CCS peaks (for M-H- and M-H-CO2-)</a:t>
            </a:r>
          </a:p>
          <a:p>
            <a:pPr lvl="1"/>
            <a:r>
              <a:rPr lang="en-US" dirty="0"/>
              <a:t>595 and 377: confirmed </a:t>
            </a:r>
            <a:r>
              <a:rPr lang="en-US" dirty="0" err="1"/>
              <a:t>PFUdA</a:t>
            </a:r>
            <a:endParaRPr lang="en-US" dirty="0"/>
          </a:p>
          <a:p>
            <a:pPr lvl="1"/>
            <a:r>
              <a:rPr lang="en-US" dirty="0"/>
              <a:t>2130 and 747: </a:t>
            </a:r>
            <a:r>
              <a:rPr lang="en-US" dirty="0" err="1"/>
              <a:t>br-PFUdA</a:t>
            </a:r>
            <a:r>
              <a:rPr lang="en-US" dirty="0"/>
              <a:t>?</a:t>
            </a:r>
          </a:p>
          <a:p>
            <a:r>
              <a:rPr lang="en-US" dirty="0"/>
              <a:t>PMPA (1413)</a:t>
            </a:r>
          </a:p>
          <a:p>
            <a:pPr lvl="1"/>
            <a:r>
              <a:rPr lang="en-US" dirty="0"/>
              <a:t>RT of 11.1 min, which does not match our library RT value of 2.6 min</a:t>
            </a:r>
          </a:p>
          <a:p>
            <a:pPr lvl="1"/>
            <a:r>
              <a:rPr lang="en-US" dirty="0"/>
              <a:t>Skyline also shows a peak at 7.3 min</a:t>
            </a:r>
          </a:p>
          <a:p>
            <a:pPr lvl="1"/>
            <a:r>
              <a:rPr lang="en-US" dirty="0"/>
              <a:t>More likely in source C</a:t>
            </a:r>
            <a:r>
              <a:rPr lang="en-US" baseline="-25000" dirty="0"/>
              <a:t>3</a:t>
            </a:r>
            <a:r>
              <a:rPr lang="en-US" dirty="0"/>
              <a:t>F</a:t>
            </a:r>
            <a:r>
              <a:rPr lang="en-US" baseline="-25000" dirty="0"/>
              <a:t>7</a:t>
            </a:r>
            <a:r>
              <a:rPr lang="en-US" dirty="0"/>
              <a:t>O fragment (heavy or native GenX at 7.3 min)</a:t>
            </a:r>
          </a:p>
          <a:p>
            <a:pPr lvl="1"/>
            <a:r>
              <a:rPr lang="en-US" dirty="0"/>
              <a:t>Possibly indicating some other ether is eluting here (none in our library at a similar RT) – worth investigating more</a:t>
            </a:r>
          </a:p>
          <a:p>
            <a:pPr lvl="1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E62598-AA49-2309-BE0D-0F70ED24B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947" y="1061050"/>
            <a:ext cx="2804035" cy="167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57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0D4E7-3AFA-6C7C-BB55-E29286204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“Tentative” PFAS Prioritization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62F7B-928D-78A9-CE7A-490B572DC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Excluded features with RT &lt; 2 min</a:t>
            </a:r>
          </a:p>
          <a:p>
            <a:pPr lvl="1"/>
            <a:r>
              <a:rPr lang="en-US" dirty="0"/>
              <a:t>EPA match: 6 features</a:t>
            </a:r>
          </a:p>
          <a:p>
            <a:pPr lvl="1"/>
            <a:r>
              <a:rPr lang="en-US" dirty="0"/>
              <a:t>No match: 34 features</a:t>
            </a:r>
          </a:p>
          <a:p>
            <a:r>
              <a:rPr lang="en-US" dirty="0"/>
              <a:t>Imported list to Skyline to check if noise/present in blanks</a:t>
            </a:r>
          </a:p>
          <a:p>
            <a:r>
              <a:rPr lang="en-US" dirty="0"/>
              <a:t>Investigated remaining features </a:t>
            </a:r>
          </a:p>
          <a:p>
            <a:pPr lvl="1"/>
            <a:r>
              <a:rPr lang="en-US" dirty="0"/>
              <a:t>Prioritized by highest detection frequency</a:t>
            </a:r>
          </a:p>
          <a:p>
            <a:pPr lvl="1"/>
            <a:r>
              <a:rPr lang="en-US" dirty="0"/>
              <a:t>Compared to MSMS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AD54F-3197-CE50-B8BF-0AB557E94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359" y="1061050"/>
            <a:ext cx="2683079" cy="25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247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00603-8B54-4986-069C-39272FAAB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6DE7E-1216-A2C7-E1A8-E2A47F83A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Imported tentative matches into Skyline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DA1D0-D5CF-F709-5755-8F466B617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of the features were clearly spurious despite being identified in feature finding, FM-IM, and PIMMS filtering</a:t>
            </a:r>
          </a:p>
          <a:p>
            <a:r>
              <a:rPr lang="en-US" dirty="0"/>
              <a:t>Excluded due to:</a:t>
            </a:r>
          </a:p>
          <a:p>
            <a:pPr lvl="1"/>
            <a:r>
              <a:rPr lang="en-US" dirty="0"/>
              <a:t>Duplicate of a branched PFSA isomer (PFOS, PFNS, PFDS) -9 features</a:t>
            </a:r>
          </a:p>
          <a:p>
            <a:pPr lvl="1"/>
            <a:r>
              <a:rPr lang="en-US" dirty="0"/>
              <a:t>Noise present throughout chromatogram -110 features</a:t>
            </a:r>
          </a:p>
          <a:p>
            <a:pPr lvl="1"/>
            <a:r>
              <a:rPr lang="en-US" dirty="0"/>
              <a:t>Tailing from another feature in m/z or drift dimension -2 features</a:t>
            </a:r>
          </a:p>
          <a:p>
            <a:pPr lvl="1"/>
            <a:r>
              <a:rPr lang="en-US" dirty="0"/>
              <a:t>Present in high levels in blanks -22 features</a:t>
            </a:r>
          </a:p>
          <a:p>
            <a:r>
              <a:rPr lang="en-US" dirty="0"/>
              <a:t>Prioritized “tentative” features remaining:</a:t>
            </a:r>
          </a:p>
          <a:p>
            <a:pPr lvl="1"/>
            <a:r>
              <a:rPr lang="en-US" dirty="0"/>
              <a:t>EPA library match: 13</a:t>
            </a:r>
          </a:p>
          <a:p>
            <a:pPr lvl="1"/>
            <a:r>
              <a:rPr lang="en-US" dirty="0"/>
              <a:t>No match: 15</a:t>
            </a:r>
          </a:p>
          <a:p>
            <a:r>
              <a:rPr lang="en-US" dirty="0"/>
              <a:t>Compared prioritized matches to MSMS priority list -&gt; interestingly, no matches</a:t>
            </a:r>
          </a:p>
          <a:p>
            <a:pPr lvl="1"/>
            <a:r>
              <a:rPr lang="en-US" dirty="0"/>
              <a:t>Could mean no MS2 data available for MS1 priority features? Not necessarily..</a:t>
            </a:r>
          </a:p>
          <a:p>
            <a:r>
              <a:rPr lang="en-US" dirty="0"/>
              <a:t>Compared priority list to in-house library as a double check</a:t>
            </a:r>
          </a:p>
          <a:p>
            <a:pPr lvl="1"/>
            <a:r>
              <a:rPr lang="en-US" dirty="0"/>
              <a:t>EPA library matches: 6 of them were post-source decay of a PFCA already in the library</a:t>
            </a:r>
          </a:p>
          <a:p>
            <a:pPr lvl="1"/>
            <a:r>
              <a:rPr lang="en-US" dirty="0"/>
              <a:t>No match: 9 PSD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090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B1F17-BF98-F114-AAA6-5E5207EFD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718B-AE12-996F-968B-AEED7C529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Excluded (present in blanks)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37668-C979-96C5-3069-3236A5E32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77" y="1440298"/>
            <a:ext cx="3837824" cy="2287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DEA0D-77AB-0441-8D2F-60B34AFDE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77" y="3587073"/>
            <a:ext cx="4054798" cy="22972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302DE0-3F11-C28D-EA3B-3DCC7CADA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038" y="1455602"/>
            <a:ext cx="3615881" cy="21550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82ADFD-92F8-A0A6-6644-9A592F560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8601" y="3587073"/>
            <a:ext cx="4054798" cy="22972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94639D-9912-5A83-B621-89CD58F73DED}"/>
              </a:ext>
            </a:extLst>
          </p:cNvPr>
          <p:cNvSpPr txBox="1"/>
          <p:nvPr/>
        </p:nvSpPr>
        <p:spPr>
          <a:xfrm>
            <a:off x="1473346" y="106105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Gator sample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DF4D78-6629-72A5-F0BC-1C606F15EA15}"/>
              </a:ext>
            </a:extLst>
          </p:cNvPr>
          <p:cNvSpPr txBox="1"/>
          <p:nvPr/>
        </p:nvSpPr>
        <p:spPr>
          <a:xfrm>
            <a:off x="5192384" y="1084627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Double blank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1D93D9-7BB4-C2F8-6F78-077761152A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0453" y="1451942"/>
            <a:ext cx="3920770" cy="17754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431281-385D-63FF-8381-4679F2DB439F}"/>
              </a:ext>
            </a:extLst>
          </p:cNvPr>
          <p:cNvSpPr txBox="1"/>
          <p:nvPr/>
        </p:nvSpPr>
        <p:spPr>
          <a:xfrm>
            <a:off x="8040453" y="3858530"/>
            <a:ext cx="40547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Feature ID# 393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PIMMS: Tentative (No library match)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FM-IM: 3+ in RT and DT ordered homologous series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Interestingly, detection frequency with PIMMS was 1.0%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Illustrates complexity of blank subtraction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Suggestion/explore: Use a stricter blank subtraction (e.g. 10x average of blanks)</a:t>
            </a:r>
          </a:p>
        </p:txBody>
      </p:sp>
    </p:spTree>
    <p:extLst>
      <p:ext uri="{BB962C8B-B14F-4D97-AF65-F5344CB8AC3E}">
        <p14:creationId xmlns:p14="http://schemas.microsoft.com/office/powerpoint/2010/main" val="3938805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AA501-290F-3E84-25D2-A4425DCCF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Excluded (noise)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152C8E-953B-74CB-1BBD-CB5913B38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8490" y="1265488"/>
            <a:ext cx="4129433" cy="24611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6C22A8-F890-F9A1-3417-DDAFEF59EF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8490" y="3726611"/>
            <a:ext cx="4522197" cy="25620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4FCFF0-E863-C125-4F77-2F32F8C98B6B}"/>
              </a:ext>
            </a:extLst>
          </p:cNvPr>
          <p:cNvSpPr txBox="1"/>
          <p:nvPr/>
        </p:nvSpPr>
        <p:spPr>
          <a:xfrm>
            <a:off x="5961485" y="4407469"/>
            <a:ext cx="6089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Feature ID# 8778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PIMMS: Tentative (EPA library match)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(1z,6z)-2,2,3,3,4,4,5,5-octafluorohexanediimidamide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FM-IM: Mass defect falling within -0.11 and 0.12 OR exact mass match, and 3+ within homologous series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Detection frequency with PIMMS: 1.0%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1B1A9F-EBB8-7449-2502-D835EBD63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485" y="1478071"/>
            <a:ext cx="5065155" cy="229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07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4BF20-C1A2-B352-A22A-0C69E1AC6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of prioritized “tentative”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60ED8-C9E0-B101-BDF8-ACB5C2D9A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Prioritized “tentative” features remaining:</a:t>
            </a:r>
          </a:p>
          <a:p>
            <a:pPr lvl="1"/>
            <a:r>
              <a:rPr lang="en-US" dirty="0"/>
              <a:t>EPA library match: 13</a:t>
            </a:r>
          </a:p>
          <a:p>
            <a:pPr lvl="1"/>
            <a:r>
              <a:rPr lang="en-US" dirty="0"/>
              <a:t>No match: 15</a:t>
            </a:r>
          </a:p>
          <a:p>
            <a:r>
              <a:rPr lang="en-US" dirty="0"/>
              <a:t>Compared prioritized matches to MSMS priority list -&gt; interestingly, no matches</a:t>
            </a:r>
          </a:p>
          <a:p>
            <a:pPr lvl="1"/>
            <a:r>
              <a:rPr lang="en-US" dirty="0"/>
              <a:t>Could mean no MS2 data available for MS1 priority features? Not necessarily..</a:t>
            </a:r>
          </a:p>
          <a:p>
            <a:r>
              <a:rPr lang="en-US" dirty="0"/>
              <a:t>Compared priority list to in-house library as a double check</a:t>
            </a:r>
          </a:p>
          <a:p>
            <a:pPr lvl="1"/>
            <a:r>
              <a:rPr lang="en-US" dirty="0"/>
              <a:t>EPA library matches: 6 of them were post-source decay of a PFCA already in the library</a:t>
            </a:r>
          </a:p>
          <a:p>
            <a:pPr lvl="1"/>
            <a:r>
              <a:rPr lang="en-US" dirty="0"/>
              <a:t>No match: 9 PSD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302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6B7F-8E85-1004-BB36-6BDFEA38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Post-source decay of something 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28A05-ED0E-F14B-6DB9-86F560E08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48F37-A270-D172-E4DA-B25B387CB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4" y="1663920"/>
            <a:ext cx="4939682" cy="3530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2C0924-8DC0-81C0-8783-E708ACDAA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242" y="1663920"/>
            <a:ext cx="4977778" cy="353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84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984B5-C845-2F44-2A06-CE90BF609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that might actually be PFAS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48780-5CC7-FD77-48CF-B17DA9124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200" dirty="0"/>
              <a:t>3 “Likely” matches that didn’t line up with in house library values</a:t>
            </a:r>
          </a:p>
          <a:p>
            <a:pPr lvl="1"/>
            <a:r>
              <a:rPr lang="en-US" sz="1200" dirty="0"/>
              <a:t>2130: matched </a:t>
            </a:r>
            <a:r>
              <a:rPr lang="en-US" sz="1200" dirty="0" err="1"/>
              <a:t>PFUdA</a:t>
            </a:r>
            <a:r>
              <a:rPr lang="en-US" sz="1200" dirty="0"/>
              <a:t> M-H- but lower RT (possible branched isomer)</a:t>
            </a:r>
          </a:p>
          <a:p>
            <a:pPr lvl="1"/>
            <a:r>
              <a:rPr lang="en-US" sz="1200" dirty="0"/>
              <a:t>747: matched </a:t>
            </a:r>
            <a:r>
              <a:rPr lang="en-US" sz="1200" dirty="0" err="1"/>
              <a:t>PFUdA</a:t>
            </a:r>
            <a:r>
              <a:rPr lang="en-US" sz="1200" dirty="0"/>
              <a:t> M-H-COO- but lower RT (possible branched isomer)</a:t>
            </a:r>
          </a:p>
          <a:p>
            <a:pPr lvl="1"/>
            <a:r>
              <a:rPr lang="en-US" sz="1200" dirty="0"/>
              <a:t>1413: matched PMPA but wrong RT – possible in source fragment of an ether</a:t>
            </a:r>
          </a:p>
          <a:p>
            <a:r>
              <a:rPr lang="en-US" sz="1200" dirty="0"/>
              <a:t>7 EPA library matches</a:t>
            </a:r>
          </a:p>
          <a:p>
            <a:pPr lvl="1"/>
            <a:r>
              <a:rPr lang="en-US" sz="1200" dirty="0"/>
              <a:t>1692: matched PFEESA in the EPA library, but has a different RT than our PFEESA entry</a:t>
            </a:r>
          </a:p>
          <a:p>
            <a:pPr lvl="1"/>
            <a:r>
              <a:rPr lang="en-US" sz="1200" dirty="0"/>
              <a:t>4751: matched PFECHS in the EPA library, but different CCS than our PFECHS entry</a:t>
            </a:r>
          </a:p>
          <a:p>
            <a:pPr lvl="1"/>
            <a:r>
              <a:rPr lang="en-US" sz="1200" dirty="0"/>
              <a:t>7712: matched a </a:t>
            </a:r>
            <a:r>
              <a:rPr lang="en-US" sz="1200" dirty="0" err="1"/>
              <a:t>br</a:t>
            </a:r>
            <a:r>
              <a:rPr lang="en-US" sz="1200" dirty="0"/>
              <a:t>-PFOA in the EPA library, likely PFOA M-H- (not in our library)</a:t>
            </a:r>
          </a:p>
          <a:p>
            <a:pPr lvl="1"/>
            <a:r>
              <a:rPr lang="en-US" sz="1200" dirty="0"/>
              <a:t>2318: matched PubChem CID 22568764 (C8HF17O</a:t>
            </a:r>
            <a:r>
              <a:rPr lang="en-US" sz="1200" baseline="-25000" dirty="0"/>
              <a:t>4</a:t>
            </a:r>
            <a:r>
              <a:rPr lang="en-US" sz="1200" dirty="0"/>
              <a:t>S, ether sulfonate)</a:t>
            </a:r>
          </a:p>
          <a:p>
            <a:pPr lvl="1"/>
            <a:r>
              <a:rPr lang="en-US" sz="1200" dirty="0"/>
              <a:t>6811</a:t>
            </a:r>
          </a:p>
          <a:p>
            <a:pPr lvl="1"/>
            <a:r>
              <a:rPr lang="en-US" sz="1200" dirty="0"/>
              <a:t>2216</a:t>
            </a:r>
          </a:p>
          <a:p>
            <a:pPr lvl="1"/>
            <a:r>
              <a:rPr lang="en-US" sz="1200" dirty="0"/>
              <a:t>5135</a:t>
            </a:r>
          </a:p>
          <a:p>
            <a:r>
              <a:rPr lang="en-US" sz="1200" dirty="0"/>
              <a:t>5 features with no library match</a:t>
            </a:r>
          </a:p>
          <a:p>
            <a:pPr lvl="1"/>
            <a:r>
              <a:rPr lang="en-US" sz="1200" dirty="0"/>
              <a:t>5849: in series with PFCA M-H-COO-, possibly </a:t>
            </a:r>
            <a:r>
              <a:rPr lang="en-US" sz="1200" dirty="0" err="1"/>
              <a:t>PFPeDA</a:t>
            </a:r>
            <a:endParaRPr lang="en-US" sz="1200" dirty="0"/>
          </a:p>
          <a:p>
            <a:pPr lvl="1"/>
            <a:r>
              <a:rPr lang="en-US" sz="1200" dirty="0"/>
              <a:t>2857: in series with the other PFESAs (1692 and 2318)</a:t>
            </a:r>
          </a:p>
          <a:p>
            <a:pPr lvl="1"/>
            <a:r>
              <a:rPr lang="en-US" sz="1200" dirty="0"/>
              <a:t>3511</a:t>
            </a:r>
          </a:p>
          <a:p>
            <a:pPr lvl="1"/>
            <a:r>
              <a:rPr lang="en-US" sz="1200" dirty="0"/>
              <a:t>1159</a:t>
            </a:r>
          </a:p>
          <a:p>
            <a:pPr lvl="1"/>
            <a:r>
              <a:rPr lang="en-US" sz="1200" dirty="0"/>
              <a:t>331</a:t>
            </a:r>
          </a:p>
        </p:txBody>
      </p:sp>
    </p:spTree>
    <p:extLst>
      <p:ext uri="{BB962C8B-B14F-4D97-AF65-F5344CB8AC3E}">
        <p14:creationId xmlns:p14="http://schemas.microsoft.com/office/powerpoint/2010/main" val="2168639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D7D54-B9C8-1688-83E2-771C4CBFE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D0DF-367C-6662-081E-FAA6456F3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that might actually be PFAS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245E4-048A-78DF-E970-E2007522D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200" dirty="0"/>
              <a:t>3 “Likely” matches that didn’t line up with in house library values</a:t>
            </a:r>
          </a:p>
          <a:p>
            <a:pPr lvl="1"/>
            <a:r>
              <a:rPr lang="en-US" sz="1200" dirty="0"/>
              <a:t>2130: matched </a:t>
            </a:r>
            <a:r>
              <a:rPr lang="en-US" sz="1200" dirty="0" err="1"/>
              <a:t>PFUdA</a:t>
            </a:r>
            <a:r>
              <a:rPr lang="en-US" sz="1200" dirty="0"/>
              <a:t> M-H- but lower RT (possible branched isomer)</a:t>
            </a:r>
          </a:p>
          <a:p>
            <a:pPr lvl="1"/>
            <a:r>
              <a:rPr lang="en-US" sz="1200" dirty="0"/>
              <a:t>747: matched </a:t>
            </a:r>
            <a:r>
              <a:rPr lang="en-US" sz="1200" dirty="0" err="1"/>
              <a:t>PFUdA</a:t>
            </a:r>
            <a:r>
              <a:rPr lang="en-US" sz="1200" dirty="0"/>
              <a:t> M-H-COO- but lower RT (possible branched isomer)</a:t>
            </a:r>
          </a:p>
          <a:p>
            <a:pPr lvl="1"/>
            <a:r>
              <a:rPr lang="en-US" sz="1200" dirty="0"/>
              <a:t>1413: matched PMPA but wrong RT – possible in source fragment of an ether</a:t>
            </a:r>
          </a:p>
          <a:p>
            <a:r>
              <a:rPr lang="en-US" sz="1200" dirty="0"/>
              <a:t>7 EPA library matches</a:t>
            </a:r>
          </a:p>
          <a:p>
            <a:pPr lvl="1"/>
            <a:r>
              <a:rPr lang="en-US" sz="1600" b="1" dirty="0"/>
              <a:t>1692: matched PFEESA in the EPA library, but has a different RT than our PFEESA entry</a:t>
            </a:r>
          </a:p>
          <a:p>
            <a:pPr lvl="1"/>
            <a:r>
              <a:rPr lang="en-US" sz="1200" dirty="0"/>
              <a:t>4751: matched PFECHS in the EPA library, but different CCS than our PFECHS entry</a:t>
            </a:r>
          </a:p>
          <a:p>
            <a:pPr lvl="1"/>
            <a:r>
              <a:rPr lang="en-US" sz="1200" dirty="0"/>
              <a:t>7712: matched a </a:t>
            </a:r>
            <a:r>
              <a:rPr lang="en-US" sz="1200" dirty="0" err="1"/>
              <a:t>br</a:t>
            </a:r>
            <a:r>
              <a:rPr lang="en-US" sz="1200" dirty="0"/>
              <a:t>-PFOA in the EPA library, likely PFOA M-H- (not in our library)</a:t>
            </a:r>
          </a:p>
          <a:p>
            <a:pPr lvl="1"/>
            <a:r>
              <a:rPr lang="en-US" sz="1600" b="1" dirty="0"/>
              <a:t>2318: matched PubChem CID 22568764 (C8HF17O</a:t>
            </a:r>
            <a:r>
              <a:rPr lang="en-US" sz="1600" b="1" baseline="-25000" dirty="0"/>
              <a:t>4</a:t>
            </a:r>
            <a:r>
              <a:rPr lang="en-US" sz="1600" b="1" dirty="0"/>
              <a:t>S, ether sulfonate)</a:t>
            </a:r>
          </a:p>
          <a:p>
            <a:pPr lvl="1"/>
            <a:r>
              <a:rPr lang="en-US" sz="1200" dirty="0"/>
              <a:t>6811</a:t>
            </a:r>
          </a:p>
          <a:p>
            <a:pPr lvl="1"/>
            <a:r>
              <a:rPr lang="en-US" sz="1200" dirty="0"/>
              <a:t>2216</a:t>
            </a:r>
          </a:p>
          <a:p>
            <a:pPr lvl="1"/>
            <a:r>
              <a:rPr lang="en-US" sz="1200" dirty="0"/>
              <a:t>5135</a:t>
            </a:r>
          </a:p>
          <a:p>
            <a:r>
              <a:rPr lang="en-US" sz="1200" dirty="0"/>
              <a:t>5 features with no library match</a:t>
            </a:r>
          </a:p>
          <a:p>
            <a:pPr lvl="1"/>
            <a:r>
              <a:rPr lang="en-US" sz="1200" dirty="0"/>
              <a:t>5849: in series with PFCA M-H-COO-, possibly </a:t>
            </a:r>
            <a:r>
              <a:rPr lang="en-US" sz="1200" dirty="0" err="1"/>
              <a:t>PFPeDA</a:t>
            </a:r>
            <a:endParaRPr lang="en-US" sz="1200" dirty="0"/>
          </a:p>
          <a:p>
            <a:pPr lvl="1"/>
            <a:r>
              <a:rPr lang="en-US" sz="1600" b="1" dirty="0"/>
              <a:t>2857: in series with the other PFESAs (1692 and 2318)</a:t>
            </a:r>
          </a:p>
          <a:p>
            <a:pPr lvl="1"/>
            <a:r>
              <a:rPr lang="en-US" sz="1200" dirty="0"/>
              <a:t>3511</a:t>
            </a:r>
          </a:p>
          <a:p>
            <a:pPr lvl="1"/>
            <a:r>
              <a:rPr lang="en-US" sz="1200" dirty="0"/>
              <a:t>1159</a:t>
            </a:r>
          </a:p>
          <a:p>
            <a:pPr lvl="1"/>
            <a:r>
              <a:rPr lang="en-US" sz="1200" dirty="0"/>
              <a:t>331</a:t>
            </a:r>
          </a:p>
        </p:txBody>
      </p:sp>
    </p:spTree>
    <p:extLst>
      <p:ext uri="{BB962C8B-B14F-4D97-AF65-F5344CB8AC3E}">
        <p14:creationId xmlns:p14="http://schemas.microsoft.com/office/powerpoint/2010/main" val="327237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CBED3-F36C-FD2A-8DED-C3FAA9D45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chain PFESAs detected in alligators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61635C4-70FA-AA86-3EAE-924760C60B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3819692"/>
              </p:ext>
            </p:extLst>
          </p:nvPr>
        </p:nvGraphicFramePr>
        <p:xfrm>
          <a:off x="382336" y="10610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BDF3380-4CE3-41B6-9A62-3F9D84A4FB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7590008"/>
              </p:ext>
            </p:extLst>
          </p:nvPr>
        </p:nvGraphicFramePr>
        <p:xfrm>
          <a:off x="4903859" y="102595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ED470D2-6CE8-87F1-F890-57E7211BD898}"/>
              </a:ext>
            </a:extLst>
          </p:cNvPr>
          <p:cNvSpPr txBox="1"/>
          <p:nvPr/>
        </p:nvSpPr>
        <p:spPr>
          <a:xfrm>
            <a:off x="9365585" y="2091936"/>
            <a:ext cx="2826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Detected in gators</a:t>
            </a:r>
          </a:p>
          <a:p>
            <a:r>
              <a:rPr lang="en-US" sz="1200" dirty="0"/>
              <a:t>Detected in SPATTs</a:t>
            </a:r>
          </a:p>
          <a:p>
            <a:r>
              <a:rPr lang="en-US" sz="1200" dirty="0"/>
              <a:t>Reference standard value in our library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20D178C-BD34-9166-BE4B-4D68CE83A535}"/>
              </a:ext>
            </a:extLst>
          </p:cNvPr>
          <p:cNvSpPr/>
          <p:nvPr/>
        </p:nvSpPr>
        <p:spPr>
          <a:xfrm>
            <a:off x="9227563" y="2161250"/>
            <a:ext cx="138022" cy="138022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C6E813-778E-D9A9-FA36-8494D32DF3F1}"/>
              </a:ext>
            </a:extLst>
          </p:cNvPr>
          <p:cNvSpPr/>
          <p:nvPr/>
        </p:nvSpPr>
        <p:spPr>
          <a:xfrm>
            <a:off x="9227563" y="2346090"/>
            <a:ext cx="138022" cy="13802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6FF23E2-7DD2-0EDE-3926-16D9B6E6143D}"/>
              </a:ext>
            </a:extLst>
          </p:cNvPr>
          <p:cNvSpPr/>
          <p:nvPr/>
        </p:nvSpPr>
        <p:spPr>
          <a:xfrm>
            <a:off x="9227563" y="2530930"/>
            <a:ext cx="138022" cy="1380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3637167A-8301-536E-3CCD-9EC9845F40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798217"/>
              </p:ext>
            </p:extLst>
          </p:nvPr>
        </p:nvGraphicFramePr>
        <p:xfrm>
          <a:off x="964680" y="4834925"/>
          <a:ext cx="3152775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4" imgW="3153032" imgH="1924295" progId="ACD.ChemSketch.20">
                  <p:embed/>
                </p:oleObj>
              </mc:Choice>
              <mc:Fallback>
                <p:oleObj name="ChemSketch" r:id="rId4" imgW="3153032" imgH="1924295" progId="ACD.ChemSketch.20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3637167A-8301-536E-3CCD-9EC9845F4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64680" y="4834925"/>
                        <a:ext cx="3152775" cy="1924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86A081E6-D5AB-EEFD-9144-88D2B05D96B7}"/>
              </a:ext>
            </a:extLst>
          </p:cNvPr>
          <p:cNvSpPr txBox="1"/>
          <p:nvPr/>
        </p:nvSpPr>
        <p:spPr>
          <a:xfrm>
            <a:off x="859619" y="3968832"/>
            <a:ext cx="31527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sng" strike="noStrike" baseline="0" dirty="0" err="1">
                <a:latin typeface="Arial" panose="020B0604020202020204" pitchFamily="34" charset="0"/>
              </a:rPr>
              <a:t>PFHxESA</a:t>
            </a:r>
            <a:r>
              <a:rPr lang="en-US" sz="1200" b="1" i="0" u="sng" strike="noStrike" baseline="0" dirty="0">
                <a:latin typeface="Arial" panose="020B0604020202020204" pitchFamily="34" charset="0"/>
              </a:rPr>
              <a:t> (Feature ID# 2318)</a:t>
            </a:r>
          </a:p>
          <a:p>
            <a:r>
              <a:rPr lang="en-US" sz="1200" dirty="0">
                <a:latin typeface="Arial" panose="020B0604020202020204" pitchFamily="34" charset="0"/>
              </a:rPr>
              <a:t>Confidence Level:	2</a:t>
            </a:r>
            <a:endParaRPr lang="en-US" sz="1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Molecular Formula: 	C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8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HF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17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O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4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S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[M-H]-: 		514.925131 Da</a:t>
            </a:r>
          </a:p>
          <a:p>
            <a:endParaRPr lang="en-US" sz="1200" dirty="0"/>
          </a:p>
        </p:txBody>
      </p:sp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B54E6C18-E47C-2CAD-37B7-B504A39C85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959698"/>
              </p:ext>
            </p:extLst>
          </p:nvPr>
        </p:nvGraphicFramePr>
        <p:xfrm>
          <a:off x="4671259" y="4845479"/>
          <a:ext cx="3429000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6" imgW="3429260" imgH="1666772" progId="ACD.ChemSketch.20">
                  <p:embed/>
                </p:oleObj>
              </mc:Choice>
              <mc:Fallback>
                <p:oleObj name="ChemSketch" r:id="rId6" imgW="3429260" imgH="1666772" progId="ACD.ChemSketch.20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B54E6C18-E47C-2CAD-37B7-B504A39C85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71259" y="4845479"/>
                        <a:ext cx="3429000" cy="166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3D97E053-D18B-6DEE-86F5-6A987188608C}"/>
              </a:ext>
            </a:extLst>
          </p:cNvPr>
          <p:cNvSpPr txBox="1"/>
          <p:nvPr/>
        </p:nvSpPr>
        <p:spPr>
          <a:xfrm>
            <a:off x="4591911" y="3968832"/>
            <a:ext cx="36305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sng" strike="noStrike" baseline="0" dirty="0" err="1">
                <a:latin typeface="Arial" panose="020B0604020202020204" pitchFamily="34" charset="0"/>
              </a:rPr>
              <a:t>PFHpESA</a:t>
            </a:r>
            <a:r>
              <a:rPr lang="en-US" sz="1200" b="1" i="0" u="sng" strike="noStrike" baseline="0" dirty="0">
                <a:latin typeface="Arial" panose="020B0604020202020204" pitchFamily="34" charset="0"/>
              </a:rPr>
              <a:t> (Feature ID# 2857)</a:t>
            </a:r>
          </a:p>
          <a:p>
            <a:r>
              <a:rPr lang="en-US" sz="1200" dirty="0">
                <a:latin typeface="Arial" panose="020B0604020202020204" pitchFamily="34" charset="0"/>
              </a:rPr>
              <a:t>Confidence Level:	2</a:t>
            </a:r>
            <a:endParaRPr lang="en-US" sz="1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Molecular Formula: 	C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9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HF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19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O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4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S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[M-H]-: 		564.921938 Da</a:t>
            </a:r>
          </a:p>
          <a:p>
            <a:endParaRPr 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F23D30-7228-57AA-2FE2-69DEC4EF6BF7}"/>
              </a:ext>
            </a:extLst>
          </p:cNvPr>
          <p:cNvSpPr txBox="1"/>
          <p:nvPr/>
        </p:nvSpPr>
        <p:spPr>
          <a:xfrm>
            <a:off x="8310345" y="3968832"/>
            <a:ext cx="36305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sng" strike="noStrike" baseline="0" dirty="0">
                <a:latin typeface="Arial" panose="020B0604020202020204" pitchFamily="34" charset="0"/>
              </a:rPr>
              <a:t>Feature ID# 1692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Unidentified. Exact </a:t>
            </a:r>
            <a:r>
              <a:rPr lang="en-US" sz="1200" b="0" i="1" u="none" strike="noStrike" baseline="0" dirty="0">
                <a:latin typeface="Arial" panose="020B0604020202020204" pitchFamily="34" charset="0"/>
              </a:rPr>
              <a:t>m/z </a:t>
            </a:r>
            <a:r>
              <a:rPr lang="en-US" sz="1200" b="0" u="none" strike="noStrike" baseline="0" dirty="0">
                <a:latin typeface="Arial" panose="020B0604020202020204" pitchFamily="34" charset="0"/>
              </a:rPr>
              <a:t>match to PFEESA but wrong RT and wrong CCS</a:t>
            </a:r>
            <a:endParaRPr lang="en-US" sz="1200" b="0" i="0" u="none" strike="noStrike" baseline="0" dirty="0">
              <a:latin typeface="Arial" panose="020B0604020202020204" pitchFamily="34" charset="0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534933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D24DD-0468-5445-DF4E-3D4EBC1B6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CFC5-1418-F299-883E-FDC59F44D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that might actually be PFAS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5E5DC-C0BD-B4A6-DB8F-B2B829913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200" dirty="0"/>
              <a:t>3 “Likely” matches that didn’t line up with in house library values</a:t>
            </a:r>
          </a:p>
          <a:p>
            <a:pPr lvl="1"/>
            <a:r>
              <a:rPr lang="en-US" sz="1200" dirty="0"/>
              <a:t>2130: matched </a:t>
            </a:r>
            <a:r>
              <a:rPr lang="en-US" sz="1200" dirty="0" err="1"/>
              <a:t>PFUdA</a:t>
            </a:r>
            <a:r>
              <a:rPr lang="en-US" sz="1200" dirty="0"/>
              <a:t> M-H- but lower RT (possible branched isomer)</a:t>
            </a:r>
          </a:p>
          <a:p>
            <a:pPr lvl="1"/>
            <a:r>
              <a:rPr lang="en-US" sz="1200" dirty="0"/>
              <a:t>747: matched </a:t>
            </a:r>
            <a:r>
              <a:rPr lang="en-US" sz="1200" dirty="0" err="1"/>
              <a:t>PFUdA</a:t>
            </a:r>
            <a:r>
              <a:rPr lang="en-US" sz="1200" dirty="0"/>
              <a:t> M-H-COO- but lower RT (possible branched isomer)</a:t>
            </a:r>
          </a:p>
          <a:p>
            <a:pPr lvl="1"/>
            <a:r>
              <a:rPr lang="en-US" sz="1200" dirty="0"/>
              <a:t>1413: matched PMPA but wrong RT – possible in source fragment of an ether</a:t>
            </a:r>
          </a:p>
          <a:p>
            <a:r>
              <a:rPr lang="en-US" sz="1200" dirty="0"/>
              <a:t>7 EPA library matches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1692: matched PFEESA in the EPA library, but has a different RT than our PFEESA entry – Level 5</a:t>
            </a:r>
          </a:p>
          <a:p>
            <a:pPr lvl="1"/>
            <a:r>
              <a:rPr lang="en-US" sz="1600" b="1" dirty="0"/>
              <a:t>4751: matched PFECHS in the EPA library, but different CCS than our PFECHS entry</a:t>
            </a:r>
          </a:p>
          <a:p>
            <a:pPr lvl="1"/>
            <a:r>
              <a:rPr lang="en-US" sz="1200" dirty="0"/>
              <a:t>7712: matched a </a:t>
            </a:r>
            <a:r>
              <a:rPr lang="en-US" sz="1200" dirty="0" err="1"/>
              <a:t>br</a:t>
            </a:r>
            <a:r>
              <a:rPr lang="en-US" sz="1200" dirty="0"/>
              <a:t>-PFOA in the EPA library, likely PFOA M-H- (not in our library)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2318: matched PubChem CID 22568764 (C8HF17O</a:t>
            </a:r>
            <a:r>
              <a:rPr lang="en-US" sz="1200" i="1" baseline="-25000" dirty="0">
                <a:solidFill>
                  <a:schemeClr val="bg1">
                    <a:lumMod val="75000"/>
                  </a:schemeClr>
                </a:solidFill>
              </a:rPr>
              <a:t>4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S, ether sulfonate). – Level 2</a:t>
            </a:r>
          </a:p>
          <a:p>
            <a:pPr lvl="1"/>
            <a:r>
              <a:rPr lang="en-US" sz="1200" dirty="0"/>
              <a:t>6811</a:t>
            </a:r>
          </a:p>
          <a:p>
            <a:pPr lvl="1"/>
            <a:r>
              <a:rPr lang="en-US" sz="1200" dirty="0"/>
              <a:t>2216</a:t>
            </a:r>
          </a:p>
          <a:p>
            <a:pPr lvl="1"/>
            <a:r>
              <a:rPr lang="en-US" sz="1200" dirty="0"/>
              <a:t>5135</a:t>
            </a:r>
          </a:p>
          <a:p>
            <a:r>
              <a:rPr lang="en-US" sz="1200" dirty="0"/>
              <a:t>5 features with no library match</a:t>
            </a:r>
          </a:p>
          <a:p>
            <a:pPr lvl="1"/>
            <a:r>
              <a:rPr lang="en-US" sz="1200" dirty="0"/>
              <a:t>5849: in series with PFCA M-H-COO-, possibly </a:t>
            </a:r>
            <a:r>
              <a:rPr lang="en-US" sz="1200" dirty="0" err="1"/>
              <a:t>PFPeDA</a:t>
            </a:r>
            <a:endParaRPr lang="en-US" sz="1200" dirty="0"/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2857: in series with the other PFESAs (1692 and 2318) – Level 2</a:t>
            </a:r>
          </a:p>
          <a:p>
            <a:pPr lvl="1"/>
            <a:r>
              <a:rPr lang="en-US" sz="1200" dirty="0"/>
              <a:t>3511</a:t>
            </a:r>
          </a:p>
          <a:p>
            <a:pPr lvl="1"/>
            <a:r>
              <a:rPr lang="en-US" sz="1200" dirty="0"/>
              <a:t>1159</a:t>
            </a:r>
          </a:p>
          <a:p>
            <a:pPr lvl="1"/>
            <a:r>
              <a:rPr lang="en-US" sz="1200" dirty="0"/>
              <a:t>331</a:t>
            </a:r>
          </a:p>
        </p:txBody>
      </p:sp>
    </p:spTree>
    <p:extLst>
      <p:ext uri="{BB962C8B-B14F-4D97-AF65-F5344CB8AC3E}">
        <p14:creationId xmlns:p14="http://schemas.microsoft.com/office/powerpoint/2010/main" val="832394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36CB9-B758-3A4B-A6B5-DD086AC1E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U-PFOS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B96AD-162F-46E1-9274-B98D2DDD7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67" y="1181436"/>
            <a:ext cx="3188055" cy="2278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F392E2-049A-47BE-AC3C-505DEBC50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67" y="3459789"/>
            <a:ext cx="3188055" cy="22783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0DD945-8BCD-4C62-75DE-297286769DFB}"/>
              </a:ext>
            </a:extLst>
          </p:cNvPr>
          <p:cNvSpPr txBox="1"/>
          <p:nvPr/>
        </p:nvSpPr>
        <p:spPr>
          <a:xfrm>
            <a:off x="4103913" y="1181436"/>
            <a:ext cx="5634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U-PFOS and PFECHS have the same formula (C8HF15O3S)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Feature 4751 has a different CCS than PFECHS – clearly it is not PFECHS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RT is also a bit different from in-house library RT for PFECHS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U-PFOS has been reported in literature (and SPATTs)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9B7B62-9E2D-0FEF-4104-3D85E9D5A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2649" y="2132819"/>
            <a:ext cx="3122543" cy="17690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D74B94-72AF-A960-2369-FB7FBC6D3C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3913" y="2132819"/>
            <a:ext cx="2909980" cy="17343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FC585E-8182-CF0B-EBCD-B53DB9834676}"/>
              </a:ext>
            </a:extLst>
          </p:cNvPr>
          <p:cNvSpPr txBox="1"/>
          <p:nvPr/>
        </p:nvSpPr>
        <p:spPr>
          <a:xfrm>
            <a:off x="4750301" y="3986221"/>
            <a:ext cx="5634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Multiple overlapping RT and DT peaks for this feature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B01F69-229F-6534-A54E-58337760964A}"/>
              </a:ext>
            </a:extLst>
          </p:cNvPr>
          <p:cNvSpPr txBox="1"/>
          <p:nvPr/>
        </p:nvSpPr>
        <p:spPr>
          <a:xfrm>
            <a:off x="3970546" y="4598965"/>
            <a:ext cx="56348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MS2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PFECHS expected to have a 380.97 fragment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U-PFOS expected to have unsaturated fragments C3F5 (130.99), C4F7 (180.99), etc.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Signal not high enough to see any discernable fragments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Conclusion: U-PFOS, Confidence Level: 3</a:t>
            </a:r>
          </a:p>
        </p:txBody>
      </p:sp>
    </p:spTree>
    <p:extLst>
      <p:ext uri="{BB962C8B-B14F-4D97-AF65-F5344CB8AC3E}">
        <p14:creationId xmlns:p14="http://schemas.microsoft.com/office/powerpoint/2010/main" val="12882572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B69D7-61E1-6C09-7CE3-D28B85A7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6B5D8-7FBD-B14A-232A-F9154BB9D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that might actually be PFAS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61266-625E-88AC-F843-F3BD82E93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200" dirty="0"/>
              <a:t>3 “Likely” matches that didn’t line up with in house library values</a:t>
            </a:r>
          </a:p>
          <a:p>
            <a:pPr lvl="1"/>
            <a:r>
              <a:rPr lang="en-US" sz="1200" dirty="0"/>
              <a:t>2130: matched </a:t>
            </a:r>
            <a:r>
              <a:rPr lang="en-US" sz="1200" dirty="0" err="1"/>
              <a:t>PFUdA</a:t>
            </a:r>
            <a:r>
              <a:rPr lang="en-US" sz="1200" dirty="0"/>
              <a:t> M-H- but lower RT (possible branched isomer)</a:t>
            </a:r>
          </a:p>
          <a:p>
            <a:pPr lvl="1"/>
            <a:r>
              <a:rPr lang="en-US" sz="1200" dirty="0"/>
              <a:t>747: matched </a:t>
            </a:r>
            <a:r>
              <a:rPr lang="en-US" sz="1200" dirty="0" err="1"/>
              <a:t>PFUdA</a:t>
            </a:r>
            <a:r>
              <a:rPr lang="en-US" sz="1200" dirty="0"/>
              <a:t> M-H-COO- but lower RT (possible branched isomer)</a:t>
            </a:r>
          </a:p>
          <a:p>
            <a:pPr lvl="1"/>
            <a:r>
              <a:rPr lang="en-US" sz="1200" dirty="0"/>
              <a:t>1413: matched PMPA but wrong RT – possible in source fragment of an ether</a:t>
            </a:r>
          </a:p>
          <a:p>
            <a:r>
              <a:rPr lang="en-US" sz="1200" dirty="0"/>
              <a:t>7 EPA library matches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1692: matched PFEESA in the EPA library, but has a different RT than our PFEESA entry – Level 5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4751: matched PFECHS in the EPA library, but different CCS than our PFECHS entry – Level 3</a:t>
            </a:r>
          </a:p>
          <a:p>
            <a:pPr lvl="1"/>
            <a:r>
              <a:rPr lang="en-US" sz="1600" b="1" dirty="0"/>
              <a:t>7712: matched a </a:t>
            </a:r>
            <a:r>
              <a:rPr lang="en-US" sz="1600" b="1" dirty="0" err="1"/>
              <a:t>br</a:t>
            </a:r>
            <a:r>
              <a:rPr lang="en-US" sz="1600" b="1" dirty="0"/>
              <a:t>-PFOA in the EPA library, likely PFOA M-H- (not in our library)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2318: matched PubChem CID 22568764 (C8HF17O</a:t>
            </a:r>
            <a:r>
              <a:rPr lang="en-US" sz="1200" i="1" baseline="-25000" dirty="0">
                <a:solidFill>
                  <a:schemeClr val="bg1">
                    <a:lumMod val="75000"/>
                  </a:schemeClr>
                </a:solidFill>
              </a:rPr>
              <a:t>4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S, ether sulfonate). – Level 2</a:t>
            </a:r>
          </a:p>
          <a:p>
            <a:pPr lvl="1"/>
            <a:r>
              <a:rPr lang="en-US" sz="1200" dirty="0"/>
              <a:t>6811</a:t>
            </a:r>
          </a:p>
          <a:p>
            <a:pPr lvl="1"/>
            <a:r>
              <a:rPr lang="en-US" sz="1200" dirty="0"/>
              <a:t>2216</a:t>
            </a:r>
          </a:p>
          <a:p>
            <a:pPr lvl="1"/>
            <a:r>
              <a:rPr lang="en-US" sz="1200" dirty="0"/>
              <a:t>5135</a:t>
            </a:r>
          </a:p>
          <a:p>
            <a:r>
              <a:rPr lang="en-US" sz="1200" dirty="0"/>
              <a:t>5 features with no library match</a:t>
            </a:r>
          </a:p>
          <a:p>
            <a:pPr lvl="1"/>
            <a:r>
              <a:rPr lang="en-US" sz="1200" dirty="0"/>
              <a:t>5849: in series with PFCA M-H-COO-, possibly </a:t>
            </a:r>
            <a:r>
              <a:rPr lang="en-US" sz="1200" dirty="0" err="1"/>
              <a:t>PFPeDA</a:t>
            </a:r>
            <a:endParaRPr lang="en-US" sz="1200" dirty="0"/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2857: in series with the other PFESAs (1692 and 2318) – Level 2</a:t>
            </a:r>
          </a:p>
          <a:p>
            <a:pPr lvl="1"/>
            <a:r>
              <a:rPr lang="en-US" sz="1200" dirty="0"/>
              <a:t>3511</a:t>
            </a:r>
          </a:p>
          <a:p>
            <a:pPr lvl="1"/>
            <a:r>
              <a:rPr lang="en-US" sz="1200" dirty="0"/>
              <a:t>1159</a:t>
            </a:r>
          </a:p>
          <a:p>
            <a:pPr lvl="1"/>
            <a:r>
              <a:rPr lang="en-US" sz="1200" dirty="0"/>
              <a:t>331</a:t>
            </a:r>
          </a:p>
        </p:txBody>
      </p:sp>
    </p:spTree>
    <p:extLst>
      <p:ext uri="{BB962C8B-B14F-4D97-AF65-F5344CB8AC3E}">
        <p14:creationId xmlns:p14="http://schemas.microsoft.com/office/powerpoint/2010/main" val="10301902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28A91-4DE2-03DB-47E5-E3A20E3C5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PFOA M-H- post source decay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C31325-E927-BD0D-EACC-87423B152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66" y="1689122"/>
            <a:ext cx="3393680" cy="23704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3965A4-ED26-ABD1-EA80-DDE431097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66" y="3983648"/>
            <a:ext cx="3482952" cy="2344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9DA818-C23D-D33A-8260-2AC2521E7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618" y="2025795"/>
            <a:ext cx="5051395" cy="28618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B70E58-3439-251C-1262-37D739F9CA6F}"/>
              </a:ext>
            </a:extLst>
          </p:cNvPr>
          <p:cNvSpPr txBox="1"/>
          <p:nvPr/>
        </p:nvSpPr>
        <p:spPr>
          <a:xfrm>
            <a:off x="4538919" y="1315629"/>
            <a:ext cx="5634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PFOA M-H- is not in our library currently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Feature exactly matches PFOA M-H- m/z and aligns with our library RT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1F7340-6341-A873-6ABE-3B97A3C864E0}"/>
              </a:ext>
            </a:extLst>
          </p:cNvPr>
          <p:cNvSpPr txBox="1"/>
          <p:nvPr/>
        </p:nvSpPr>
        <p:spPr>
          <a:xfrm>
            <a:off x="9542013" y="3930310"/>
            <a:ext cx="1456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PFOA M-H-CO</a:t>
            </a:r>
            <a:r>
              <a:rPr lang="en-US" sz="1200" baseline="-25000" dirty="0"/>
              <a:t>2</a:t>
            </a:r>
            <a:r>
              <a:rPr lang="en-US" sz="1200" dirty="0"/>
              <a:t>- drift window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BCDE4F-0B69-517B-5FC8-518A799559EE}"/>
              </a:ext>
            </a:extLst>
          </p:cNvPr>
          <p:cNvSpPr txBox="1"/>
          <p:nvPr/>
        </p:nvSpPr>
        <p:spPr>
          <a:xfrm>
            <a:off x="9653353" y="3452940"/>
            <a:ext cx="123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PFOA M-H- drift window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CD9FC7-3A47-188B-9787-B6A20772CDF4}"/>
              </a:ext>
            </a:extLst>
          </p:cNvPr>
          <p:cNvSpPr txBox="1"/>
          <p:nvPr/>
        </p:nvSpPr>
        <p:spPr>
          <a:xfrm>
            <a:off x="9653353" y="2810490"/>
            <a:ext cx="123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PFOA multimer drift window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9E43A-328F-C37B-49A9-863FFD47B9AB}"/>
              </a:ext>
            </a:extLst>
          </p:cNvPr>
          <p:cNvSpPr txBox="1"/>
          <p:nvPr/>
        </p:nvSpPr>
        <p:spPr>
          <a:xfrm>
            <a:off x="3968318" y="4656824"/>
            <a:ext cx="1456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PFOA M-H-CO</a:t>
            </a:r>
            <a:r>
              <a:rPr lang="en-US" sz="1200" baseline="-25000" dirty="0"/>
              <a:t>2</a:t>
            </a:r>
            <a:r>
              <a:rPr lang="en-US" sz="1200" dirty="0"/>
              <a:t>- </a:t>
            </a:r>
            <a:r>
              <a:rPr lang="en-US" sz="1200" i="1" dirty="0"/>
              <a:t>m/z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821B21-5CA9-F593-EE90-C7EAE837C446}"/>
              </a:ext>
            </a:extLst>
          </p:cNvPr>
          <p:cNvSpPr txBox="1"/>
          <p:nvPr/>
        </p:nvSpPr>
        <p:spPr>
          <a:xfrm>
            <a:off x="4557466" y="5201555"/>
            <a:ext cx="1734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aseline="30000" dirty="0"/>
              <a:t>13</a:t>
            </a:r>
            <a:r>
              <a:rPr lang="en-US" sz="1200" dirty="0"/>
              <a:t>C</a:t>
            </a:r>
            <a:r>
              <a:rPr lang="en-US" sz="1200" baseline="-25000" dirty="0"/>
              <a:t>8</a:t>
            </a:r>
            <a:r>
              <a:rPr lang="en-US" sz="1200" dirty="0"/>
              <a:t>-PFOA M-H-CO</a:t>
            </a:r>
            <a:r>
              <a:rPr lang="en-US" sz="1200" baseline="-25000" dirty="0"/>
              <a:t>2</a:t>
            </a:r>
            <a:r>
              <a:rPr lang="en-US" sz="1200" dirty="0"/>
              <a:t>- </a:t>
            </a:r>
            <a:r>
              <a:rPr lang="en-US" sz="1200" i="1" dirty="0"/>
              <a:t>m/z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0948FE-CB8A-80EB-3BFF-5A39B70307E9}"/>
              </a:ext>
            </a:extLst>
          </p:cNvPr>
          <p:cNvSpPr txBox="1"/>
          <p:nvPr/>
        </p:nvSpPr>
        <p:spPr>
          <a:xfrm>
            <a:off x="6684610" y="4867577"/>
            <a:ext cx="1456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PFOA M-H- </a:t>
            </a:r>
          </a:p>
          <a:p>
            <a:pPr algn="ctr"/>
            <a:r>
              <a:rPr lang="en-US" sz="1200" i="1" dirty="0"/>
              <a:t>m/z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68F64F-0B75-7FB5-B23D-05E1EC803C1C}"/>
              </a:ext>
            </a:extLst>
          </p:cNvPr>
          <p:cNvSpPr txBox="1"/>
          <p:nvPr/>
        </p:nvSpPr>
        <p:spPr>
          <a:xfrm>
            <a:off x="7845772" y="5080706"/>
            <a:ext cx="1734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aseline="30000" dirty="0"/>
              <a:t>13</a:t>
            </a:r>
            <a:r>
              <a:rPr lang="en-US" sz="1200" dirty="0"/>
              <a:t>C</a:t>
            </a:r>
            <a:r>
              <a:rPr lang="en-US" sz="1200" baseline="-25000" dirty="0"/>
              <a:t>8</a:t>
            </a:r>
            <a:r>
              <a:rPr lang="en-US" sz="1200" dirty="0"/>
              <a:t>-PFOA M-H- </a:t>
            </a:r>
          </a:p>
          <a:p>
            <a:pPr algn="ctr"/>
            <a:r>
              <a:rPr lang="en-US" sz="1200" i="1" dirty="0"/>
              <a:t>m/z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B79349A-26AD-4097-F6A4-708BC653D2B8}"/>
              </a:ext>
            </a:extLst>
          </p:cNvPr>
          <p:cNvSpPr/>
          <p:nvPr/>
        </p:nvSpPr>
        <p:spPr>
          <a:xfrm>
            <a:off x="4752617" y="3973925"/>
            <a:ext cx="6557771" cy="374434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1AE7EB8-9226-265D-9461-054F6206D022}"/>
              </a:ext>
            </a:extLst>
          </p:cNvPr>
          <p:cNvSpPr/>
          <p:nvPr/>
        </p:nvSpPr>
        <p:spPr>
          <a:xfrm>
            <a:off x="4752617" y="3516425"/>
            <a:ext cx="6557771" cy="374434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00EDB6F-DBA4-6AD8-69DE-575AB9B60039}"/>
              </a:ext>
            </a:extLst>
          </p:cNvPr>
          <p:cNvSpPr/>
          <p:nvPr/>
        </p:nvSpPr>
        <p:spPr>
          <a:xfrm>
            <a:off x="4752617" y="2864954"/>
            <a:ext cx="6557771" cy="374434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623A212-FB1E-01E7-8956-56B56E783702}"/>
              </a:ext>
            </a:extLst>
          </p:cNvPr>
          <p:cNvSpPr/>
          <p:nvPr/>
        </p:nvSpPr>
        <p:spPr>
          <a:xfrm rot="5400000">
            <a:off x="6293980" y="3632754"/>
            <a:ext cx="1978292" cy="69851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C557227-F570-D3E7-CD70-461EABBAA949}"/>
              </a:ext>
            </a:extLst>
          </p:cNvPr>
          <p:cNvSpPr/>
          <p:nvPr/>
        </p:nvSpPr>
        <p:spPr>
          <a:xfrm rot="5400000">
            <a:off x="6683916" y="3648847"/>
            <a:ext cx="1978292" cy="69851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C869979-8AAC-9AA9-1BAC-81522188D56B}"/>
              </a:ext>
            </a:extLst>
          </p:cNvPr>
          <p:cNvSpPr/>
          <p:nvPr/>
        </p:nvSpPr>
        <p:spPr>
          <a:xfrm rot="5400000">
            <a:off x="4178253" y="3632752"/>
            <a:ext cx="1978292" cy="69853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5A31F87-F7BA-A996-6375-4481D1AED4C9}"/>
              </a:ext>
            </a:extLst>
          </p:cNvPr>
          <p:cNvSpPr/>
          <p:nvPr/>
        </p:nvSpPr>
        <p:spPr>
          <a:xfrm rot="5400000">
            <a:off x="4511545" y="3648846"/>
            <a:ext cx="1978292" cy="69853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4B152D-7B46-ACA9-A0EE-6092D8108CA8}"/>
              </a:ext>
            </a:extLst>
          </p:cNvPr>
          <p:cNvSpPr txBox="1"/>
          <p:nvPr/>
        </p:nvSpPr>
        <p:spPr>
          <a:xfrm>
            <a:off x="4855616" y="5870417"/>
            <a:ext cx="5634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Conclusion: duplicate identification of PFOA</a:t>
            </a:r>
          </a:p>
        </p:txBody>
      </p:sp>
    </p:spTree>
    <p:extLst>
      <p:ext uri="{BB962C8B-B14F-4D97-AF65-F5344CB8AC3E}">
        <p14:creationId xmlns:p14="http://schemas.microsoft.com/office/powerpoint/2010/main" val="2123140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AC063-908D-6FE5-2650-C7661F205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5E64A-37FD-EC7A-D9D4-AEF83245F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that might actually be PFAS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EED52-AE1E-E498-CF93-2F562B32A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200" dirty="0"/>
              <a:t>3 “Likely” matches that didn’t line up with in house library values</a:t>
            </a:r>
          </a:p>
          <a:p>
            <a:pPr lvl="1"/>
            <a:r>
              <a:rPr lang="en-US" sz="1200" dirty="0"/>
              <a:t>2130: matched </a:t>
            </a:r>
            <a:r>
              <a:rPr lang="en-US" sz="1200" dirty="0" err="1"/>
              <a:t>PFUdA</a:t>
            </a:r>
            <a:r>
              <a:rPr lang="en-US" sz="1200" dirty="0"/>
              <a:t> M-H- but lower RT (possible branched isomer)</a:t>
            </a:r>
          </a:p>
          <a:p>
            <a:pPr lvl="1"/>
            <a:r>
              <a:rPr lang="en-US" sz="1200" dirty="0"/>
              <a:t>747: matched </a:t>
            </a:r>
            <a:r>
              <a:rPr lang="en-US" sz="1200" dirty="0" err="1"/>
              <a:t>PFUdA</a:t>
            </a:r>
            <a:r>
              <a:rPr lang="en-US" sz="1200" dirty="0"/>
              <a:t> M-H-COO- but lower RT (possible branched isomer)</a:t>
            </a:r>
          </a:p>
          <a:p>
            <a:pPr lvl="1"/>
            <a:r>
              <a:rPr lang="en-US" sz="1600" b="1" dirty="0"/>
              <a:t>1413: matched PMPA but wrong RT – possible in source fragment of an ether</a:t>
            </a:r>
          </a:p>
          <a:p>
            <a:r>
              <a:rPr lang="en-US" sz="1200" dirty="0"/>
              <a:t>7 EPA library matches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1692: matched PFEESA in the EPA library, but has a different RT than our PFEESA entry – Level 5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4751: matched PFECHS in the EPA library, but different CCS than our PFECHS entry – Level 3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7712: matched a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br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-PFOA in the EPA library, likely PFOA M-H- (not in our library) -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na</a:t>
            </a:r>
            <a:endParaRPr lang="en-US" sz="1200" i="1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2318: matched PubChem CID 22568764 (C8HF17O</a:t>
            </a:r>
            <a:r>
              <a:rPr lang="en-US" sz="1200" i="1" baseline="-25000" dirty="0">
                <a:solidFill>
                  <a:schemeClr val="bg1">
                    <a:lumMod val="75000"/>
                  </a:schemeClr>
                </a:solidFill>
              </a:rPr>
              <a:t>4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S, ether sulfonate). – Level 2</a:t>
            </a:r>
          </a:p>
          <a:p>
            <a:pPr lvl="1"/>
            <a:r>
              <a:rPr lang="en-US" sz="1200" dirty="0"/>
              <a:t>6811</a:t>
            </a:r>
          </a:p>
          <a:p>
            <a:pPr lvl="1"/>
            <a:r>
              <a:rPr lang="en-US" sz="1200" dirty="0"/>
              <a:t>2216</a:t>
            </a:r>
          </a:p>
          <a:p>
            <a:pPr lvl="1"/>
            <a:r>
              <a:rPr lang="en-US" sz="1200" dirty="0"/>
              <a:t>5135</a:t>
            </a:r>
          </a:p>
          <a:p>
            <a:r>
              <a:rPr lang="en-US" sz="1200" dirty="0"/>
              <a:t>5 features with no library match</a:t>
            </a:r>
          </a:p>
          <a:p>
            <a:pPr lvl="1"/>
            <a:r>
              <a:rPr lang="en-US" sz="1200" dirty="0"/>
              <a:t>5849: in series with PFCA M-H-COO-, possibly </a:t>
            </a:r>
            <a:r>
              <a:rPr lang="en-US" sz="1200" dirty="0" err="1"/>
              <a:t>PFPeDA</a:t>
            </a:r>
            <a:endParaRPr lang="en-US" sz="1200" dirty="0"/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2857: in series with the other PFESAs (1692 and 2318) – Level 2</a:t>
            </a:r>
          </a:p>
          <a:p>
            <a:pPr lvl="1"/>
            <a:r>
              <a:rPr lang="en-US" sz="1200" dirty="0"/>
              <a:t>3511</a:t>
            </a:r>
          </a:p>
          <a:p>
            <a:pPr lvl="1"/>
            <a:r>
              <a:rPr lang="en-US" sz="1200" dirty="0"/>
              <a:t>1159</a:t>
            </a:r>
          </a:p>
          <a:p>
            <a:pPr lvl="1"/>
            <a:r>
              <a:rPr lang="en-US" sz="1200" dirty="0"/>
              <a:t>331</a:t>
            </a:r>
          </a:p>
        </p:txBody>
      </p:sp>
    </p:spTree>
    <p:extLst>
      <p:ext uri="{BB962C8B-B14F-4D97-AF65-F5344CB8AC3E}">
        <p14:creationId xmlns:p14="http://schemas.microsoft.com/office/powerpoint/2010/main" val="13057618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A4F00-F891-F2BF-B0F8-09726B0D7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PMPA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3CE357-FB4A-7621-3246-A5DE0CFB9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09" y="3619007"/>
            <a:ext cx="3362325" cy="2396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04FF90-A1C9-5394-3803-4462A5B79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09" y="1061051"/>
            <a:ext cx="3353703" cy="23967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5AA9B4-1C2F-8BEB-754A-B5699D0932C0}"/>
              </a:ext>
            </a:extLst>
          </p:cNvPr>
          <p:cNvSpPr txBox="1"/>
          <p:nvPr/>
        </p:nvSpPr>
        <p:spPr>
          <a:xfrm>
            <a:off x="4683625" y="929546"/>
            <a:ext cx="56348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Feature 1413 (m/z 184.985) matched PMPA in the EPA library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CCS values match almost exactly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RT values are very different (PMPA in library = 2.6 min)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Enough evidence to propose a formula (C3F7O)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However, RT makes no sense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Hypothesis: this is an in source fragment of another ether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83E11C-7156-0489-4595-C27262032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625" y="2369066"/>
            <a:ext cx="5972175" cy="35593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2A9079-4B55-886A-76B8-BD28D8D814F5}"/>
              </a:ext>
            </a:extLst>
          </p:cNvPr>
          <p:cNvSpPr txBox="1"/>
          <p:nvPr/>
        </p:nvSpPr>
        <p:spPr>
          <a:xfrm>
            <a:off x="6234851" y="2751397"/>
            <a:ext cx="1507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HFPO-DA (GenX)</a:t>
            </a:r>
          </a:p>
          <a:p>
            <a:pPr algn="ctr"/>
            <a:r>
              <a:rPr lang="en-US" sz="1200" dirty="0"/>
              <a:t>(or SIL)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28551E-29FE-3FDA-5EF7-70FCBE93FA59}"/>
              </a:ext>
            </a:extLst>
          </p:cNvPr>
          <p:cNvSpPr txBox="1"/>
          <p:nvPr/>
        </p:nvSpPr>
        <p:spPr>
          <a:xfrm>
            <a:off x="6790535" y="4743090"/>
            <a:ext cx="107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HFPO-</a:t>
            </a:r>
            <a:r>
              <a:rPr lang="en-US" sz="1200" dirty="0" err="1"/>
              <a:t>TrA</a:t>
            </a:r>
            <a:endParaRPr lang="en-US" sz="12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415111-6CB5-E682-AB9A-1EC09818DDC2}"/>
              </a:ext>
            </a:extLst>
          </p:cNvPr>
          <p:cNvCxnSpPr/>
          <p:nvPr/>
        </p:nvCxnSpPr>
        <p:spPr>
          <a:xfrm flipH="1">
            <a:off x="6314285" y="3213062"/>
            <a:ext cx="476250" cy="749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27E0D8-21CE-C659-FA70-3E50A280FCA9}"/>
              </a:ext>
            </a:extLst>
          </p:cNvPr>
          <p:cNvCxnSpPr>
            <a:cxnSpLocks/>
          </p:cNvCxnSpPr>
          <p:nvPr/>
        </p:nvCxnSpPr>
        <p:spPr>
          <a:xfrm flipH="1" flipV="1">
            <a:off x="7452656" y="5020089"/>
            <a:ext cx="498177" cy="2229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024A8FB-A8F3-664E-9EEC-02AC163B0C44}"/>
              </a:ext>
            </a:extLst>
          </p:cNvPr>
          <p:cNvSpPr txBox="1"/>
          <p:nvPr/>
        </p:nvSpPr>
        <p:spPr>
          <a:xfrm>
            <a:off x="8723167" y="4659464"/>
            <a:ext cx="107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HFPO-</a:t>
            </a:r>
            <a:r>
              <a:rPr lang="en-US" sz="1200" dirty="0" err="1"/>
              <a:t>TeA</a:t>
            </a:r>
            <a:endParaRPr lang="en-US" sz="12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0958046-907D-DF46-EDAD-9F03B833F8A0}"/>
              </a:ext>
            </a:extLst>
          </p:cNvPr>
          <p:cNvCxnSpPr>
            <a:cxnSpLocks/>
          </p:cNvCxnSpPr>
          <p:nvPr/>
        </p:nvCxnSpPr>
        <p:spPr>
          <a:xfrm flipV="1">
            <a:off x="8952710" y="4955354"/>
            <a:ext cx="114529" cy="2877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2371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4BA16-831C-7213-E0F1-570146B07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AD313-2B48-0555-927D-FFEC39D93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PMPA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FAEFD4-F779-35BA-C7CF-24EFA6331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50" y="1302266"/>
            <a:ext cx="5972175" cy="35593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0B8188-304A-4BBA-26DB-AEE9E189F6C1}"/>
              </a:ext>
            </a:extLst>
          </p:cNvPr>
          <p:cNvSpPr txBox="1"/>
          <p:nvPr/>
        </p:nvSpPr>
        <p:spPr>
          <a:xfrm>
            <a:off x="2167676" y="1684597"/>
            <a:ext cx="1507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HFPO-DA (GenX)</a:t>
            </a:r>
          </a:p>
          <a:p>
            <a:pPr algn="ctr"/>
            <a:r>
              <a:rPr lang="en-US" sz="1200" dirty="0"/>
              <a:t>(or SIL)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48B17E-984E-2824-C74C-F3AFCA6CC3DB}"/>
              </a:ext>
            </a:extLst>
          </p:cNvPr>
          <p:cNvSpPr txBox="1"/>
          <p:nvPr/>
        </p:nvSpPr>
        <p:spPr>
          <a:xfrm>
            <a:off x="2723360" y="3676290"/>
            <a:ext cx="107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HFPO-</a:t>
            </a:r>
            <a:r>
              <a:rPr lang="en-US" sz="1200" dirty="0" err="1"/>
              <a:t>TrA</a:t>
            </a:r>
            <a:endParaRPr lang="en-US" sz="12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A4567E-3AED-A0B0-5135-AB8DC3981D6C}"/>
              </a:ext>
            </a:extLst>
          </p:cNvPr>
          <p:cNvCxnSpPr/>
          <p:nvPr/>
        </p:nvCxnSpPr>
        <p:spPr>
          <a:xfrm flipH="1">
            <a:off x="2247110" y="2146262"/>
            <a:ext cx="476250" cy="749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2C88DE-7093-5E3B-5636-CA0CDCF20955}"/>
              </a:ext>
            </a:extLst>
          </p:cNvPr>
          <p:cNvCxnSpPr>
            <a:cxnSpLocks/>
          </p:cNvCxnSpPr>
          <p:nvPr/>
        </p:nvCxnSpPr>
        <p:spPr>
          <a:xfrm flipH="1" flipV="1">
            <a:off x="3385481" y="3953289"/>
            <a:ext cx="498177" cy="2229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805B212-FF07-1467-5D5E-9A278A11D59F}"/>
              </a:ext>
            </a:extLst>
          </p:cNvPr>
          <p:cNvSpPr txBox="1"/>
          <p:nvPr/>
        </p:nvSpPr>
        <p:spPr>
          <a:xfrm>
            <a:off x="4655992" y="3592664"/>
            <a:ext cx="107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HFPO-</a:t>
            </a:r>
            <a:r>
              <a:rPr lang="en-US" sz="1200" dirty="0" err="1"/>
              <a:t>TeA</a:t>
            </a:r>
            <a:endParaRPr lang="en-US" sz="12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BF3239-1C64-B076-75B1-4889FBEB5CB3}"/>
              </a:ext>
            </a:extLst>
          </p:cNvPr>
          <p:cNvCxnSpPr>
            <a:cxnSpLocks/>
          </p:cNvCxnSpPr>
          <p:nvPr/>
        </p:nvCxnSpPr>
        <p:spPr>
          <a:xfrm flipV="1">
            <a:off x="4885535" y="3888554"/>
            <a:ext cx="114529" cy="2877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57BF6-44FA-9D24-95A4-DD5CC0C79E41}"/>
              </a:ext>
            </a:extLst>
          </p:cNvPr>
          <p:cNvSpPr txBox="1"/>
          <p:nvPr/>
        </p:nvSpPr>
        <p:spPr>
          <a:xfrm>
            <a:off x="6817225" y="1315264"/>
            <a:ext cx="49175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None of the native precursors were detected in any sample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Heavy GenX was detected broadly – internal standard spike (likely the peak at 7.3 is from the IS)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Next step: do a correlation analysis of this feature based on location/year, looking at the last 3 peaks only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Hypothesis: expecting to see more peaks in Site B vs Site A, and more in 2018 than in later years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D7A444-C789-41B8-91C7-032F7D73559B}"/>
              </a:ext>
            </a:extLst>
          </p:cNvPr>
          <p:cNvSpPr txBox="1"/>
          <p:nvPr/>
        </p:nvSpPr>
        <p:spPr>
          <a:xfrm>
            <a:off x="3802359" y="1929106"/>
            <a:ext cx="2433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No matching PFECAs in our library with this RT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86E0A8-DC2B-AD6E-9785-EE1C0C9C0912}"/>
              </a:ext>
            </a:extLst>
          </p:cNvPr>
          <p:cNvCxnSpPr>
            <a:cxnSpLocks/>
          </p:cNvCxnSpPr>
          <p:nvPr/>
        </p:nvCxnSpPr>
        <p:spPr>
          <a:xfrm flipV="1">
            <a:off x="4282506" y="2378631"/>
            <a:ext cx="114529" cy="2877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657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C8409-C706-6B2D-C642-29371D030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27DE6-3CF2-74B8-B780-F23FA9066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that might actually be PFAS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D9269-7BB1-782E-4AE5-7D8DFC817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200" dirty="0"/>
              <a:t>3 “Likely” matches that didn’t line up with in house library values</a:t>
            </a:r>
          </a:p>
          <a:p>
            <a:pPr lvl="1"/>
            <a:r>
              <a:rPr lang="en-US" sz="1200" dirty="0"/>
              <a:t>2130: matched </a:t>
            </a:r>
            <a:r>
              <a:rPr lang="en-US" sz="1200" dirty="0" err="1"/>
              <a:t>PFUdA</a:t>
            </a:r>
            <a:r>
              <a:rPr lang="en-US" sz="1200" dirty="0"/>
              <a:t> M-H- but lower RT (possible branched isomer)</a:t>
            </a:r>
          </a:p>
          <a:p>
            <a:pPr lvl="1"/>
            <a:r>
              <a:rPr lang="en-US" sz="1200" dirty="0"/>
              <a:t>747: matched </a:t>
            </a:r>
            <a:r>
              <a:rPr lang="en-US" sz="1200" dirty="0" err="1"/>
              <a:t>PFUdA</a:t>
            </a:r>
            <a:r>
              <a:rPr lang="en-US" sz="1200" dirty="0"/>
              <a:t> M-H-COO- but lower RT (possible branched isomer)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1413: matched PMPA but wrong RT – possible in source fragment of an ether - TBD</a:t>
            </a:r>
          </a:p>
          <a:p>
            <a:r>
              <a:rPr lang="en-US" sz="1200" dirty="0"/>
              <a:t>7 EPA library matches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1692: matched PFEESA in the EPA library, but has a different RT than our PFEESA entry – Level 5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4751: matched PFECHS in the EPA library, but different CCS than our PFECHS entry – Level 3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7712: matched a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br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-PFOA in the EPA library, likely PFOA M-H- (not in our library) -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na</a:t>
            </a:r>
            <a:endParaRPr lang="en-US" sz="1200" i="1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2318: matched PubChem CID 22568764 (C8HF17O</a:t>
            </a:r>
            <a:r>
              <a:rPr lang="en-US" sz="1200" i="1" baseline="-25000" dirty="0">
                <a:solidFill>
                  <a:schemeClr val="bg1">
                    <a:lumMod val="75000"/>
                  </a:schemeClr>
                </a:solidFill>
              </a:rPr>
              <a:t>4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S, ether sulfonate). – Level 2</a:t>
            </a:r>
          </a:p>
          <a:p>
            <a:pPr lvl="1"/>
            <a:r>
              <a:rPr lang="en-US" sz="1200" dirty="0"/>
              <a:t>6811</a:t>
            </a:r>
          </a:p>
          <a:p>
            <a:pPr lvl="1"/>
            <a:r>
              <a:rPr lang="en-US" sz="1200" dirty="0"/>
              <a:t>2216</a:t>
            </a:r>
          </a:p>
          <a:p>
            <a:pPr lvl="1"/>
            <a:r>
              <a:rPr lang="en-US" sz="1200" dirty="0"/>
              <a:t>5135</a:t>
            </a:r>
          </a:p>
          <a:p>
            <a:r>
              <a:rPr lang="en-US" sz="1200" dirty="0"/>
              <a:t>5 features with no library match</a:t>
            </a:r>
          </a:p>
          <a:p>
            <a:pPr lvl="1"/>
            <a:r>
              <a:rPr lang="en-US" b="1" dirty="0"/>
              <a:t>5849: in series with PFCA M-H-COO-, possibly </a:t>
            </a:r>
            <a:r>
              <a:rPr lang="en-US" b="1" dirty="0" err="1"/>
              <a:t>PFPeDA</a:t>
            </a:r>
            <a:endParaRPr lang="en-US" b="1" dirty="0"/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2857: in series with the other PFESAs (1692 and 2318) – Level 2</a:t>
            </a:r>
          </a:p>
          <a:p>
            <a:pPr lvl="1"/>
            <a:r>
              <a:rPr lang="en-US" sz="1200" dirty="0"/>
              <a:t>3511</a:t>
            </a:r>
          </a:p>
          <a:p>
            <a:pPr lvl="1"/>
            <a:r>
              <a:rPr lang="en-US" sz="1200" dirty="0"/>
              <a:t>1159</a:t>
            </a:r>
          </a:p>
          <a:p>
            <a:pPr lvl="1"/>
            <a:r>
              <a:rPr lang="en-US" sz="1200" dirty="0"/>
              <a:t>331</a:t>
            </a:r>
          </a:p>
        </p:txBody>
      </p:sp>
    </p:spTree>
    <p:extLst>
      <p:ext uri="{BB962C8B-B14F-4D97-AF65-F5344CB8AC3E}">
        <p14:creationId xmlns:p14="http://schemas.microsoft.com/office/powerpoint/2010/main" val="20364128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46CD-1491-7C86-D29D-788B7C49F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PFPeDA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C3C27F-F7DC-24FD-4737-75A07372B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01" y="1061051"/>
            <a:ext cx="3745824" cy="2616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684184-7154-1E39-257A-293D677D1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01" y="3619007"/>
            <a:ext cx="3839940" cy="261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C2AF5F-B03A-B780-1977-FF0F9EC48DE0}"/>
              </a:ext>
            </a:extLst>
          </p:cNvPr>
          <p:cNvSpPr txBox="1"/>
          <p:nvPr/>
        </p:nvSpPr>
        <p:spPr>
          <a:xfrm>
            <a:off x="6096000" y="1228725"/>
            <a:ext cx="2628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PFPeDA</a:t>
            </a:r>
            <a:r>
              <a:rPr lang="en-US" sz="1200" dirty="0"/>
              <a:t> </a:t>
            </a:r>
          </a:p>
          <a:p>
            <a:r>
              <a:rPr lang="en-US" sz="1200" dirty="0"/>
              <a:t>M-H- CCS: 218.72</a:t>
            </a:r>
          </a:p>
          <a:p>
            <a:r>
              <a:rPr lang="en-US" sz="1200" dirty="0"/>
              <a:t>M-H-CO2 CCS: 197</a:t>
            </a:r>
          </a:p>
          <a:p>
            <a:r>
              <a:rPr lang="en-US" sz="1200" dirty="0"/>
              <a:t>RT: 13.7 min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A900F9-32D1-9309-99FB-4F11900E4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309" y="2059722"/>
            <a:ext cx="6118466" cy="34664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92ACBC-98AE-07EF-BD6D-DB33796F7F69}"/>
              </a:ext>
            </a:extLst>
          </p:cNvPr>
          <p:cNvSpPr txBox="1"/>
          <p:nvPr/>
        </p:nvSpPr>
        <p:spPr>
          <a:xfrm>
            <a:off x="6219825" y="5688999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PFPeDA</a:t>
            </a:r>
            <a:r>
              <a:rPr lang="en-US" sz="1200" dirty="0"/>
              <a:t>, Confidence Level 2</a:t>
            </a:r>
          </a:p>
        </p:txBody>
      </p:sp>
    </p:spTree>
    <p:extLst>
      <p:ext uri="{BB962C8B-B14F-4D97-AF65-F5344CB8AC3E}">
        <p14:creationId xmlns:p14="http://schemas.microsoft.com/office/powerpoint/2010/main" val="5340914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F5538-DEF8-03FA-0EEC-A2E57A7DB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BB81-C56C-030D-9CCB-67D9989C3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that might actually be PFAS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07B83-D737-94A6-0DF3-C1FE1CD35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200" dirty="0"/>
              <a:t>3 “Likely” matches that didn’t line up with in house library values</a:t>
            </a:r>
          </a:p>
          <a:p>
            <a:pPr lvl="1"/>
            <a:r>
              <a:rPr lang="en-US" sz="1600" b="1" dirty="0"/>
              <a:t>2130: matched </a:t>
            </a:r>
            <a:r>
              <a:rPr lang="en-US" sz="1600" b="1" dirty="0" err="1"/>
              <a:t>PFUdA</a:t>
            </a:r>
            <a:r>
              <a:rPr lang="en-US" sz="1600" b="1" dirty="0"/>
              <a:t> M-H- but lower RT (possible branched isomer)</a:t>
            </a:r>
          </a:p>
          <a:p>
            <a:pPr lvl="1"/>
            <a:r>
              <a:rPr lang="en-US" sz="1600" b="1" dirty="0"/>
              <a:t>747: matched </a:t>
            </a:r>
            <a:r>
              <a:rPr lang="en-US" sz="1600" b="1" dirty="0" err="1"/>
              <a:t>PFUdA</a:t>
            </a:r>
            <a:r>
              <a:rPr lang="en-US" sz="1600" b="1" dirty="0"/>
              <a:t> M-H-COO- but lower RT (possible branched isomer)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1413: matched PMPA but wrong RT – possible in source fragment of an ether - TBD</a:t>
            </a:r>
          </a:p>
          <a:p>
            <a:r>
              <a:rPr lang="en-US" sz="1200" dirty="0"/>
              <a:t>7 EPA library matches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1692: matched PFEESA in the EPA library, but has a different RT than our PFEESA entry – Level 5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4751: matched PFECHS in the EPA library, but different CCS than our PFECHS entry – Level 3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7712: matched a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br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-PFOA in the EPA library, likely PFOA M-H- (not in our library) -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na</a:t>
            </a:r>
            <a:endParaRPr lang="en-US" sz="1200" i="1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2318: matched PubChem CID 22568764 (C8HF17O</a:t>
            </a:r>
            <a:r>
              <a:rPr lang="en-US" sz="1200" i="1" baseline="-25000" dirty="0">
                <a:solidFill>
                  <a:schemeClr val="bg1">
                    <a:lumMod val="75000"/>
                  </a:schemeClr>
                </a:solidFill>
              </a:rPr>
              <a:t>4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S, ether sulfonate). – Level 2</a:t>
            </a:r>
          </a:p>
          <a:p>
            <a:pPr lvl="1"/>
            <a:r>
              <a:rPr lang="en-US" sz="1200" dirty="0"/>
              <a:t>6811: </a:t>
            </a:r>
            <a:r>
              <a:rPr lang="en-US" sz="1200" i="1" dirty="0"/>
              <a:t>m/z </a:t>
            </a:r>
            <a:r>
              <a:rPr lang="en-US" sz="1200" dirty="0"/>
              <a:t>480.968 (plus 2 isobars at different RTs)</a:t>
            </a:r>
          </a:p>
          <a:p>
            <a:pPr lvl="1"/>
            <a:r>
              <a:rPr lang="en-US" sz="1200" dirty="0"/>
              <a:t>2216: matched formula C11H10F4O4</a:t>
            </a:r>
          </a:p>
          <a:p>
            <a:pPr lvl="1"/>
            <a:r>
              <a:rPr lang="en-US" sz="1200" dirty="0"/>
              <a:t>5135: </a:t>
            </a:r>
            <a:r>
              <a:rPr lang="en-US" sz="1200" i="1" dirty="0"/>
              <a:t>m/z </a:t>
            </a:r>
            <a:r>
              <a:rPr lang="en-US" sz="1200" dirty="0"/>
              <a:t>448.966, matched formula C8H3F17Si</a:t>
            </a:r>
          </a:p>
          <a:p>
            <a:r>
              <a:rPr lang="en-US" sz="1200" dirty="0"/>
              <a:t>5 features with no library match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5849: in series with PFCA M-H-COO-, possibly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PFPeDA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 – Level 2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2857: in series with the other PFESAs (1692 and 2318) – Level 2</a:t>
            </a:r>
          </a:p>
          <a:p>
            <a:pPr lvl="1"/>
            <a:r>
              <a:rPr lang="en-US" sz="1200" dirty="0"/>
              <a:t>3511: </a:t>
            </a:r>
            <a:r>
              <a:rPr lang="en-US" sz="1200" i="1" dirty="0"/>
              <a:t>m/z </a:t>
            </a:r>
            <a:r>
              <a:rPr lang="en-US" sz="1200" dirty="0"/>
              <a:t>207.0420</a:t>
            </a:r>
          </a:p>
          <a:p>
            <a:pPr lvl="1"/>
            <a:r>
              <a:rPr lang="en-US" sz="1200" dirty="0"/>
              <a:t>1159: </a:t>
            </a:r>
            <a:r>
              <a:rPr lang="en-US" sz="1200" i="1" dirty="0"/>
              <a:t>m/z </a:t>
            </a:r>
            <a:r>
              <a:rPr lang="en-US" sz="1200" dirty="0"/>
              <a:t>229.0550</a:t>
            </a:r>
          </a:p>
          <a:p>
            <a:pPr lvl="1"/>
            <a:r>
              <a:rPr lang="en-US" sz="1200" dirty="0"/>
              <a:t>331: </a:t>
            </a:r>
            <a:r>
              <a:rPr lang="en-US" sz="1200" i="1" dirty="0"/>
              <a:t>m/z </a:t>
            </a:r>
            <a:r>
              <a:rPr lang="en-US" sz="1200" dirty="0"/>
              <a:t>323.09</a:t>
            </a:r>
          </a:p>
        </p:txBody>
      </p:sp>
    </p:spTree>
    <p:extLst>
      <p:ext uri="{BB962C8B-B14F-4D97-AF65-F5344CB8AC3E}">
        <p14:creationId xmlns:p14="http://schemas.microsoft.com/office/powerpoint/2010/main" val="41088434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4DD3E-5F96-CA3B-2B5F-5E49A5309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CB30-B3D8-509C-2F8A-B94183E1C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2130 and 747 – </a:t>
            </a:r>
            <a:r>
              <a:rPr lang="en-US" dirty="0" err="1"/>
              <a:t>PFUdA</a:t>
            </a:r>
            <a:r>
              <a:rPr lang="en-US" dirty="0"/>
              <a:t>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5AAE83-7BAE-A5A8-BB14-163DFAAAB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5144"/>
            <a:ext cx="2911326" cy="41061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A53F6B-D278-894D-0B76-80078E851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769" y="1255144"/>
            <a:ext cx="2845467" cy="41061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9CCDBF-D8FE-3CAD-9DF3-24A80EB0BB1D}"/>
              </a:ext>
            </a:extLst>
          </p:cNvPr>
          <p:cNvSpPr txBox="1"/>
          <p:nvPr/>
        </p:nvSpPr>
        <p:spPr>
          <a:xfrm>
            <a:off x="7640128" y="2022356"/>
            <a:ext cx="2628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IS signal predominates at 11.9 min</a:t>
            </a:r>
          </a:p>
          <a:p>
            <a:r>
              <a:rPr lang="en-US" sz="1200" dirty="0"/>
              <a:t>No IS signal at 11.7 min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4B1B99-BDD3-5406-E567-FF823A1C9855}"/>
              </a:ext>
            </a:extLst>
          </p:cNvPr>
          <p:cNvSpPr txBox="1"/>
          <p:nvPr/>
        </p:nvSpPr>
        <p:spPr>
          <a:xfrm>
            <a:off x="523448" y="5555412"/>
            <a:ext cx="3540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MS2 fragments</a:t>
            </a:r>
          </a:p>
          <a:p>
            <a:r>
              <a:rPr lang="en-US" sz="1200" dirty="0"/>
              <a:t>M-H-CO2: 168.9931 (C3F7), 118.9934 (C2F5)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0BCB31-F41F-D74F-59E9-319E596A5371}"/>
              </a:ext>
            </a:extLst>
          </p:cNvPr>
          <p:cNvSpPr txBox="1"/>
          <p:nvPr/>
        </p:nvSpPr>
        <p:spPr>
          <a:xfrm>
            <a:off x="4168310" y="5555411"/>
            <a:ext cx="3540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MS2 fragments</a:t>
            </a:r>
          </a:p>
          <a:p>
            <a:r>
              <a:rPr lang="en-US" sz="1200" dirty="0"/>
              <a:t>M-H-CO2: 318.9974 (C6F13), 218.9856 (C4F9), 168.9931 (C3F7), 118.9934 (C2F5)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DE04F0-C4A9-5554-1F4E-299CEFDD90B2}"/>
              </a:ext>
            </a:extLst>
          </p:cNvPr>
          <p:cNvSpPr txBox="1"/>
          <p:nvPr/>
        </p:nvSpPr>
        <p:spPr>
          <a:xfrm>
            <a:off x="7709138" y="3589488"/>
            <a:ext cx="3763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Conclusion:</a:t>
            </a:r>
          </a:p>
          <a:p>
            <a:r>
              <a:rPr lang="en-US" sz="1200" dirty="0"/>
              <a:t>Peak at 11.7 is </a:t>
            </a:r>
            <a:r>
              <a:rPr lang="en-US" sz="1200" dirty="0" err="1"/>
              <a:t>br-PFUdA</a:t>
            </a:r>
            <a:r>
              <a:rPr lang="en-US" sz="1200" dirty="0"/>
              <a:t>, confidence level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FAF554-4B4E-9153-9052-F0BD32C0692D}"/>
              </a:ext>
            </a:extLst>
          </p:cNvPr>
          <p:cNvSpPr txBox="1"/>
          <p:nvPr/>
        </p:nvSpPr>
        <p:spPr>
          <a:xfrm>
            <a:off x="7589807" y="1232812"/>
            <a:ext cx="460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PIMMS matched Likely </a:t>
            </a:r>
            <a:r>
              <a:rPr lang="en-US" sz="1200" dirty="0" err="1"/>
              <a:t>PFUdA</a:t>
            </a:r>
            <a:r>
              <a:rPr lang="en-US" sz="1200" dirty="0"/>
              <a:t> for a signal at 11.7 min</a:t>
            </a:r>
          </a:p>
        </p:txBody>
      </p:sp>
    </p:spTree>
    <p:extLst>
      <p:ext uri="{BB962C8B-B14F-4D97-AF65-F5344CB8AC3E}">
        <p14:creationId xmlns:p14="http://schemas.microsoft.com/office/powerpoint/2010/main" val="29676837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6D576-25A0-03CE-C44B-715651DBF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F25BA-0C85-DDF6-5826-7B55BE97A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that might actually be PFAS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574B5-938A-A997-BECE-2FFCE7548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200" dirty="0"/>
              <a:t>3 “Likely” matches that didn’t line up with in house library values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2130: matched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PFUdA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 M-H- but lower RT (possible branched isomer) – Level 3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747: matched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PFUdA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 M-H-COO- but lower RT (possible branched isomer) – Level 3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1413: matched PMPA but wrong RT – possible in source fragment of an ether - TBD</a:t>
            </a:r>
          </a:p>
          <a:p>
            <a:r>
              <a:rPr lang="en-US" sz="1200" dirty="0"/>
              <a:t>7 EPA library matches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1692: matched PFEESA in the EPA library, but has a different RT than our PFEESA entry – Level 5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4751: matched PFECHS in the EPA library, but different CCS than our PFECHS entry – Level 3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7712: matched a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br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-PFOA in the EPA library, likely PFOA M-H- (not in our library) -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na</a:t>
            </a:r>
            <a:endParaRPr lang="en-US" sz="1200" i="1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2318: matched PubChem CID 22568764 (C8HF17O</a:t>
            </a:r>
            <a:r>
              <a:rPr lang="en-US" sz="1200" i="1" baseline="-25000" dirty="0">
                <a:solidFill>
                  <a:schemeClr val="bg1">
                    <a:lumMod val="75000"/>
                  </a:schemeClr>
                </a:solidFill>
              </a:rPr>
              <a:t>4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S, ether sulfonate). – Level 2</a:t>
            </a:r>
          </a:p>
          <a:p>
            <a:pPr lvl="1"/>
            <a:r>
              <a:rPr lang="en-US" sz="1200" dirty="0"/>
              <a:t>6811: </a:t>
            </a:r>
            <a:r>
              <a:rPr lang="en-US" sz="1200" i="1" dirty="0"/>
              <a:t>m/z </a:t>
            </a:r>
            <a:r>
              <a:rPr lang="en-US" sz="1200" dirty="0"/>
              <a:t>480.968 (plus 2 isobars at different RTs)</a:t>
            </a:r>
          </a:p>
          <a:p>
            <a:pPr lvl="1"/>
            <a:r>
              <a:rPr lang="en-US" sz="1200" dirty="0"/>
              <a:t>2216: matched formula C11H10F4O4</a:t>
            </a:r>
          </a:p>
          <a:p>
            <a:pPr lvl="1"/>
            <a:r>
              <a:rPr lang="en-US" sz="1600" b="1" dirty="0"/>
              <a:t>5135: </a:t>
            </a:r>
            <a:r>
              <a:rPr lang="en-US" sz="1600" b="1" i="1" dirty="0"/>
              <a:t>m/z </a:t>
            </a:r>
            <a:r>
              <a:rPr lang="en-US" sz="1600" b="1" dirty="0"/>
              <a:t>448.966, matched formula C8H3F17Si</a:t>
            </a:r>
          </a:p>
          <a:p>
            <a:r>
              <a:rPr lang="en-US" sz="1200" dirty="0"/>
              <a:t>5 features with no library match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5849: in series with PFCA M-H-COO-, possibly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PFPeDA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 – Level 2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2857: in series with the other PFESAs (1692 and 2318) – Level 2</a:t>
            </a:r>
          </a:p>
          <a:p>
            <a:pPr lvl="1"/>
            <a:r>
              <a:rPr lang="en-US" sz="1200" dirty="0"/>
              <a:t>3511: </a:t>
            </a:r>
            <a:r>
              <a:rPr lang="en-US" sz="1200" i="1" dirty="0"/>
              <a:t>m/z </a:t>
            </a:r>
            <a:r>
              <a:rPr lang="en-US" sz="1200" dirty="0"/>
              <a:t>207.0420</a:t>
            </a:r>
          </a:p>
          <a:p>
            <a:pPr lvl="1"/>
            <a:r>
              <a:rPr lang="en-US" sz="1200" dirty="0"/>
              <a:t>1159: </a:t>
            </a:r>
            <a:r>
              <a:rPr lang="en-US" sz="1200" i="1" dirty="0"/>
              <a:t>m/z </a:t>
            </a:r>
            <a:r>
              <a:rPr lang="en-US" sz="1200" dirty="0"/>
              <a:t>229.0550</a:t>
            </a:r>
          </a:p>
          <a:p>
            <a:pPr lvl="1"/>
            <a:r>
              <a:rPr lang="en-US" sz="1200" dirty="0"/>
              <a:t>331: </a:t>
            </a:r>
            <a:r>
              <a:rPr lang="en-US" sz="1200" i="1" dirty="0"/>
              <a:t>m/z </a:t>
            </a:r>
            <a:r>
              <a:rPr lang="en-US" sz="1200" dirty="0"/>
              <a:t>323.09</a:t>
            </a:r>
          </a:p>
        </p:txBody>
      </p:sp>
    </p:spTree>
    <p:extLst>
      <p:ext uri="{BB962C8B-B14F-4D97-AF65-F5344CB8AC3E}">
        <p14:creationId xmlns:p14="http://schemas.microsoft.com/office/powerpoint/2010/main" val="19134922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5DFDC-33BE-76F5-C631-B549792AB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5135 – </a:t>
            </a:r>
            <a:r>
              <a:rPr lang="en-US" i="1" dirty="0"/>
              <a:t>m/z </a:t>
            </a:r>
            <a:r>
              <a:rPr lang="en-US" dirty="0"/>
              <a:t>448.9655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2867E-4D67-BCE1-6455-A1867F80A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95" y="1199549"/>
            <a:ext cx="2319650" cy="16202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F2C62E-D2E2-5385-8E98-BA6E16D4D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95" y="2791749"/>
            <a:ext cx="2319650" cy="16202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021E5A-5C22-F6FB-01C6-A56062061E81}"/>
              </a:ext>
            </a:extLst>
          </p:cNvPr>
          <p:cNvSpPr txBox="1"/>
          <p:nvPr/>
        </p:nvSpPr>
        <p:spPr>
          <a:xfrm>
            <a:off x="838200" y="4621007"/>
            <a:ext cx="27935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PIMMS matched EPA library for (</a:t>
            </a:r>
            <a:r>
              <a:rPr lang="en-US" sz="1200" dirty="0" err="1"/>
              <a:t>Heptadecafluorooctyl</a:t>
            </a:r>
            <a:r>
              <a:rPr lang="en-US" sz="1200" dirty="0"/>
              <a:t>)silane C8H3F17Si – seems unlikely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Baker library matches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0FE70-4217-0332-86FA-746FC40A98D1}"/>
              </a:ext>
            </a:extLst>
          </p:cNvPr>
          <p:cNvSpPr txBox="1"/>
          <p:nvPr/>
        </p:nvSpPr>
        <p:spPr>
          <a:xfrm>
            <a:off x="3997824" y="1199549"/>
            <a:ext cx="35502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Drift aligned peak at m/z 592.9495 seen in all of the same peaks and all the same samples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Post source decay of the m/z 592 feature, or its own thing?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448.9655 + CO</a:t>
            </a:r>
            <a:r>
              <a:rPr lang="en-US" sz="1200" baseline="-25000" dirty="0"/>
              <a:t>2</a:t>
            </a:r>
            <a:r>
              <a:rPr lang="en-US" sz="1200" dirty="0"/>
              <a:t>C</a:t>
            </a:r>
            <a:r>
              <a:rPr lang="en-US" sz="1200" baseline="-25000" dirty="0"/>
              <a:t>2</a:t>
            </a:r>
            <a:r>
              <a:rPr lang="en-US" sz="1200" dirty="0"/>
              <a:t>F</a:t>
            </a:r>
            <a:r>
              <a:rPr lang="en-US" sz="1200" baseline="-25000" dirty="0"/>
              <a:t>4</a:t>
            </a:r>
            <a:r>
              <a:rPr lang="en-US" sz="1200" dirty="0"/>
              <a:t> = 592.9495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6C3370D-72FA-9070-2B99-6DDA63BAE3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042786"/>
              </p:ext>
            </p:extLst>
          </p:nvPr>
        </p:nvGraphicFramePr>
        <p:xfrm>
          <a:off x="3887638" y="3141712"/>
          <a:ext cx="478155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4" imgW="4781601" imgH="1457557" progId="ACD.ChemSketch.20">
                  <p:embed/>
                </p:oleObj>
              </mc:Choice>
              <mc:Fallback>
                <p:oleObj name="ChemSketch" r:id="rId4" imgW="4781601" imgH="1457557" progId="ACD.ChemSketch.2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76C3370D-72FA-9070-2B99-6DDA63BAE3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87638" y="3141712"/>
                        <a:ext cx="4781550" cy="1457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4B01AE7A-D83F-461D-A3C9-1A3DE2D81C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952835"/>
              </p:ext>
            </p:extLst>
          </p:nvPr>
        </p:nvGraphicFramePr>
        <p:xfrm>
          <a:off x="6903843" y="4180039"/>
          <a:ext cx="4743450" cy="2543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5963012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7FD26-3D52-B0ED-5CB6-51664D87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possible structures for m/z 592.9481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01D1ABB-0DF8-EFA3-AB6E-5D23D89E12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906034"/>
              </p:ext>
            </p:extLst>
          </p:nvPr>
        </p:nvGraphicFramePr>
        <p:xfrm>
          <a:off x="511475" y="2534878"/>
          <a:ext cx="478155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4781601" imgH="1457557" progId="ACD.ChemSketch.20">
                  <p:embed/>
                </p:oleObj>
              </mc:Choice>
              <mc:Fallback>
                <p:oleObj name="ChemSketch" r:id="rId2" imgW="4781601" imgH="1457557" progId="ACD.ChemSketch.2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01D1ABB-0DF8-EFA3-AB6E-5D23D89E12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1475" y="2534878"/>
                        <a:ext cx="4781550" cy="1457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9C54BD3-B9D1-826E-81DA-8BE6B01084A5}"/>
              </a:ext>
            </a:extLst>
          </p:cNvPr>
          <p:cNvSpPr txBox="1"/>
          <p:nvPr/>
        </p:nvSpPr>
        <p:spPr>
          <a:xfrm>
            <a:off x="336432" y="1501507"/>
            <a:ext cx="3873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Backbone of compounds 9 &amp; 10. Kaylie’s paper suggested the H-substitution for the carboxylic acid group is plausible and reported elsewhere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6EE810FF-6009-446C-BA17-EE669D7211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050809"/>
              </p:ext>
            </p:extLst>
          </p:nvPr>
        </p:nvGraphicFramePr>
        <p:xfrm>
          <a:off x="793992" y="4432660"/>
          <a:ext cx="165735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4" imgW="1657372" imgH="1457209" progId="ACD.ChemSketch.20">
                  <p:embed/>
                </p:oleObj>
              </mc:Choice>
              <mc:Fallback>
                <p:oleObj name="ChemSketch" r:id="rId4" imgW="1657372" imgH="1457209" progId="ACD.ChemSketch.20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6EE810FF-6009-446C-BA17-EE669D7211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3992" y="4432660"/>
                        <a:ext cx="1657350" cy="1457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81E395FA-D33D-4B44-CA3E-0AE6F940E0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114473"/>
              </p:ext>
            </p:extLst>
          </p:nvPr>
        </p:nvGraphicFramePr>
        <p:xfrm>
          <a:off x="2902250" y="4323122"/>
          <a:ext cx="150495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6" imgW="1505030" imgH="1676503" progId="ACD.ChemSketch.20">
                  <p:embed/>
                </p:oleObj>
              </mc:Choice>
              <mc:Fallback>
                <p:oleObj name="ChemSketch" r:id="rId6" imgW="1505030" imgH="1676503" progId="ACD.ChemSketch.20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81E395FA-D33D-4B44-CA3E-0AE6F940E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02250" y="4323122"/>
                        <a:ext cx="1504950" cy="167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1E4DA12-911A-5BAB-03C7-92558DD5E553}"/>
              </a:ext>
            </a:extLst>
          </p:cNvPr>
          <p:cNvSpPr txBox="1"/>
          <p:nvPr/>
        </p:nvSpPr>
        <p:spPr>
          <a:xfrm>
            <a:off x="635482" y="6215875"/>
            <a:ext cx="1383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 m/z </a:t>
            </a:r>
            <a:r>
              <a:rPr lang="en-US" sz="1200" dirty="0"/>
              <a:t>282.9822</a:t>
            </a:r>
            <a:endParaRPr lang="en-US" sz="1200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2FCCD1-8772-1245-4C00-DB6FEAC9642A}"/>
              </a:ext>
            </a:extLst>
          </p:cNvPr>
          <p:cNvSpPr txBox="1"/>
          <p:nvPr/>
        </p:nvSpPr>
        <p:spPr>
          <a:xfrm>
            <a:off x="2658726" y="6215874"/>
            <a:ext cx="1383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 m/z </a:t>
            </a:r>
            <a:r>
              <a:rPr lang="en-US" sz="1200" dirty="0"/>
              <a:t>262.9760</a:t>
            </a:r>
            <a:endParaRPr lang="en-US" sz="1200" i="1" dirty="0"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58222B32-4AB8-2E46-17E6-55345A8D27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368865"/>
              </p:ext>
            </p:extLst>
          </p:nvPr>
        </p:nvGraphicFramePr>
        <p:xfrm>
          <a:off x="6345885" y="3493548"/>
          <a:ext cx="474345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8" imgW="4743428" imgH="2057400" progId="ACD.ChemSketch.20">
                  <p:embed/>
                </p:oleObj>
              </mc:Choice>
              <mc:Fallback>
                <p:oleObj name="ChemSketch" r:id="rId8" imgW="4743428" imgH="2057400" progId="ACD.ChemSketch.20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58222B32-4AB8-2E46-17E6-55345A8D27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345885" y="3493548"/>
                        <a:ext cx="4743450" cy="205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695510BF-9D25-A314-9234-2FA41E8E0F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2914196"/>
              </p:ext>
            </p:extLst>
          </p:nvPr>
        </p:nvGraphicFramePr>
        <p:xfrm>
          <a:off x="6317310" y="1009650"/>
          <a:ext cx="4772025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10" imgW="4771884" imgH="2419183" progId="ACD.ChemSketch.20">
                  <p:embed/>
                </p:oleObj>
              </mc:Choice>
              <mc:Fallback>
                <p:oleObj name="ChemSketch" r:id="rId10" imgW="4771884" imgH="2419183" progId="ACD.ChemSketch.20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695510BF-9D25-A314-9234-2FA41E8E0F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317310" y="1009650"/>
                        <a:ext cx="4772025" cy="2419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B9CAFB2-6582-6034-686C-F0D351FAFE50}"/>
              </a:ext>
            </a:extLst>
          </p:cNvPr>
          <p:cNvSpPr txBox="1"/>
          <p:nvPr/>
        </p:nvSpPr>
        <p:spPr>
          <a:xfrm>
            <a:off x="7696920" y="5846542"/>
            <a:ext cx="42530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Identification: H-substituted perfluoro </a:t>
            </a:r>
            <a:r>
              <a:rPr lang="en-US" sz="1200" dirty="0" err="1"/>
              <a:t>triether</a:t>
            </a:r>
            <a:r>
              <a:rPr lang="en-US" sz="1200" dirty="0"/>
              <a:t> carboxylic acid</a:t>
            </a:r>
          </a:p>
          <a:p>
            <a:r>
              <a:rPr lang="en-US" sz="1200" dirty="0"/>
              <a:t>Confidence level: 3</a:t>
            </a:r>
          </a:p>
          <a:p>
            <a:r>
              <a:rPr lang="en-US" sz="1200" dirty="0"/>
              <a:t>Novel PFAS</a:t>
            </a:r>
          </a:p>
        </p:txBody>
      </p:sp>
    </p:spTree>
    <p:extLst>
      <p:ext uri="{BB962C8B-B14F-4D97-AF65-F5344CB8AC3E}">
        <p14:creationId xmlns:p14="http://schemas.microsoft.com/office/powerpoint/2010/main" val="31087325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51BEF-8E8F-4BDD-036B-3AA757A7F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possible structure for m/z 592.9495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994DA-43B9-9E66-C3D6-BB023F57F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73192"/>
            <a:ext cx="4208252" cy="5003771"/>
          </a:xfrm>
        </p:spPr>
        <p:txBody>
          <a:bodyPr>
            <a:normAutofit/>
          </a:bodyPr>
          <a:lstStyle/>
          <a:p>
            <a:r>
              <a:rPr lang="en-US" sz="1200" dirty="0"/>
              <a:t>448.9655 + CO</a:t>
            </a:r>
            <a:r>
              <a:rPr lang="en-US" sz="1200" baseline="-25000" dirty="0"/>
              <a:t>2</a:t>
            </a:r>
            <a:r>
              <a:rPr lang="en-US" sz="1200" dirty="0"/>
              <a:t>C</a:t>
            </a:r>
            <a:r>
              <a:rPr lang="en-US" sz="1200" baseline="-25000" dirty="0"/>
              <a:t>2</a:t>
            </a:r>
            <a:r>
              <a:rPr lang="en-US" sz="1200" dirty="0"/>
              <a:t>F</a:t>
            </a:r>
            <a:r>
              <a:rPr lang="en-US" sz="1200" baseline="-25000" dirty="0"/>
              <a:t>4</a:t>
            </a:r>
            <a:r>
              <a:rPr lang="en-US" sz="1200" dirty="0"/>
              <a:t> = 592.9495 &lt;- Evidence: These are drift aligned and RT aligned. Could suggest that 592 has a carboxylic acid group attached to a C</a:t>
            </a:r>
            <a:r>
              <a:rPr lang="en-US" sz="1200" baseline="-25000" dirty="0"/>
              <a:t>2</a:t>
            </a:r>
            <a:r>
              <a:rPr lang="en-US" sz="1200" dirty="0"/>
              <a:t>F</a:t>
            </a:r>
            <a:r>
              <a:rPr lang="en-US" sz="1200" baseline="-25000" dirty="0"/>
              <a:t>4</a:t>
            </a:r>
            <a:r>
              <a:rPr lang="en-US" sz="1200" dirty="0"/>
              <a:t>  </a:t>
            </a:r>
          </a:p>
          <a:p>
            <a:r>
              <a:rPr lang="en-US" sz="1200" dirty="0"/>
              <a:t>Observed fragments:</a:t>
            </a:r>
          </a:p>
          <a:p>
            <a:pPr lvl="1"/>
            <a:r>
              <a:rPr lang="en-US" sz="1200" dirty="0"/>
              <a:t>262.9755 = C5F9O2</a:t>
            </a:r>
          </a:p>
          <a:p>
            <a:pPr lvl="1"/>
            <a:r>
              <a:rPr lang="en-US" sz="1200" dirty="0"/>
              <a:t>212.9787 = C4F7O2</a:t>
            </a:r>
          </a:p>
          <a:p>
            <a:pPr lvl="1"/>
            <a:r>
              <a:rPr lang="en-US" sz="1200" dirty="0"/>
              <a:t>184.9837 = C3F7O2</a:t>
            </a:r>
          </a:p>
          <a:p>
            <a:pPr lvl="1"/>
            <a:r>
              <a:rPr lang="en-US" sz="1200" dirty="0"/>
              <a:t>168.9888 = C3F7</a:t>
            </a:r>
          </a:p>
          <a:p>
            <a:pPr lvl="1"/>
            <a:r>
              <a:rPr lang="en-US" sz="1200" dirty="0"/>
              <a:t>118.9920 = C2F5</a:t>
            </a:r>
          </a:p>
          <a:p>
            <a:pPr lvl="1"/>
            <a:r>
              <a:rPr lang="en-US" sz="1200" dirty="0"/>
              <a:t>79.9593 = SO3 (however – this feature coelutes with PFNS and is close in drift time, so there might not necessarily be an SO3 here)</a:t>
            </a:r>
          </a:p>
          <a:p>
            <a:r>
              <a:rPr lang="en-US" sz="1200" dirty="0"/>
              <a:t>Possible formula for 448.9655: C5F9O2 + C3F7O + H</a:t>
            </a:r>
          </a:p>
          <a:p>
            <a:r>
              <a:rPr lang="en-US" sz="1200" dirty="0"/>
              <a:t>Multiple RT peaks suggests multiple branched forms</a:t>
            </a:r>
          </a:p>
          <a:p>
            <a:r>
              <a:rPr lang="en-US" sz="1200" dirty="0"/>
              <a:t>Possible molecular formula: C11H2F20O5</a:t>
            </a:r>
          </a:p>
          <a:p>
            <a:pPr lvl="1"/>
            <a:r>
              <a:rPr lang="en-US" sz="1200" dirty="0"/>
              <a:t>Exactly one PubChem CID (163325041) matches formula but structure doesn’t line up with a CO</a:t>
            </a:r>
            <a:r>
              <a:rPr lang="en-US" sz="1200" baseline="-25000" dirty="0"/>
              <a:t>2</a:t>
            </a:r>
            <a:r>
              <a:rPr lang="en-US" sz="1200" dirty="0"/>
              <a:t>(CF</a:t>
            </a:r>
            <a:r>
              <a:rPr lang="en-US" sz="1200" baseline="-25000" dirty="0"/>
              <a:t>2</a:t>
            </a:r>
            <a:r>
              <a:rPr lang="en-US" sz="1200" dirty="0"/>
              <a:t>)</a:t>
            </a:r>
            <a:r>
              <a:rPr lang="en-US" sz="1200" baseline="-25000" dirty="0"/>
              <a:t>2</a:t>
            </a:r>
            <a:r>
              <a:rPr lang="en-US" sz="1200" dirty="0"/>
              <a:t> loss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E19D2CC-89BD-3281-2B34-D89A0DD398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9" b="11207"/>
          <a:stretch/>
        </p:blipFill>
        <p:spPr bwMode="auto">
          <a:xfrm>
            <a:off x="2845569" y="5131223"/>
            <a:ext cx="1863112" cy="1470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8322350-9E5B-E9C1-01B3-67ABB29B59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76577"/>
              </p:ext>
            </p:extLst>
          </p:nvPr>
        </p:nvGraphicFramePr>
        <p:xfrm>
          <a:off x="7053821" y="3208470"/>
          <a:ext cx="4375224" cy="2658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3" imgW="5048113" imgH="3066986" progId="ACD.ChemSketch.20">
                  <p:embed/>
                </p:oleObj>
              </mc:Choice>
              <mc:Fallback>
                <p:oleObj name="ChemSketch" r:id="rId3" imgW="5048113" imgH="3066986" progId="ACD.ChemSketch.2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88322350-9E5B-E9C1-01B3-67ABB29B59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53821" y="3208470"/>
                        <a:ext cx="4375224" cy="2658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F56B3BB-A15E-2AF6-567D-78D89629ACEF}"/>
              </a:ext>
            </a:extLst>
          </p:cNvPr>
          <p:cNvSpPr txBox="1"/>
          <p:nvPr/>
        </p:nvSpPr>
        <p:spPr>
          <a:xfrm>
            <a:off x="7008101" y="1669576"/>
            <a:ext cx="42530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Identification: H-substituted perfluoro </a:t>
            </a:r>
            <a:r>
              <a:rPr lang="en-US" sz="1200" dirty="0" err="1"/>
              <a:t>triether</a:t>
            </a:r>
            <a:r>
              <a:rPr lang="en-US" sz="1200" dirty="0"/>
              <a:t> carboxylic acid</a:t>
            </a:r>
          </a:p>
          <a:p>
            <a:r>
              <a:rPr lang="en-US" sz="1200" dirty="0"/>
              <a:t>Confidence level: 3</a:t>
            </a:r>
          </a:p>
          <a:p>
            <a:r>
              <a:rPr lang="en-US" sz="1200" dirty="0"/>
              <a:t>Novel PFAS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60C649-9D90-02FD-F8EB-31986706B932}"/>
              </a:ext>
            </a:extLst>
          </p:cNvPr>
          <p:cNvCxnSpPr/>
          <p:nvPr/>
        </p:nvCxnSpPr>
        <p:spPr>
          <a:xfrm>
            <a:off x="8382288" y="4097852"/>
            <a:ext cx="448574" cy="276046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8893F3-483F-315D-0BF2-0938B8236ECD}"/>
              </a:ext>
            </a:extLst>
          </p:cNvPr>
          <p:cNvSpPr txBox="1"/>
          <p:nvPr/>
        </p:nvSpPr>
        <p:spPr>
          <a:xfrm>
            <a:off x="6626012" y="4373898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4"/>
                </a:solidFill>
              </a:rPr>
              <a:t>m/z </a:t>
            </a:r>
            <a:r>
              <a:rPr lang="en-US" sz="1200" dirty="0">
                <a:solidFill>
                  <a:schemeClr val="accent4"/>
                </a:solidFill>
              </a:rPr>
              <a:t>448.9655</a:t>
            </a:r>
            <a:endParaRPr lang="en-US" sz="1200" i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0128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78FFF-C71F-B2DF-DB0B-387D74F1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09324-54D0-E004-3AC3-6870AD6C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m/z 450.9280 and 414.9492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E222BF-E5D6-3EF3-A96E-7B150652A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43" y="1508741"/>
            <a:ext cx="4322148" cy="2614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B283AD-069A-218A-3BB2-4255B8595082}"/>
              </a:ext>
            </a:extLst>
          </p:cNvPr>
          <p:cNvSpPr txBox="1"/>
          <p:nvPr/>
        </p:nvSpPr>
        <p:spPr>
          <a:xfrm>
            <a:off x="525843" y="1047076"/>
            <a:ext cx="3744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Nested spectra for peak at 11.0 min (m/z 450.9273, not seen at lower RTs)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29344B-35F3-F0AA-97C6-5392407F108F}"/>
              </a:ext>
            </a:extLst>
          </p:cNvPr>
          <p:cNvSpPr txBox="1"/>
          <p:nvPr/>
        </p:nvSpPr>
        <p:spPr>
          <a:xfrm>
            <a:off x="6618184" y="3523356"/>
            <a:ext cx="40076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Also seeing feature at m/z 414.9492 eluting at 11.0 min only and close but not quite drift aligned with both 448 and 450!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What is going on here?!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For now – considering a likely in-source decay product of m/z 592.9481, formula TBD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0DE97BE-5F51-C362-ABE1-8811B149CC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6398157"/>
              </p:ext>
            </p:extLst>
          </p:nvPr>
        </p:nvGraphicFramePr>
        <p:xfrm>
          <a:off x="5190227" y="609346"/>
          <a:ext cx="3573708" cy="2398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39CAE3A5-28A9-7EA1-022F-04539E66BF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2187107"/>
              </p:ext>
            </p:extLst>
          </p:nvPr>
        </p:nvGraphicFramePr>
        <p:xfrm>
          <a:off x="8622032" y="609345"/>
          <a:ext cx="3573708" cy="2398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8ACA249C-8C1B-2847-4D94-4ADB5617D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7136" y="4440628"/>
            <a:ext cx="3381709" cy="19159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70733D-D91E-670A-67E5-80B39CFA00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498" y="4344199"/>
            <a:ext cx="2455638" cy="19159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D10665F-878D-55D7-2E72-C737DDFD97CE}"/>
              </a:ext>
            </a:extLst>
          </p:cNvPr>
          <p:cNvSpPr txBox="1"/>
          <p:nvPr/>
        </p:nvSpPr>
        <p:spPr>
          <a:xfrm>
            <a:off x="584776" y="6262042"/>
            <a:ext cx="2983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Drift pattern suggests carboxylic acid (in source dimer)</a:t>
            </a:r>
          </a:p>
        </p:txBody>
      </p:sp>
    </p:spTree>
    <p:extLst>
      <p:ext uri="{BB962C8B-B14F-4D97-AF65-F5344CB8AC3E}">
        <p14:creationId xmlns:p14="http://schemas.microsoft.com/office/powerpoint/2010/main" val="20185657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6405-F942-35F2-FC74-592E6BC69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m/z 628.9189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8E2E1A-F3B9-37D6-2B7C-C530CB978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26" y="4147635"/>
            <a:ext cx="4492486" cy="25452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3D87D8-BBBB-3E78-DDB1-1E72963269CB}"/>
              </a:ext>
            </a:extLst>
          </p:cNvPr>
          <p:cNvSpPr txBox="1"/>
          <p:nvPr/>
        </p:nvSpPr>
        <p:spPr>
          <a:xfrm>
            <a:off x="8985034" y="2327875"/>
            <a:ext cx="38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Kaylie’s compound 10 with loss of a COOH</a:t>
            </a:r>
          </a:p>
          <a:p>
            <a:r>
              <a:rPr lang="en-US" sz="1200" dirty="0"/>
              <a:t>Compound 10 not detected in gators</a:t>
            </a: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72A3EC41-0C85-FE60-8054-AE9D28C90B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508278"/>
              </p:ext>
            </p:extLst>
          </p:nvPr>
        </p:nvGraphicFramePr>
        <p:xfrm>
          <a:off x="7001226" y="4200817"/>
          <a:ext cx="2667000" cy="25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3" imgW="2667202" imgH="2533521" progId="ACD.ChemSketch.20">
                  <p:embed/>
                </p:oleObj>
              </mc:Choice>
              <mc:Fallback>
                <p:oleObj name="ChemSketch" r:id="rId3" imgW="2667202" imgH="2533521" progId="ACD.ChemSketch.20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72A3EC41-0C85-FE60-8054-AE9D28C90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01226" y="4200817"/>
                        <a:ext cx="2667000" cy="253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384E243-AB1B-DF94-F318-9295A3D4A45C}"/>
              </a:ext>
            </a:extLst>
          </p:cNvPr>
          <p:cNvSpPr txBox="1"/>
          <p:nvPr/>
        </p:nvSpPr>
        <p:spPr>
          <a:xfrm>
            <a:off x="8749063" y="6119266"/>
            <a:ext cx="38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Other possible structural isomer</a:t>
            </a:r>
          </a:p>
          <a:p>
            <a:r>
              <a:rPr lang="en-US" sz="1200" dirty="0"/>
              <a:t>Fragments: 262.9749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3F860625-9A83-49C9-BA85-1F356FFB37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0929805"/>
              </p:ext>
            </p:extLst>
          </p:nvPr>
        </p:nvGraphicFramePr>
        <p:xfrm>
          <a:off x="602781" y="1061050"/>
          <a:ext cx="4587995" cy="3057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B0A3A87-B16E-999D-29E9-0E0F2C062F9C}"/>
              </a:ext>
            </a:extLst>
          </p:cNvPr>
          <p:cNvSpPr txBox="1"/>
          <p:nvPr/>
        </p:nvSpPr>
        <p:spPr>
          <a:xfrm>
            <a:off x="8184963" y="3453797"/>
            <a:ext cx="38732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 </a:t>
            </a:r>
            <a:r>
              <a:rPr lang="en-US" sz="1200" dirty="0" err="1"/>
              <a:t>Pubchem</a:t>
            </a:r>
            <a:r>
              <a:rPr lang="en-US" sz="1200" dirty="0"/>
              <a:t> entries match this formula – novel PFAS</a:t>
            </a:r>
          </a:p>
          <a:p>
            <a:r>
              <a:rPr lang="en-US" sz="1200" dirty="0"/>
              <a:t>Perfluorinated ether sulfonic acid</a:t>
            </a:r>
          </a:p>
          <a:p>
            <a:r>
              <a:rPr lang="en-US" sz="1200" dirty="0"/>
              <a:t>C10H2F20O6S M-H-</a:t>
            </a:r>
          </a:p>
          <a:p>
            <a:r>
              <a:rPr lang="en-US" sz="1200" dirty="0"/>
              <a:t>Confidence level: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3BFC32-70D1-D037-A988-9C091FCC2747}"/>
              </a:ext>
            </a:extLst>
          </p:cNvPr>
          <p:cNvSpPr txBox="1"/>
          <p:nvPr/>
        </p:nvSpPr>
        <p:spPr>
          <a:xfrm>
            <a:off x="3404980" y="3823129"/>
            <a:ext cx="38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Kaylie’s compound 10 with loss of a COOH</a:t>
            </a:r>
          </a:p>
          <a:p>
            <a:r>
              <a:rPr lang="en-US" sz="1200" dirty="0"/>
              <a:t>Compound 10 not detected</a:t>
            </a: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B96EA45C-D08E-B1F0-E132-656AB83F73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241841"/>
              </p:ext>
            </p:extLst>
          </p:nvPr>
        </p:nvGraphicFramePr>
        <p:xfrm>
          <a:off x="7001226" y="277069"/>
          <a:ext cx="3495675" cy="25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6" imgW="3495541" imgH="2533521" progId="ACD.ChemSketch.20">
                  <p:embed/>
                </p:oleObj>
              </mc:Choice>
              <mc:Fallback>
                <p:oleObj name="ChemSketch" r:id="rId6" imgW="3495541" imgH="2533521" progId="ACD.ChemSketch.20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B96EA45C-D08E-B1F0-E132-656AB83F73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01226" y="277069"/>
                        <a:ext cx="3495675" cy="253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09625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4BB4-5184-50CA-F97E-F827030A9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from feature ID 5135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12DD0-AA54-6959-E017-36E8C13DB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PIMMS flagged one feature (</a:t>
            </a:r>
            <a:r>
              <a:rPr lang="en-US" i="1" dirty="0"/>
              <a:t>m/z </a:t>
            </a:r>
            <a:r>
              <a:rPr lang="en-US" dirty="0"/>
              <a:t>448.966) as matching formula C8H3F17Si on the EPA list</a:t>
            </a:r>
          </a:p>
          <a:p>
            <a:r>
              <a:rPr lang="en-US" dirty="0"/>
              <a:t>Manual validation confirmed a different formula (C8HF16O3)</a:t>
            </a:r>
          </a:p>
          <a:p>
            <a:pPr lvl="1"/>
            <a:r>
              <a:rPr lang="en-US" dirty="0"/>
              <a:t>Calling this a Level 3 even though it might be an in source fragment of m/z 592.9495</a:t>
            </a:r>
          </a:p>
          <a:p>
            <a:r>
              <a:rPr lang="en-US" dirty="0"/>
              <a:t>Further investigation found 4 additional features</a:t>
            </a:r>
          </a:p>
          <a:p>
            <a:pPr lvl="1"/>
            <a:r>
              <a:rPr lang="en-US" dirty="0"/>
              <a:t>m/z 592.9495 – tentative structure proposed</a:t>
            </a:r>
          </a:p>
          <a:p>
            <a:pPr lvl="1"/>
            <a:r>
              <a:rPr lang="en-US" dirty="0"/>
              <a:t>m/z 628.9189 – tentative structure proposed</a:t>
            </a:r>
          </a:p>
          <a:p>
            <a:pPr lvl="1"/>
            <a:r>
              <a:rPr lang="en-US" dirty="0"/>
              <a:t>m/z 450.9280 – no formula yet, likely in source fragment of m/z 592.9495</a:t>
            </a:r>
          </a:p>
          <a:p>
            <a:pPr lvl="1"/>
            <a:r>
              <a:rPr lang="en-US" dirty="0"/>
              <a:t>m/z 414.9492 – no formula yet, likely in source fragment of m/z 592.9495</a:t>
            </a:r>
          </a:p>
          <a:p>
            <a:r>
              <a:rPr lang="en-US" dirty="0"/>
              <a:t>One feature flagged resulted in…</a:t>
            </a:r>
          </a:p>
          <a:p>
            <a:pPr lvl="1"/>
            <a:r>
              <a:rPr lang="en-US" dirty="0"/>
              <a:t>3 features </a:t>
            </a:r>
            <a:r>
              <a:rPr lang="en-US" dirty="0" err="1"/>
              <a:t>ID’ed</a:t>
            </a:r>
            <a:r>
              <a:rPr lang="en-US" dirty="0"/>
              <a:t> to Confidence Level 3 (all novel)</a:t>
            </a:r>
          </a:p>
          <a:p>
            <a:pPr lvl="1"/>
            <a:r>
              <a:rPr lang="en-US" dirty="0"/>
              <a:t>2 features </a:t>
            </a:r>
            <a:r>
              <a:rPr lang="en-US" dirty="0" err="1"/>
              <a:t>ID’ed</a:t>
            </a:r>
            <a:r>
              <a:rPr lang="en-US" dirty="0"/>
              <a:t> to Confidence Level 5</a:t>
            </a:r>
          </a:p>
        </p:txBody>
      </p:sp>
    </p:spTree>
    <p:extLst>
      <p:ext uri="{BB962C8B-B14F-4D97-AF65-F5344CB8AC3E}">
        <p14:creationId xmlns:p14="http://schemas.microsoft.com/office/powerpoint/2010/main" val="16998727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42340-B40F-497D-794E-B53A31003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46FF6-13C6-D90A-BFFF-1FA42ED6D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that might actually be PFAS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A47B7-6130-91EB-74D3-97F16C5F9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200" dirty="0"/>
              <a:t>3 “Likely” matches that didn’t line up with in house library values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2130: matched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PFUdA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 M-H- but lower RT (possible branched isomer) – Level 3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747: matched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PFUdA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 M-H-COO- but lower RT (possible branched isomer) – Level 3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1413: matched PMPA but wrong RT – possible in source fragment of an ether - TBD</a:t>
            </a:r>
          </a:p>
          <a:p>
            <a:r>
              <a:rPr lang="en-US" sz="1200" dirty="0"/>
              <a:t>7 EPA library matches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1692: matched PFEESA in the EPA library, but has a different RT than our PFEESA entry – Level 5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4751: matched PFECHS in the EPA library, but different CCS than our PFECHS entry – Level 3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7712: matched a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br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-PFOA in the EPA library, likely PFOA M-H- (not in our library) -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na</a:t>
            </a:r>
            <a:endParaRPr lang="en-US" sz="1200" i="1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2318: matched PubChem CID 22568764 (C8HF17O</a:t>
            </a:r>
            <a:r>
              <a:rPr lang="en-US" sz="1200" i="1" baseline="-25000" dirty="0">
                <a:solidFill>
                  <a:schemeClr val="bg1">
                    <a:lumMod val="75000"/>
                  </a:schemeClr>
                </a:solidFill>
              </a:rPr>
              <a:t>4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S, ether sulfonate). – Level 2</a:t>
            </a:r>
          </a:p>
          <a:p>
            <a:pPr lvl="1"/>
            <a:r>
              <a:rPr lang="en-US" sz="1600" b="1" dirty="0"/>
              <a:t>6811: </a:t>
            </a:r>
            <a:r>
              <a:rPr lang="en-US" sz="1600" b="1" i="1" dirty="0"/>
              <a:t>m/z </a:t>
            </a:r>
            <a:r>
              <a:rPr lang="en-US" sz="1600" b="1" dirty="0"/>
              <a:t>480.968 (plus 2 isobars at different RTs)</a:t>
            </a:r>
          </a:p>
          <a:p>
            <a:pPr lvl="1"/>
            <a:r>
              <a:rPr lang="en-US" sz="1200" dirty="0"/>
              <a:t>2216: matched formula C11H10F4O4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5135: m/z 448.966, matched formula C8H3F17Si – 3 Level 3s, 2 Level 5s</a:t>
            </a:r>
          </a:p>
          <a:p>
            <a:r>
              <a:rPr lang="en-US" sz="1200" dirty="0"/>
              <a:t>5 features with no library match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5849: in series with PFCA M-H-COO-, possibly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PFPeDA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 – Level 2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2857: in series with the other PFESAs (1692 and 2318) – Level 2</a:t>
            </a:r>
          </a:p>
          <a:p>
            <a:pPr lvl="1"/>
            <a:r>
              <a:rPr lang="en-US" sz="1200" dirty="0"/>
              <a:t>3511: </a:t>
            </a:r>
            <a:r>
              <a:rPr lang="en-US" sz="1200" i="1" dirty="0"/>
              <a:t>m/z </a:t>
            </a:r>
            <a:r>
              <a:rPr lang="en-US" sz="1200" dirty="0"/>
              <a:t>207.0420</a:t>
            </a:r>
          </a:p>
          <a:p>
            <a:pPr lvl="1"/>
            <a:r>
              <a:rPr lang="en-US" sz="1200" dirty="0"/>
              <a:t>1159: </a:t>
            </a:r>
            <a:r>
              <a:rPr lang="en-US" sz="1200" i="1" dirty="0"/>
              <a:t>m/z </a:t>
            </a:r>
            <a:r>
              <a:rPr lang="en-US" sz="1200" dirty="0"/>
              <a:t>229.0550</a:t>
            </a:r>
          </a:p>
          <a:p>
            <a:pPr lvl="1"/>
            <a:r>
              <a:rPr lang="en-US" sz="1200" dirty="0"/>
              <a:t>331: </a:t>
            </a:r>
            <a:r>
              <a:rPr lang="en-US" sz="1200" i="1" dirty="0"/>
              <a:t>m/z </a:t>
            </a:r>
            <a:r>
              <a:rPr lang="en-US" sz="1200" dirty="0"/>
              <a:t>323.09</a:t>
            </a:r>
          </a:p>
        </p:txBody>
      </p:sp>
    </p:spTree>
    <p:extLst>
      <p:ext uri="{BB962C8B-B14F-4D97-AF65-F5344CB8AC3E}">
        <p14:creationId xmlns:p14="http://schemas.microsoft.com/office/powerpoint/2010/main" val="30720054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A35D3-8178-A933-8AD5-EDFCF6821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6811 – m/z 480.9680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D2BE9-4C0C-C044-0E37-26DA6854A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PIMMS found m/z 480.9680 (EPA match to formula C12H2F16O2) , CCS 165.79, RT 10.54 </a:t>
            </a:r>
          </a:p>
          <a:p>
            <a:pPr lvl="1"/>
            <a:r>
              <a:rPr lang="en-US" dirty="0"/>
              <a:t>While validating features, found it to be present in blanks</a:t>
            </a:r>
          </a:p>
          <a:p>
            <a:pPr lvl="1"/>
            <a:r>
              <a:rPr lang="en-US" dirty="0"/>
              <a:t>Conclusion: contamination</a:t>
            </a:r>
          </a:p>
          <a:p>
            <a:r>
              <a:rPr lang="en-US" dirty="0"/>
              <a:t>However, looking in Skyline, there appeared to be a tailing peak from the PIMMS feature at a slightly lower m/z that was appearing at 2 different RTs</a:t>
            </a:r>
          </a:p>
          <a:p>
            <a:pPr lvl="1"/>
            <a:r>
              <a:rPr lang="en-US" dirty="0"/>
              <a:t>m/z 480.937</a:t>
            </a:r>
          </a:p>
          <a:p>
            <a:pPr lvl="2"/>
            <a:r>
              <a:rPr lang="en-US" dirty="0"/>
              <a:t>10.2 min, CCS 165.4</a:t>
            </a:r>
          </a:p>
          <a:p>
            <a:pPr lvl="2"/>
            <a:r>
              <a:rPr lang="en-US" dirty="0"/>
              <a:t>9.7 min, CCS 159.5</a:t>
            </a:r>
          </a:p>
          <a:p>
            <a:pPr lvl="1"/>
            <a:r>
              <a:rPr lang="en-US" dirty="0"/>
              <a:t>Exact mass matches formula C8HF16O3S (1H-substituted PFOS)</a:t>
            </a:r>
          </a:p>
          <a:p>
            <a:pPr lvl="1"/>
            <a:r>
              <a:rPr lang="en-US" dirty="0"/>
              <a:t>Fragmentation spectra show SO3 and SO3F fragments</a:t>
            </a:r>
          </a:p>
          <a:p>
            <a:pPr lvl="1"/>
            <a:r>
              <a:rPr lang="en-US" dirty="0"/>
              <a:t>However, drift and RT overlaps with PFOS-</a:t>
            </a:r>
            <a:r>
              <a:rPr lang="en-US" dirty="0" err="1"/>
              <a:t>br</a:t>
            </a:r>
            <a:r>
              <a:rPr lang="en-US" dirty="0"/>
              <a:t> so these are not diagnostic</a:t>
            </a:r>
          </a:p>
          <a:p>
            <a:pPr lvl="1"/>
            <a:r>
              <a:rPr lang="en-US" dirty="0"/>
              <a:t>Abundance is too low to get meaningful fragments</a:t>
            </a:r>
          </a:p>
          <a:p>
            <a:r>
              <a:rPr lang="en-US" dirty="0"/>
              <a:t>Conclusion: Confidence Level 5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8809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363E7-EA11-710B-901D-FE464AC83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DFAAD-614B-8214-A359-CECD21896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that might actually be PFAS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CC336-D4E4-D728-F822-536717D97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200" dirty="0"/>
              <a:t>3 “Likely” matches that didn’t line up with in house library values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2130: matched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PFUdA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 M-H- but lower RT (possible branched isomer) – Level 3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747: matched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PFUdA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 M-H-COO- but lower RT (possible branched isomer) – Level 3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1413: matched PMPA but wrong RT – possible in source fragment of an ether - TBD</a:t>
            </a:r>
          </a:p>
          <a:p>
            <a:r>
              <a:rPr lang="en-US" sz="1200" dirty="0"/>
              <a:t>7 EPA library matches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1692: matched PFEESA in the EPA library, but has a different RT than our PFEESA entry – Level 5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4751: matched PFECHS in the EPA library, but different CCS than our PFECHS entry – Level 3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7712: matched a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br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-PFOA in the EPA library, likely PFOA M-H- (not in our library) -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na</a:t>
            </a:r>
            <a:endParaRPr lang="en-US" sz="1200" i="1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2318: matched PubChem CID 22568764 (C8HF17O</a:t>
            </a:r>
            <a:r>
              <a:rPr lang="en-US" sz="1200" i="1" baseline="-25000" dirty="0">
                <a:solidFill>
                  <a:schemeClr val="bg1">
                    <a:lumMod val="75000"/>
                  </a:schemeClr>
                </a:solidFill>
              </a:rPr>
              <a:t>4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S, ether sulfonate). – Level 2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6811: m/z 480.968 (plus 2 isobars at different RTs) – 2 Level 5s</a:t>
            </a:r>
          </a:p>
          <a:p>
            <a:pPr lvl="1"/>
            <a:r>
              <a:rPr lang="en-US" sz="1600" b="1" dirty="0"/>
              <a:t>2216: matched formula C11H10F4O4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5135: m/z 448.966, matched formula C8H3F17Si – 3 Level 3s, 2 Level 5s</a:t>
            </a:r>
          </a:p>
          <a:p>
            <a:r>
              <a:rPr lang="en-US" sz="1200" dirty="0"/>
              <a:t>5 features with no library match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5849: in series with PFCA M-H-COO-, possibly </a:t>
            </a:r>
            <a:r>
              <a:rPr lang="en-US" sz="1200" i="1" dirty="0" err="1">
                <a:solidFill>
                  <a:schemeClr val="bg1">
                    <a:lumMod val="75000"/>
                  </a:schemeClr>
                </a:solidFill>
              </a:rPr>
              <a:t>PFPeDA</a:t>
            </a:r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 – Level 2</a:t>
            </a:r>
          </a:p>
          <a:p>
            <a:pPr lvl="1"/>
            <a:r>
              <a:rPr lang="en-US" sz="1200" i="1" dirty="0">
                <a:solidFill>
                  <a:schemeClr val="bg1">
                    <a:lumMod val="75000"/>
                  </a:schemeClr>
                </a:solidFill>
              </a:rPr>
              <a:t>2857: in series with the other PFESAs (1692 and 2318) – Level 2</a:t>
            </a:r>
          </a:p>
          <a:p>
            <a:pPr lvl="1"/>
            <a:r>
              <a:rPr lang="en-US" sz="1200" dirty="0"/>
              <a:t>3511: </a:t>
            </a:r>
            <a:r>
              <a:rPr lang="en-US" sz="1200" i="1" dirty="0"/>
              <a:t>m/z </a:t>
            </a:r>
            <a:r>
              <a:rPr lang="en-US" sz="1200" dirty="0"/>
              <a:t>207.0420</a:t>
            </a:r>
          </a:p>
          <a:p>
            <a:pPr lvl="1"/>
            <a:r>
              <a:rPr lang="en-US" sz="1200" dirty="0"/>
              <a:t>1159: </a:t>
            </a:r>
            <a:r>
              <a:rPr lang="en-US" sz="1200" i="1" dirty="0"/>
              <a:t>m/z </a:t>
            </a:r>
            <a:r>
              <a:rPr lang="en-US" sz="1200" dirty="0"/>
              <a:t>229.0550</a:t>
            </a:r>
          </a:p>
          <a:p>
            <a:pPr lvl="1"/>
            <a:r>
              <a:rPr lang="en-US" sz="1200" dirty="0"/>
              <a:t>331: </a:t>
            </a:r>
            <a:r>
              <a:rPr lang="en-US" sz="1200" i="1" dirty="0"/>
              <a:t>m/z </a:t>
            </a:r>
            <a:r>
              <a:rPr lang="en-US" sz="1200" dirty="0"/>
              <a:t>323.09</a:t>
            </a:r>
          </a:p>
        </p:txBody>
      </p:sp>
    </p:spTree>
    <p:extLst>
      <p:ext uri="{BB962C8B-B14F-4D97-AF65-F5344CB8AC3E}">
        <p14:creationId xmlns:p14="http://schemas.microsoft.com/office/powerpoint/2010/main" val="26654804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654EE-CFB1-7384-AD10-1E33541BA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2216: m/z 281.0429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433C85-C849-3254-8B5F-F73EF386E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19" y="996381"/>
            <a:ext cx="3815732" cy="2726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D6A535-3712-370F-56ED-15A7698B3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19" y="3656622"/>
            <a:ext cx="3815732" cy="27269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7DC63E-D99D-DE02-E0CD-07EAB0892605}"/>
              </a:ext>
            </a:extLst>
          </p:cNvPr>
          <p:cNvSpPr txBox="1"/>
          <p:nvPr/>
        </p:nvSpPr>
        <p:spPr>
          <a:xfrm>
            <a:off x="5470766" y="1122513"/>
            <a:ext cx="3873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EPA library match to C11H10F4O4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514770-9186-7118-A621-421D674DA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865" y="768830"/>
            <a:ext cx="200977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93E7C2-56FA-568A-AE1C-47797B66AEC9}"/>
              </a:ext>
            </a:extLst>
          </p:cNvPr>
          <p:cNvSpPr txBox="1"/>
          <p:nvPr/>
        </p:nvSpPr>
        <p:spPr>
          <a:xfrm>
            <a:off x="5151528" y="3290500"/>
            <a:ext cx="38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Fragments: 237.0565</a:t>
            </a:r>
          </a:p>
          <a:p>
            <a:r>
              <a:rPr lang="en-US" sz="1200" dirty="0"/>
              <a:t>Low signal though and very low </a:t>
            </a:r>
            <a:r>
              <a:rPr lang="en-US" sz="1200"/>
              <a:t>precursor signal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971563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EE6F-8808-5235-F1C1-A73E099E8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29365-C99A-5DF5-313E-B34B0B4BF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52E3E8-DDB5-F8FA-E3A0-B6ADC05A2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38" y="1819196"/>
            <a:ext cx="5053968" cy="3530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7AADA6-D0E6-DFA7-8AED-D14A48E0A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196" y="1819195"/>
            <a:ext cx="5053968" cy="353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33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B7246-3C89-B38C-5232-505783382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4ED4-59B7-BA9F-DA43-A67B62C48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623170-0396-5657-F3B8-12893520B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20" y="1663918"/>
            <a:ext cx="5053968" cy="3530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FA7EDC-F4C4-A312-BCA2-C5C017A77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63919"/>
            <a:ext cx="5053968" cy="353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278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C0219-AE8A-1E2E-99CA-CD9AFE0E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395AE-272F-D2BD-2689-08257FEE8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3104B-8A64-669B-DC0D-5864E05D0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98" y="1663920"/>
            <a:ext cx="5079365" cy="3530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BB5A6E-EC4D-657C-F8DD-F6501A49D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393" y="1663919"/>
            <a:ext cx="5053968" cy="353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480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61DB5-485B-02DC-7BDD-6B58842C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from feature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1638B-29C9-053A-A291-6C7C13920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886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DF0315-06F2-4FCF-E70D-0E9BC0B35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all mean?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5D7FFA-994B-46AB-FAC9-8998A55DA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816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736709-00E4-671A-9593-010DD86D1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Skyline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CD9058-AEE0-6B12-845C-F630D5526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Relative abundance comparisons of all features in our library and those </a:t>
            </a:r>
            <a:r>
              <a:rPr lang="en-US" dirty="0" err="1"/>
              <a:t>ID’ed</a:t>
            </a:r>
            <a:r>
              <a:rPr lang="en-US" dirty="0"/>
              <a:t> with PIMMS</a:t>
            </a:r>
          </a:p>
          <a:p>
            <a:pPr lvl="1"/>
            <a:r>
              <a:rPr lang="en-US" dirty="0"/>
              <a:t>Group by: absolute quant, other Level 1, Level 2, Level 3, Level 4, Level 5</a:t>
            </a:r>
          </a:p>
          <a:p>
            <a:pPr lvl="1"/>
            <a:r>
              <a:rPr lang="en-US" dirty="0"/>
              <a:t>Unique aspect of IMS+PFAS is greater likelihood that Level 4 and 5 features are actually the same features across samples</a:t>
            </a:r>
          </a:p>
        </p:txBody>
      </p:sp>
    </p:spTree>
    <p:extLst>
      <p:ext uri="{BB962C8B-B14F-4D97-AF65-F5344CB8AC3E}">
        <p14:creationId xmlns:p14="http://schemas.microsoft.com/office/powerpoint/2010/main" val="14809382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D4C64-0823-5FA9-2262-D14FC1D0C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E30BD-EEB0-1F8B-74B8-341C80DAF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0020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80D09-558D-783E-E95A-E4D2571F1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F324-4C99-AFE5-E2EA-E94D5AADA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60068-9A52-99AF-353B-0826F7C18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dimers and post-source decay to library will help reduce false positives with less manual validation</a:t>
            </a:r>
          </a:p>
          <a:p>
            <a:r>
              <a:rPr lang="en-US" dirty="0"/>
              <a:t>Try different sample prep protocols (add formic acid) to see if it boosts signal – could improve MS2 fragmentation spectra</a:t>
            </a:r>
          </a:p>
          <a:p>
            <a:r>
              <a:rPr lang="en-US" dirty="0"/>
              <a:t>Monitor these PFAS in people from this area</a:t>
            </a:r>
          </a:p>
        </p:txBody>
      </p:sp>
    </p:spTree>
    <p:extLst>
      <p:ext uri="{BB962C8B-B14F-4D97-AF65-F5344CB8AC3E}">
        <p14:creationId xmlns:p14="http://schemas.microsoft.com/office/powerpoint/2010/main" val="3315157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nna Alligators">
      <a:dk1>
        <a:sysClr val="windowText" lastClr="000000"/>
      </a:dk1>
      <a:lt1>
        <a:sysClr val="window" lastClr="FFFFFF"/>
      </a:lt1>
      <a:dk2>
        <a:srgbClr val="006600"/>
      </a:dk2>
      <a:lt2>
        <a:srgbClr val="00CC66"/>
      </a:lt2>
      <a:accent1>
        <a:srgbClr val="663300"/>
      </a:accent1>
      <a:accent2>
        <a:srgbClr val="CC9900"/>
      </a:accent2>
      <a:accent3>
        <a:srgbClr val="800080"/>
      </a:accent3>
      <a:accent4>
        <a:srgbClr val="CC66FF"/>
      </a:accent4>
      <a:accent5>
        <a:srgbClr val="000099"/>
      </a:accent5>
      <a:accent6>
        <a:srgbClr val="66CCFF"/>
      </a:accent6>
      <a:hlink>
        <a:srgbClr val="DFDA00"/>
      </a:hlink>
      <a:folHlink>
        <a:srgbClr val="FFF9A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9192</TotalTime>
  <Words>5796</Words>
  <Application>Microsoft Office PowerPoint</Application>
  <PresentationFormat>Widescreen</PresentationFormat>
  <Paragraphs>977</Paragraphs>
  <Slides>60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Calibri</vt:lpstr>
      <vt:lpstr>Office Theme</vt:lpstr>
      <vt:lpstr>ChemSketch</vt:lpstr>
      <vt:lpstr>ACD/ChemSketch</vt:lpstr>
      <vt:lpstr>Alligator PFAS Study: Non-Targeted Analysis</vt:lpstr>
      <vt:lpstr>Background</vt:lpstr>
      <vt:lpstr>Experimental Design</vt:lpstr>
      <vt:lpstr>Methods</vt:lpstr>
      <vt:lpstr>Results – Files with MSMS available, BC vs blanks</vt:lpstr>
      <vt:lpstr>Results – All features after PIMMS</vt:lpstr>
      <vt:lpstr>Results – More data reduction</vt:lpstr>
      <vt:lpstr>Results – FM-IM observations</vt:lpstr>
      <vt:lpstr>Results – Checking PIMMS in Skyline</vt:lpstr>
      <vt:lpstr>Results – observation of PIMMS vs Skyline</vt:lpstr>
      <vt:lpstr>Doesn’t look like anything… back to MS1 data</vt:lpstr>
      <vt:lpstr>PIMMS output (without any feature validation)</vt:lpstr>
      <vt:lpstr>Breakdown</vt:lpstr>
      <vt:lpstr>Unvalidated PFAS-like features conclusions</vt:lpstr>
      <vt:lpstr>Validation of features flagged by PIMMS</vt:lpstr>
      <vt:lpstr>Goals with validation and annotation</vt:lpstr>
      <vt:lpstr>“Likely” Feature Validation</vt:lpstr>
      <vt:lpstr>“Likely” features flagged in PIMMS</vt:lpstr>
      <vt:lpstr>“Likely” feature RT checking vs our library</vt:lpstr>
      <vt:lpstr>“Likely” feature RT checking vs our library: Erroneous matches</vt:lpstr>
      <vt:lpstr>“Likely” feature RT checking vs our library: Erroneous matches continued</vt:lpstr>
      <vt:lpstr>“Tentative” PFAS Prioritization</vt:lpstr>
      <vt:lpstr>Imported tentative matches into Skyline</vt:lpstr>
      <vt:lpstr>Example: Excluded (present in blanks)</vt:lpstr>
      <vt:lpstr>Example: Excluded (noise)</vt:lpstr>
      <vt:lpstr>Validation of prioritized “tentative” features</vt:lpstr>
      <vt:lpstr>Example: Post-source decay of something else</vt:lpstr>
      <vt:lpstr>Features that might actually be PFAS</vt:lpstr>
      <vt:lpstr>Features that might actually be PFAS</vt:lpstr>
      <vt:lpstr>Long chain PFESAs detected in alligators</vt:lpstr>
      <vt:lpstr>Features that might actually be PFAS</vt:lpstr>
      <vt:lpstr>U-PFOS</vt:lpstr>
      <vt:lpstr>Features that might actually be PFAS</vt:lpstr>
      <vt:lpstr>PFOA M-H- post source decay</vt:lpstr>
      <vt:lpstr>Features that might actually be PFAS</vt:lpstr>
      <vt:lpstr>Not PMPA</vt:lpstr>
      <vt:lpstr>Not PMPA</vt:lpstr>
      <vt:lpstr>Features that might actually be PFAS</vt:lpstr>
      <vt:lpstr>PFPeDA</vt:lpstr>
      <vt:lpstr>Features that might actually be PFAS</vt:lpstr>
      <vt:lpstr>2130 and 747 – PFUdA?</vt:lpstr>
      <vt:lpstr>Features that might actually be PFAS</vt:lpstr>
      <vt:lpstr>5135 – m/z 448.9655</vt:lpstr>
      <vt:lpstr>Other possible structures for m/z 592.9481</vt:lpstr>
      <vt:lpstr>Other possible structure for m/z 592.9495</vt:lpstr>
      <vt:lpstr>m/z 450.9280 and 414.9492</vt:lpstr>
      <vt:lpstr>m/z 628.9189</vt:lpstr>
      <vt:lpstr>Conclusions from feature ID 5135</vt:lpstr>
      <vt:lpstr>Features that might actually be PFAS</vt:lpstr>
      <vt:lpstr>6811 – m/z 480.9680</vt:lpstr>
      <vt:lpstr>Features that might actually be PFAS</vt:lpstr>
      <vt:lpstr>2216: m/z 281.0429</vt:lpstr>
      <vt:lpstr>PowerPoint Presentation</vt:lpstr>
      <vt:lpstr>PowerPoint Presentation</vt:lpstr>
      <vt:lpstr>PowerPoint Presentation</vt:lpstr>
      <vt:lpstr>Conclusions from feature validation</vt:lpstr>
      <vt:lpstr>What does it all mean?</vt:lpstr>
      <vt:lpstr>Back to Skyline</vt:lpstr>
      <vt:lpstr>Overall conclusions</vt:lpstr>
      <vt:lpstr>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Alligator PFAS Study: Planning for Results and Conclusions</dc:title>
  <dc:creator>Boatman, Anna Kathryn</dc:creator>
  <cp:lastModifiedBy>Boatman, Anna Kathryn</cp:lastModifiedBy>
  <cp:revision>5</cp:revision>
  <dcterms:created xsi:type="dcterms:W3CDTF">2023-09-29T14:07:55Z</dcterms:created>
  <dcterms:modified xsi:type="dcterms:W3CDTF">2024-12-09T21:30:01Z</dcterms:modified>
</cp:coreProperties>
</file>