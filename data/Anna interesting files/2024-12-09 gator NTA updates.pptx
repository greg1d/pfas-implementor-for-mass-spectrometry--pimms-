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73" r:id="rId5"/>
    <p:sldId id="274" r:id="rId6"/>
    <p:sldId id="296" r:id="rId7"/>
    <p:sldId id="326" r:id="rId8"/>
    <p:sldId id="287" r:id="rId9"/>
    <p:sldId id="289" r:id="rId10"/>
    <p:sldId id="327" r:id="rId11"/>
    <p:sldId id="322" r:id="rId12"/>
    <p:sldId id="319" r:id="rId13"/>
    <p:sldId id="321" r:id="rId14"/>
    <p:sldId id="329" r:id="rId15"/>
    <p:sldId id="310" r:id="rId16"/>
    <p:sldId id="328" r:id="rId17"/>
    <p:sldId id="330" r:id="rId18"/>
    <p:sldId id="315" r:id="rId19"/>
    <p:sldId id="331" r:id="rId20"/>
    <p:sldId id="332" r:id="rId21"/>
    <p:sldId id="33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9E77"/>
    <a:srgbClr val="D95F02"/>
    <a:srgbClr val="7570B3"/>
    <a:srgbClr val="E72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24CEF4-BD58-45D0-97AA-3C3152F31027}" v="91" dt="2024-12-10T23:09:30.2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1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atman, Anna Kathryn" userId="8adb65ec-17a6-42cf-9b24-1629fcbd589f" providerId="ADAL" clId="{CD24CEF4-BD58-45D0-97AA-3C3152F31027}"/>
    <pc:docChg chg="undo custSel addSld delSld modSld sldOrd">
      <pc:chgData name="Boatman, Anna Kathryn" userId="8adb65ec-17a6-42cf-9b24-1629fcbd589f" providerId="ADAL" clId="{CD24CEF4-BD58-45D0-97AA-3C3152F31027}" dt="2024-12-10T23:10:49.166" v="6026" actId="20577"/>
      <pc:docMkLst>
        <pc:docMk/>
      </pc:docMkLst>
      <pc:sldChg chg="del">
        <pc:chgData name="Boatman, Anna Kathryn" userId="8adb65ec-17a6-42cf-9b24-1629fcbd589f" providerId="ADAL" clId="{CD24CEF4-BD58-45D0-97AA-3C3152F31027}" dt="2024-12-09T23:21:29.539" v="3539" actId="47"/>
        <pc:sldMkLst>
          <pc:docMk/>
          <pc:sldMk cId="2900362220" sldId="257"/>
        </pc:sldMkLst>
      </pc:sldChg>
      <pc:sldChg chg="addSp delSp mod">
        <pc:chgData name="Boatman, Anna Kathryn" userId="8adb65ec-17a6-42cf-9b24-1629fcbd589f" providerId="ADAL" clId="{CD24CEF4-BD58-45D0-97AA-3C3152F31027}" dt="2024-12-09T22:18:47.181" v="7" actId="478"/>
        <pc:sldMkLst>
          <pc:docMk/>
          <pc:sldMk cId="479619660" sldId="260"/>
        </pc:sldMkLst>
        <pc:spChg chg="add del">
          <ac:chgData name="Boatman, Anna Kathryn" userId="8adb65ec-17a6-42cf-9b24-1629fcbd589f" providerId="ADAL" clId="{CD24CEF4-BD58-45D0-97AA-3C3152F31027}" dt="2024-12-09T22:18:47.181" v="7" actId="478"/>
          <ac:spMkLst>
            <pc:docMk/>
            <pc:sldMk cId="479619660" sldId="260"/>
            <ac:spMk id="27" creationId="{9AF7490C-417A-50CE-5DD2-41FAC5C04667}"/>
          </ac:spMkLst>
        </pc:spChg>
      </pc:sldChg>
      <pc:sldChg chg="modSp mod">
        <pc:chgData name="Boatman, Anna Kathryn" userId="8adb65ec-17a6-42cf-9b24-1629fcbd589f" providerId="ADAL" clId="{CD24CEF4-BD58-45D0-97AA-3C3152F31027}" dt="2024-12-09T22:19:43.988" v="91" actId="20577"/>
        <pc:sldMkLst>
          <pc:docMk/>
          <pc:sldMk cId="2823740190" sldId="261"/>
        </pc:sldMkLst>
        <pc:spChg chg="mod">
          <ac:chgData name="Boatman, Anna Kathryn" userId="8adb65ec-17a6-42cf-9b24-1629fcbd589f" providerId="ADAL" clId="{CD24CEF4-BD58-45D0-97AA-3C3152F31027}" dt="2024-12-09T22:19:43.988" v="91" actId="20577"/>
          <ac:spMkLst>
            <pc:docMk/>
            <pc:sldMk cId="2823740190" sldId="261"/>
            <ac:spMk id="3" creationId="{B3EA9E48-F8B6-4B6E-E151-F71391160680}"/>
          </ac:spMkLst>
        </pc:spChg>
      </pc:sldChg>
      <pc:sldChg chg="del">
        <pc:chgData name="Boatman, Anna Kathryn" userId="8adb65ec-17a6-42cf-9b24-1629fcbd589f" providerId="ADAL" clId="{CD24CEF4-BD58-45D0-97AA-3C3152F31027}" dt="2024-12-09T22:20:00.302" v="94" actId="47"/>
        <pc:sldMkLst>
          <pc:docMk/>
          <pc:sldMk cId="1755412179" sldId="267"/>
        </pc:sldMkLst>
      </pc:sldChg>
      <pc:sldChg chg="del">
        <pc:chgData name="Boatman, Anna Kathryn" userId="8adb65ec-17a6-42cf-9b24-1629fcbd589f" providerId="ADAL" clId="{CD24CEF4-BD58-45D0-97AA-3C3152F31027}" dt="2024-12-09T22:19:52.691" v="92" actId="47"/>
        <pc:sldMkLst>
          <pc:docMk/>
          <pc:sldMk cId="1857585737" sldId="268"/>
        </pc:sldMkLst>
      </pc:sldChg>
      <pc:sldChg chg="del">
        <pc:chgData name="Boatman, Anna Kathryn" userId="8adb65ec-17a6-42cf-9b24-1629fcbd589f" providerId="ADAL" clId="{CD24CEF4-BD58-45D0-97AA-3C3152F31027}" dt="2024-12-09T22:19:54.207" v="93" actId="47"/>
        <pc:sldMkLst>
          <pc:docMk/>
          <pc:sldMk cId="184311830" sldId="269"/>
        </pc:sldMkLst>
      </pc:sldChg>
      <pc:sldChg chg="del">
        <pc:chgData name="Boatman, Anna Kathryn" userId="8adb65ec-17a6-42cf-9b24-1629fcbd589f" providerId="ADAL" clId="{CD24CEF4-BD58-45D0-97AA-3C3152F31027}" dt="2024-12-09T22:20:02.434" v="95" actId="47"/>
        <pc:sldMkLst>
          <pc:docMk/>
          <pc:sldMk cId="1408128184" sldId="270"/>
        </pc:sldMkLst>
      </pc:sldChg>
      <pc:sldChg chg="del">
        <pc:chgData name="Boatman, Anna Kathryn" userId="8adb65ec-17a6-42cf-9b24-1629fcbd589f" providerId="ADAL" clId="{CD24CEF4-BD58-45D0-97AA-3C3152F31027}" dt="2024-12-09T22:20:05.981" v="96" actId="47"/>
        <pc:sldMkLst>
          <pc:docMk/>
          <pc:sldMk cId="4133162906" sldId="271"/>
        </pc:sldMkLst>
      </pc:sldChg>
      <pc:sldChg chg="del">
        <pc:chgData name="Boatman, Anna Kathryn" userId="8adb65ec-17a6-42cf-9b24-1629fcbd589f" providerId="ADAL" clId="{CD24CEF4-BD58-45D0-97AA-3C3152F31027}" dt="2024-12-09T22:20:08.881" v="97" actId="47"/>
        <pc:sldMkLst>
          <pc:docMk/>
          <pc:sldMk cId="884202668" sldId="272"/>
        </pc:sldMkLst>
      </pc:sldChg>
      <pc:sldChg chg="modSp mod">
        <pc:chgData name="Boatman, Anna Kathryn" userId="8adb65ec-17a6-42cf-9b24-1629fcbd589f" providerId="ADAL" clId="{CD24CEF4-BD58-45D0-97AA-3C3152F31027}" dt="2024-12-09T22:55:03.194" v="2604" actId="20577"/>
        <pc:sldMkLst>
          <pc:docMk/>
          <pc:sldMk cId="841856906" sldId="273"/>
        </pc:sldMkLst>
        <pc:spChg chg="mod">
          <ac:chgData name="Boatman, Anna Kathryn" userId="8adb65ec-17a6-42cf-9b24-1629fcbd589f" providerId="ADAL" clId="{CD24CEF4-BD58-45D0-97AA-3C3152F31027}" dt="2024-12-09T22:20:41.076" v="150" actId="20577"/>
          <ac:spMkLst>
            <pc:docMk/>
            <pc:sldMk cId="841856906" sldId="273"/>
            <ac:spMk id="2" creationId="{F9450333-CB77-D06B-F007-E569BF56C063}"/>
          </ac:spMkLst>
        </pc:spChg>
        <pc:spChg chg="mod">
          <ac:chgData name="Boatman, Anna Kathryn" userId="8adb65ec-17a6-42cf-9b24-1629fcbd589f" providerId="ADAL" clId="{CD24CEF4-BD58-45D0-97AA-3C3152F31027}" dt="2024-12-09T22:55:03.194" v="2604" actId="20577"/>
          <ac:spMkLst>
            <pc:docMk/>
            <pc:sldMk cId="841856906" sldId="273"/>
            <ac:spMk id="3" creationId="{BD28270F-9E54-60B3-B635-D0AB131CEE71}"/>
          </ac:spMkLst>
        </pc:spChg>
      </pc:sldChg>
      <pc:sldChg chg="delSp modSp mod">
        <pc:chgData name="Boatman, Anna Kathryn" userId="8adb65ec-17a6-42cf-9b24-1629fcbd589f" providerId="ADAL" clId="{CD24CEF4-BD58-45D0-97AA-3C3152F31027}" dt="2024-12-09T22:55:35.972" v="2606" actId="1076"/>
        <pc:sldMkLst>
          <pc:docMk/>
          <pc:sldMk cId="1881763575" sldId="274"/>
        </pc:sldMkLst>
        <pc:spChg chg="mod">
          <ac:chgData name="Boatman, Anna Kathryn" userId="8adb65ec-17a6-42cf-9b24-1629fcbd589f" providerId="ADAL" clId="{CD24CEF4-BD58-45D0-97AA-3C3152F31027}" dt="2024-12-09T22:21:18.884" v="211" actId="20577"/>
          <ac:spMkLst>
            <pc:docMk/>
            <pc:sldMk cId="1881763575" sldId="274"/>
            <ac:spMk id="2" creationId="{F6DE20A0-1F2E-71E2-3365-F9D95705C7DD}"/>
          </ac:spMkLst>
        </pc:spChg>
        <pc:picChg chg="mod">
          <ac:chgData name="Boatman, Anna Kathryn" userId="8adb65ec-17a6-42cf-9b24-1629fcbd589f" providerId="ADAL" clId="{CD24CEF4-BD58-45D0-97AA-3C3152F31027}" dt="2024-12-09T22:55:35.972" v="2606" actId="1076"/>
          <ac:picMkLst>
            <pc:docMk/>
            <pc:sldMk cId="1881763575" sldId="274"/>
            <ac:picMk id="5" creationId="{D5BB6C7F-B4A8-4FBA-8D7F-8FDD86B354A2}"/>
          </ac:picMkLst>
        </pc:picChg>
        <pc:picChg chg="del">
          <ac:chgData name="Boatman, Anna Kathryn" userId="8adb65ec-17a6-42cf-9b24-1629fcbd589f" providerId="ADAL" clId="{CD24CEF4-BD58-45D0-97AA-3C3152F31027}" dt="2024-12-09T22:55:32.858" v="2605" actId="478"/>
          <ac:picMkLst>
            <pc:docMk/>
            <pc:sldMk cId="1881763575" sldId="274"/>
            <ac:picMk id="13" creationId="{02B4248A-D593-B4CE-9D33-CE091B07CD83}"/>
          </ac:picMkLst>
        </pc:picChg>
      </pc:sldChg>
      <pc:sldChg chg="del">
        <pc:chgData name="Boatman, Anna Kathryn" userId="8adb65ec-17a6-42cf-9b24-1629fcbd589f" providerId="ADAL" clId="{CD24CEF4-BD58-45D0-97AA-3C3152F31027}" dt="2024-12-09T22:55:52.168" v="2607" actId="47"/>
        <pc:sldMkLst>
          <pc:docMk/>
          <pc:sldMk cId="583253576" sldId="275"/>
        </pc:sldMkLst>
      </pc:sldChg>
      <pc:sldChg chg="del">
        <pc:chgData name="Boatman, Anna Kathryn" userId="8adb65ec-17a6-42cf-9b24-1629fcbd589f" providerId="ADAL" clId="{CD24CEF4-BD58-45D0-97AA-3C3152F31027}" dt="2024-12-09T22:55:59.201" v="2608" actId="47"/>
        <pc:sldMkLst>
          <pc:docMk/>
          <pc:sldMk cId="3501569720" sldId="276"/>
        </pc:sldMkLst>
      </pc:sldChg>
      <pc:sldChg chg="modSp del mod ord">
        <pc:chgData name="Boatman, Anna Kathryn" userId="8adb65ec-17a6-42cf-9b24-1629fcbd589f" providerId="ADAL" clId="{CD24CEF4-BD58-45D0-97AA-3C3152F31027}" dt="2024-12-09T22:56:05.384" v="2609" actId="47"/>
        <pc:sldMkLst>
          <pc:docMk/>
          <pc:sldMk cId="1675016378" sldId="277"/>
        </pc:sldMkLst>
        <pc:spChg chg="mod">
          <ac:chgData name="Boatman, Anna Kathryn" userId="8adb65ec-17a6-42cf-9b24-1629fcbd589f" providerId="ADAL" clId="{CD24CEF4-BD58-45D0-97AA-3C3152F31027}" dt="2024-12-09T22:22:57.092" v="295" actId="20577"/>
          <ac:spMkLst>
            <pc:docMk/>
            <pc:sldMk cId="1675016378" sldId="277"/>
            <ac:spMk id="2" creationId="{898F7B1F-C50C-078A-DABE-F1A4B592FB64}"/>
          </ac:spMkLst>
        </pc:spChg>
        <pc:graphicFrameChg chg="modGraphic">
          <ac:chgData name="Boatman, Anna Kathryn" userId="8adb65ec-17a6-42cf-9b24-1629fcbd589f" providerId="ADAL" clId="{CD24CEF4-BD58-45D0-97AA-3C3152F31027}" dt="2024-12-09T22:22:20.813" v="267" actId="207"/>
          <ac:graphicFrameMkLst>
            <pc:docMk/>
            <pc:sldMk cId="1675016378" sldId="277"/>
            <ac:graphicFrameMk id="4" creationId="{56140B65-73A9-6B28-7A20-30BD4279C38A}"/>
          </ac:graphicFrameMkLst>
        </pc:graphicFrameChg>
      </pc:sldChg>
      <pc:sldChg chg="del">
        <pc:chgData name="Boatman, Anna Kathryn" userId="8adb65ec-17a6-42cf-9b24-1629fcbd589f" providerId="ADAL" clId="{CD24CEF4-BD58-45D0-97AA-3C3152F31027}" dt="2024-12-09T22:24:10.839" v="301" actId="47"/>
        <pc:sldMkLst>
          <pc:docMk/>
          <pc:sldMk cId="3311247683" sldId="278"/>
        </pc:sldMkLst>
      </pc:sldChg>
      <pc:sldChg chg="del">
        <pc:chgData name="Boatman, Anna Kathryn" userId="8adb65ec-17a6-42cf-9b24-1629fcbd589f" providerId="ADAL" clId="{CD24CEF4-BD58-45D0-97AA-3C3152F31027}" dt="2024-12-09T22:24:10.839" v="301" actId="47"/>
        <pc:sldMkLst>
          <pc:docMk/>
          <pc:sldMk cId="2767302036" sldId="279"/>
        </pc:sldMkLst>
      </pc:sldChg>
      <pc:sldChg chg="del">
        <pc:chgData name="Boatman, Anna Kathryn" userId="8adb65ec-17a6-42cf-9b24-1629fcbd589f" providerId="ADAL" clId="{CD24CEF4-BD58-45D0-97AA-3C3152F31027}" dt="2024-12-09T22:24:10.839" v="301" actId="47"/>
        <pc:sldMkLst>
          <pc:docMk/>
          <pc:sldMk cId="3938805572" sldId="280"/>
        </pc:sldMkLst>
      </pc:sldChg>
      <pc:sldChg chg="del">
        <pc:chgData name="Boatman, Anna Kathryn" userId="8adb65ec-17a6-42cf-9b24-1629fcbd589f" providerId="ADAL" clId="{CD24CEF4-BD58-45D0-97AA-3C3152F31027}" dt="2024-12-09T22:24:10.839" v="301" actId="47"/>
        <pc:sldMkLst>
          <pc:docMk/>
          <pc:sldMk cId="3238807160" sldId="281"/>
        </pc:sldMkLst>
      </pc:sldChg>
      <pc:sldChg chg="del">
        <pc:chgData name="Boatman, Anna Kathryn" userId="8adb65ec-17a6-42cf-9b24-1629fcbd589f" providerId="ADAL" clId="{CD24CEF4-BD58-45D0-97AA-3C3152F31027}" dt="2024-12-09T22:24:13.853" v="302" actId="47"/>
        <pc:sldMkLst>
          <pc:docMk/>
          <pc:sldMk cId="4271884801" sldId="282"/>
        </pc:sldMkLst>
      </pc:sldChg>
      <pc:sldChg chg="modSp del mod">
        <pc:chgData name="Boatman, Anna Kathryn" userId="8adb65ec-17a6-42cf-9b24-1629fcbd589f" providerId="ADAL" clId="{CD24CEF4-BD58-45D0-97AA-3C3152F31027}" dt="2024-12-09T22:42:48.572" v="2121" actId="47"/>
        <pc:sldMkLst>
          <pc:docMk/>
          <pc:sldMk cId="2168639385" sldId="283"/>
        </pc:sldMkLst>
        <pc:spChg chg="mod">
          <ac:chgData name="Boatman, Anna Kathryn" userId="8adb65ec-17a6-42cf-9b24-1629fcbd589f" providerId="ADAL" clId="{CD24CEF4-BD58-45D0-97AA-3C3152F31027}" dt="2024-12-09T22:28:50.156" v="977" actId="20577"/>
          <ac:spMkLst>
            <pc:docMk/>
            <pc:sldMk cId="2168639385" sldId="283"/>
            <ac:spMk id="2" creationId="{D40984B5-C845-2F44-2A06-CE90BF609498}"/>
          </ac:spMkLst>
        </pc:spChg>
        <pc:spChg chg="mod">
          <ac:chgData name="Boatman, Anna Kathryn" userId="8adb65ec-17a6-42cf-9b24-1629fcbd589f" providerId="ADAL" clId="{CD24CEF4-BD58-45D0-97AA-3C3152F31027}" dt="2024-12-09T22:29:26.372" v="995" actId="20577"/>
          <ac:spMkLst>
            <pc:docMk/>
            <pc:sldMk cId="2168639385" sldId="283"/>
            <ac:spMk id="3" creationId="{11B48780-5CC7-FD77-48CF-B17DA9124D57}"/>
          </ac:spMkLst>
        </pc:spChg>
      </pc:sldChg>
      <pc:sldChg chg="del">
        <pc:chgData name="Boatman, Anna Kathryn" userId="8adb65ec-17a6-42cf-9b24-1629fcbd589f" providerId="ADAL" clId="{CD24CEF4-BD58-45D0-97AA-3C3152F31027}" dt="2024-12-09T22:44:34.020" v="2160" actId="47"/>
        <pc:sldMkLst>
          <pc:docMk/>
          <pc:sldMk cId="1288257229" sldId="285"/>
        </pc:sldMkLst>
      </pc:sldChg>
      <pc:sldChg chg="del">
        <pc:chgData name="Boatman, Anna Kathryn" userId="8adb65ec-17a6-42cf-9b24-1629fcbd589f" providerId="ADAL" clId="{CD24CEF4-BD58-45D0-97AA-3C3152F31027}" dt="2024-12-09T22:44:39.206" v="2162" actId="47"/>
        <pc:sldMkLst>
          <pc:docMk/>
          <pc:sldMk cId="212314030" sldId="286"/>
        </pc:sldMkLst>
      </pc:sldChg>
      <pc:sldChg chg="modSp mod">
        <pc:chgData name="Boatman, Anna Kathryn" userId="8adb65ec-17a6-42cf-9b24-1629fcbd589f" providerId="ADAL" clId="{CD24CEF4-BD58-45D0-97AA-3C3152F31027}" dt="2024-12-09T22:44:12.683" v="2158" actId="20577"/>
        <pc:sldMkLst>
          <pc:docMk/>
          <pc:sldMk cId="1353493341" sldId="287"/>
        </pc:sldMkLst>
        <pc:spChg chg="mod">
          <ac:chgData name="Boatman, Anna Kathryn" userId="8adb65ec-17a6-42cf-9b24-1629fcbd589f" providerId="ADAL" clId="{CD24CEF4-BD58-45D0-97AA-3C3152F31027}" dt="2024-12-09T22:43:49.497" v="2155" actId="1076"/>
          <ac:spMkLst>
            <pc:docMk/>
            <pc:sldMk cId="1353493341" sldId="287"/>
            <ac:spMk id="33" creationId="{86A081E6-D5AB-EEFD-9144-88D2B05D96B7}"/>
          </ac:spMkLst>
        </pc:spChg>
        <pc:spChg chg="mod">
          <ac:chgData name="Boatman, Anna Kathryn" userId="8adb65ec-17a6-42cf-9b24-1629fcbd589f" providerId="ADAL" clId="{CD24CEF4-BD58-45D0-97AA-3C3152F31027}" dt="2024-12-09T22:43:49.497" v="2155" actId="1076"/>
          <ac:spMkLst>
            <pc:docMk/>
            <pc:sldMk cId="1353493341" sldId="287"/>
            <ac:spMk id="36" creationId="{3D97E053-D18B-6DEE-86F5-6A987188608C}"/>
          </ac:spMkLst>
        </pc:spChg>
        <pc:spChg chg="mod">
          <ac:chgData name="Boatman, Anna Kathryn" userId="8adb65ec-17a6-42cf-9b24-1629fcbd589f" providerId="ADAL" clId="{CD24CEF4-BD58-45D0-97AA-3C3152F31027}" dt="2024-12-09T22:44:12.683" v="2158" actId="20577"/>
          <ac:spMkLst>
            <pc:docMk/>
            <pc:sldMk cId="1353493341" sldId="287"/>
            <ac:spMk id="37" creationId="{C2F23D30-7228-57AA-2FE2-69DEC4EF6BF7}"/>
          </ac:spMkLst>
        </pc:spChg>
        <pc:graphicFrameChg chg="mod">
          <ac:chgData name="Boatman, Anna Kathryn" userId="8adb65ec-17a6-42cf-9b24-1629fcbd589f" providerId="ADAL" clId="{CD24CEF4-BD58-45D0-97AA-3C3152F31027}" dt="2024-12-09T22:43:49.497" v="2155" actId="1076"/>
          <ac:graphicFrameMkLst>
            <pc:docMk/>
            <pc:sldMk cId="1353493341" sldId="287"/>
            <ac:graphicFrameMk id="31" creationId="{3637167A-8301-536E-3CCD-9EC9845F4060}"/>
          </ac:graphicFrameMkLst>
        </pc:graphicFrameChg>
        <pc:graphicFrameChg chg="mod">
          <ac:chgData name="Boatman, Anna Kathryn" userId="8adb65ec-17a6-42cf-9b24-1629fcbd589f" providerId="ADAL" clId="{CD24CEF4-BD58-45D0-97AA-3C3152F31027}" dt="2024-12-09T22:43:49.497" v="2155" actId="1076"/>
          <ac:graphicFrameMkLst>
            <pc:docMk/>
            <pc:sldMk cId="1353493341" sldId="287"/>
            <ac:graphicFrameMk id="34" creationId="{B54E6C18-E47C-2CAD-37B7-B504A39C858A}"/>
          </ac:graphicFrameMkLst>
        </pc:graphicFrameChg>
      </pc:sldChg>
      <pc:sldChg chg="del">
        <pc:chgData name="Boatman, Anna Kathryn" userId="8adb65ec-17a6-42cf-9b24-1629fcbd589f" providerId="ADAL" clId="{CD24CEF4-BD58-45D0-97AA-3C3152F31027}" dt="2024-12-09T22:17:58.152" v="0" actId="47"/>
        <pc:sldMkLst>
          <pc:docMk/>
          <pc:sldMk cId="2697156339" sldId="288"/>
        </pc:sldMkLst>
      </pc:sldChg>
      <pc:sldChg chg="addSp delSp modSp mod">
        <pc:chgData name="Boatman, Anna Kathryn" userId="8adb65ec-17a6-42cf-9b24-1629fcbd589f" providerId="ADAL" clId="{CD24CEF4-BD58-45D0-97AA-3C3152F31027}" dt="2024-12-10T21:13:47.624" v="5243" actId="20577"/>
        <pc:sldMkLst>
          <pc:docMk/>
          <pc:sldMk cId="2596301289" sldId="289"/>
        </pc:sldMkLst>
        <pc:spChg chg="mod">
          <ac:chgData name="Boatman, Anna Kathryn" userId="8adb65ec-17a6-42cf-9b24-1629fcbd589f" providerId="ADAL" clId="{CD24CEF4-BD58-45D0-97AA-3C3152F31027}" dt="2024-12-09T22:56:52.842" v="2627" actId="20577"/>
          <ac:spMkLst>
            <pc:docMk/>
            <pc:sldMk cId="2596301289" sldId="289"/>
            <ac:spMk id="2" creationId="{1825DFDC-33BE-76F5-C631-B549792ABD8D}"/>
          </ac:spMkLst>
        </pc:spChg>
        <pc:spChg chg="del mod">
          <ac:chgData name="Boatman, Anna Kathryn" userId="8adb65ec-17a6-42cf-9b24-1629fcbd589f" providerId="ADAL" clId="{CD24CEF4-BD58-45D0-97AA-3C3152F31027}" dt="2024-12-09T22:57:12.754" v="2631" actId="478"/>
          <ac:spMkLst>
            <pc:docMk/>
            <pc:sldMk cId="2596301289" sldId="289"/>
            <ac:spMk id="4" creationId="{9F021E5A-5C22-F6FB-01C6-A56062061E81}"/>
          </ac:spMkLst>
        </pc:spChg>
        <pc:spChg chg="add mod">
          <ac:chgData name="Boatman, Anna Kathryn" userId="8adb65ec-17a6-42cf-9b24-1629fcbd589f" providerId="ADAL" clId="{CD24CEF4-BD58-45D0-97AA-3C3152F31027}" dt="2024-12-09T23:19:21.903" v="3481" actId="1076"/>
          <ac:spMkLst>
            <pc:docMk/>
            <pc:sldMk cId="2596301289" sldId="289"/>
            <ac:spMk id="10" creationId="{C5CC9EBE-2E09-6D01-91F0-07DFEB29CB8F}"/>
          </ac:spMkLst>
        </pc:spChg>
        <pc:spChg chg="del mod">
          <ac:chgData name="Boatman, Anna Kathryn" userId="8adb65ec-17a6-42cf-9b24-1629fcbd589f" providerId="ADAL" clId="{CD24CEF4-BD58-45D0-97AA-3C3152F31027}" dt="2024-12-09T23:19:15.513" v="3479" actId="478"/>
          <ac:spMkLst>
            <pc:docMk/>
            <pc:sldMk cId="2596301289" sldId="289"/>
            <ac:spMk id="14" creationId="{76F0FE70-4217-0332-86FA-746FC40A98D1}"/>
          </ac:spMkLst>
        </pc:spChg>
        <pc:spChg chg="add mod">
          <ac:chgData name="Boatman, Anna Kathryn" userId="8adb65ec-17a6-42cf-9b24-1629fcbd589f" providerId="ADAL" clId="{CD24CEF4-BD58-45D0-97AA-3C3152F31027}" dt="2024-12-09T23:19:21.903" v="3481" actId="1076"/>
          <ac:spMkLst>
            <pc:docMk/>
            <pc:sldMk cId="2596301289" sldId="289"/>
            <ac:spMk id="17" creationId="{601ADC58-C791-950C-B39B-4E12604A9AF0}"/>
          </ac:spMkLst>
        </pc:spChg>
        <pc:spChg chg="add mod">
          <ac:chgData name="Boatman, Anna Kathryn" userId="8adb65ec-17a6-42cf-9b24-1629fcbd589f" providerId="ADAL" clId="{CD24CEF4-BD58-45D0-97AA-3C3152F31027}" dt="2024-12-09T23:19:21.903" v="3481" actId="1076"/>
          <ac:spMkLst>
            <pc:docMk/>
            <pc:sldMk cId="2596301289" sldId="289"/>
            <ac:spMk id="18" creationId="{2C2E190A-8A43-0DED-D722-88EC4A9481F2}"/>
          </ac:spMkLst>
        </pc:spChg>
        <pc:spChg chg="add mod">
          <ac:chgData name="Boatman, Anna Kathryn" userId="8adb65ec-17a6-42cf-9b24-1629fcbd589f" providerId="ADAL" clId="{CD24CEF4-BD58-45D0-97AA-3C3152F31027}" dt="2024-12-10T21:13:47.624" v="5243" actId="20577"/>
          <ac:spMkLst>
            <pc:docMk/>
            <pc:sldMk cId="2596301289" sldId="289"/>
            <ac:spMk id="19" creationId="{0D639447-64C9-C5AD-F46A-B414E1FBA739}"/>
          </ac:spMkLst>
        </pc:spChg>
        <pc:graphicFrameChg chg="mod">
          <ac:chgData name="Boatman, Anna Kathryn" userId="8adb65ec-17a6-42cf-9b24-1629fcbd589f" providerId="ADAL" clId="{CD24CEF4-BD58-45D0-97AA-3C3152F31027}" dt="2024-12-09T22:59:45.754" v="2664" actId="1076"/>
          <ac:graphicFrameMkLst>
            <pc:docMk/>
            <pc:sldMk cId="2596301289" sldId="289"/>
            <ac:graphicFrameMk id="3" creationId="{76C3370D-72FA-9070-2B99-6DDA63BAE3AD}"/>
          </ac:graphicFrameMkLst>
        </pc:graphicFrameChg>
        <pc:graphicFrameChg chg="add mod">
          <ac:chgData name="Boatman, Anna Kathryn" userId="8adb65ec-17a6-42cf-9b24-1629fcbd589f" providerId="ADAL" clId="{CD24CEF4-BD58-45D0-97AA-3C3152F31027}" dt="2024-12-09T23:19:21.903" v="3481" actId="1076"/>
          <ac:graphicFrameMkLst>
            <pc:docMk/>
            <pc:sldMk cId="2596301289" sldId="289"/>
            <ac:graphicFrameMk id="6" creationId="{4D13EB72-2819-862A-532B-9B166ED45478}"/>
          </ac:graphicFrameMkLst>
        </pc:graphicFrameChg>
        <pc:graphicFrameChg chg="add mod">
          <ac:chgData name="Boatman, Anna Kathryn" userId="8adb65ec-17a6-42cf-9b24-1629fcbd589f" providerId="ADAL" clId="{CD24CEF4-BD58-45D0-97AA-3C3152F31027}" dt="2024-12-09T23:19:21.903" v="3481" actId="1076"/>
          <ac:graphicFrameMkLst>
            <pc:docMk/>
            <pc:sldMk cId="2596301289" sldId="289"/>
            <ac:graphicFrameMk id="9" creationId="{D5B33FEC-8260-9119-8891-4ACDF6D4FE1F}"/>
          </ac:graphicFrameMkLst>
        </pc:graphicFrameChg>
        <pc:graphicFrameChg chg="del">
          <ac:chgData name="Boatman, Anna Kathryn" userId="8adb65ec-17a6-42cf-9b24-1629fcbd589f" providerId="ADAL" clId="{CD24CEF4-BD58-45D0-97AA-3C3152F31027}" dt="2024-12-09T23:19:18.012" v="3480" actId="478"/>
          <ac:graphicFrameMkLst>
            <pc:docMk/>
            <pc:sldMk cId="2596301289" sldId="289"/>
            <ac:graphicFrameMk id="11" creationId="{4B01AE7A-D83F-461D-A3C9-1A3DE2D81CC4}"/>
          </ac:graphicFrameMkLst>
        </pc:graphicFrameChg>
        <pc:picChg chg="del">
          <ac:chgData name="Boatman, Anna Kathryn" userId="8adb65ec-17a6-42cf-9b24-1629fcbd589f" providerId="ADAL" clId="{CD24CEF4-BD58-45D0-97AA-3C3152F31027}" dt="2024-12-09T22:57:11.225" v="2629" actId="478"/>
          <ac:picMkLst>
            <pc:docMk/>
            <pc:sldMk cId="2596301289" sldId="289"/>
            <ac:picMk id="5" creationId="{9FF2867E-4D67-BCE1-6455-A1867F80A2A2}"/>
          </ac:picMkLst>
        </pc:picChg>
        <pc:picChg chg="del">
          <ac:chgData name="Boatman, Anna Kathryn" userId="8adb65ec-17a6-42cf-9b24-1629fcbd589f" providerId="ADAL" clId="{CD24CEF4-BD58-45D0-97AA-3C3152F31027}" dt="2024-12-09T22:57:11.841" v="2630" actId="478"/>
          <ac:picMkLst>
            <pc:docMk/>
            <pc:sldMk cId="2596301289" sldId="289"/>
            <ac:picMk id="7" creationId="{4FF2C62E-D2E2-5385-8E98-BA6E16D4DB79}"/>
          </ac:picMkLst>
        </pc:picChg>
      </pc:sldChg>
      <pc:sldChg chg="del">
        <pc:chgData name="Boatman, Anna Kathryn" userId="8adb65ec-17a6-42cf-9b24-1629fcbd589f" providerId="ADAL" clId="{CD24CEF4-BD58-45D0-97AA-3C3152F31027}" dt="2024-12-09T22:52:47.406" v="2469" actId="47"/>
        <pc:sldMkLst>
          <pc:docMk/>
          <pc:sldMk cId="534091405" sldId="290"/>
        </pc:sldMkLst>
      </pc:sldChg>
      <pc:sldChg chg="del">
        <pc:chgData name="Boatman, Anna Kathryn" userId="8adb65ec-17a6-42cf-9b24-1629fcbd589f" providerId="ADAL" clId="{CD24CEF4-BD58-45D0-97AA-3C3152F31027}" dt="2024-12-09T22:17:58.152" v="0" actId="47"/>
        <pc:sldMkLst>
          <pc:docMk/>
          <pc:sldMk cId="36413357" sldId="292"/>
        </pc:sldMkLst>
      </pc:sldChg>
      <pc:sldChg chg="del">
        <pc:chgData name="Boatman, Anna Kathryn" userId="8adb65ec-17a6-42cf-9b24-1629fcbd589f" providerId="ADAL" clId="{CD24CEF4-BD58-45D0-97AA-3C3152F31027}" dt="2024-12-09T22:17:58.152" v="0" actId="47"/>
        <pc:sldMkLst>
          <pc:docMk/>
          <pc:sldMk cId="3622527859" sldId="293"/>
        </pc:sldMkLst>
      </pc:sldChg>
      <pc:sldChg chg="del">
        <pc:chgData name="Boatman, Anna Kathryn" userId="8adb65ec-17a6-42cf-9b24-1629fcbd589f" providerId="ADAL" clId="{CD24CEF4-BD58-45D0-97AA-3C3152F31027}" dt="2024-12-09T22:17:58.152" v="0" actId="47"/>
        <pc:sldMkLst>
          <pc:docMk/>
          <pc:sldMk cId="2143348067" sldId="294"/>
        </pc:sldMkLst>
      </pc:sldChg>
      <pc:sldChg chg="del">
        <pc:chgData name="Boatman, Anna Kathryn" userId="8adb65ec-17a6-42cf-9b24-1629fcbd589f" providerId="ADAL" clId="{CD24CEF4-BD58-45D0-97AA-3C3152F31027}" dt="2024-12-09T22:24:10.839" v="301" actId="47"/>
        <pc:sldMkLst>
          <pc:docMk/>
          <pc:sldMk cId="3408090595" sldId="295"/>
        </pc:sldMkLst>
      </pc:sldChg>
      <pc:sldChg chg="modSp mod">
        <pc:chgData name="Boatman, Anna Kathryn" userId="8adb65ec-17a6-42cf-9b24-1629fcbd589f" providerId="ADAL" clId="{CD24CEF4-BD58-45D0-97AA-3C3152F31027}" dt="2024-12-09T22:22:04.900" v="265" actId="20577"/>
        <pc:sldMkLst>
          <pc:docMk/>
          <pc:sldMk cId="1343225989" sldId="296"/>
        </pc:sldMkLst>
        <pc:spChg chg="mod">
          <ac:chgData name="Boatman, Anna Kathryn" userId="8adb65ec-17a6-42cf-9b24-1629fcbd589f" providerId="ADAL" clId="{CD24CEF4-BD58-45D0-97AA-3C3152F31027}" dt="2024-12-09T22:22:04.900" v="265" actId="20577"/>
          <ac:spMkLst>
            <pc:docMk/>
            <pc:sldMk cId="1343225989" sldId="296"/>
            <ac:spMk id="4" creationId="{C842D1CF-8CDA-F4AC-920F-C4D79FE4C3EA}"/>
          </ac:spMkLst>
        </pc:spChg>
      </pc:sldChg>
      <pc:sldChg chg="del">
        <pc:chgData name="Boatman, Anna Kathryn" userId="8adb65ec-17a6-42cf-9b24-1629fcbd589f" providerId="ADAL" clId="{CD24CEF4-BD58-45D0-97AA-3C3152F31027}" dt="2024-12-09T22:23:06.389" v="296" actId="47"/>
        <pc:sldMkLst>
          <pc:docMk/>
          <pc:sldMk cId="3969138972" sldId="297"/>
        </pc:sldMkLst>
      </pc:sldChg>
      <pc:sldChg chg="del">
        <pc:chgData name="Boatman, Anna Kathryn" userId="8adb65ec-17a6-42cf-9b24-1629fcbd589f" providerId="ADAL" clId="{CD24CEF4-BD58-45D0-97AA-3C3152F31027}" dt="2024-12-09T22:23:19.748" v="298" actId="47"/>
        <pc:sldMkLst>
          <pc:docMk/>
          <pc:sldMk cId="4116502444" sldId="298"/>
        </pc:sldMkLst>
      </pc:sldChg>
      <pc:sldChg chg="del">
        <pc:chgData name="Boatman, Anna Kathryn" userId="8adb65ec-17a6-42cf-9b24-1629fcbd589f" providerId="ADAL" clId="{CD24CEF4-BD58-45D0-97AA-3C3152F31027}" dt="2024-12-09T22:23:16.689" v="297" actId="47"/>
        <pc:sldMkLst>
          <pc:docMk/>
          <pc:sldMk cId="3572849819" sldId="299"/>
        </pc:sldMkLst>
      </pc:sldChg>
      <pc:sldChg chg="del">
        <pc:chgData name="Boatman, Anna Kathryn" userId="8adb65ec-17a6-42cf-9b24-1629fcbd589f" providerId="ADAL" clId="{CD24CEF4-BD58-45D0-97AA-3C3152F31027}" dt="2024-12-09T22:23:25.173" v="299" actId="47"/>
        <pc:sldMkLst>
          <pc:docMk/>
          <pc:sldMk cId="1102604388" sldId="300"/>
        </pc:sldMkLst>
      </pc:sldChg>
      <pc:sldChg chg="del">
        <pc:chgData name="Boatman, Anna Kathryn" userId="8adb65ec-17a6-42cf-9b24-1629fcbd589f" providerId="ADAL" clId="{CD24CEF4-BD58-45D0-97AA-3C3152F31027}" dt="2024-12-09T22:23:29.283" v="300" actId="47"/>
        <pc:sldMkLst>
          <pc:docMk/>
          <pc:sldMk cId="1579757900" sldId="301"/>
        </pc:sldMkLst>
      </pc:sldChg>
      <pc:sldChg chg="del">
        <pc:chgData name="Boatman, Anna Kathryn" userId="8adb65ec-17a6-42cf-9b24-1629fcbd589f" providerId="ADAL" clId="{CD24CEF4-BD58-45D0-97AA-3C3152F31027}" dt="2024-12-09T22:18:07.361" v="1" actId="47"/>
        <pc:sldMkLst>
          <pc:docMk/>
          <pc:sldMk cId="3272880966" sldId="302"/>
        </pc:sldMkLst>
      </pc:sldChg>
      <pc:sldChg chg="del">
        <pc:chgData name="Boatman, Anna Kathryn" userId="8adb65ec-17a6-42cf-9b24-1629fcbd589f" providerId="ADAL" clId="{CD24CEF4-BD58-45D0-97AA-3C3152F31027}" dt="2024-12-09T22:17:58.152" v="0" actId="47"/>
        <pc:sldMkLst>
          <pc:docMk/>
          <pc:sldMk cId="401888674" sldId="303"/>
        </pc:sldMkLst>
      </pc:sldChg>
      <pc:sldChg chg="del">
        <pc:chgData name="Boatman, Anna Kathryn" userId="8adb65ec-17a6-42cf-9b24-1629fcbd589f" providerId="ADAL" clId="{CD24CEF4-BD58-45D0-97AA-3C3152F31027}" dt="2024-12-09T23:25:41.436" v="3772" actId="47"/>
        <pc:sldMkLst>
          <pc:docMk/>
          <pc:sldMk cId="3203002098" sldId="304"/>
        </pc:sldMkLst>
      </pc:sldChg>
      <pc:sldChg chg="del">
        <pc:chgData name="Boatman, Anna Kathryn" userId="8adb65ec-17a6-42cf-9b24-1629fcbd589f" providerId="ADAL" clId="{CD24CEF4-BD58-45D0-97AA-3C3152F31027}" dt="2024-12-09T22:42:50.805" v="2122" actId="47"/>
        <pc:sldMkLst>
          <pc:docMk/>
          <pc:sldMk cId="327237557" sldId="305"/>
        </pc:sldMkLst>
      </pc:sldChg>
      <pc:sldChg chg="del">
        <pc:chgData name="Boatman, Anna Kathryn" userId="8adb65ec-17a6-42cf-9b24-1629fcbd589f" providerId="ADAL" clId="{CD24CEF4-BD58-45D0-97AA-3C3152F31027}" dt="2024-12-09T22:44:30.674" v="2159" actId="47"/>
        <pc:sldMkLst>
          <pc:docMk/>
          <pc:sldMk cId="83239460" sldId="306"/>
        </pc:sldMkLst>
      </pc:sldChg>
      <pc:sldChg chg="del">
        <pc:chgData name="Boatman, Anna Kathryn" userId="8adb65ec-17a6-42cf-9b24-1629fcbd589f" providerId="ADAL" clId="{CD24CEF4-BD58-45D0-97AA-3C3152F31027}" dt="2024-12-09T22:44:36.875" v="2161" actId="47"/>
        <pc:sldMkLst>
          <pc:docMk/>
          <pc:sldMk cId="1030190254" sldId="307"/>
        </pc:sldMkLst>
      </pc:sldChg>
      <pc:sldChg chg="del">
        <pc:chgData name="Boatman, Anna Kathryn" userId="8adb65ec-17a6-42cf-9b24-1629fcbd589f" providerId="ADAL" clId="{CD24CEF4-BD58-45D0-97AA-3C3152F31027}" dt="2024-12-09T22:52:39.019" v="2468" actId="47"/>
        <pc:sldMkLst>
          <pc:docMk/>
          <pc:sldMk cId="1305761824" sldId="308"/>
        </pc:sldMkLst>
      </pc:sldChg>
      <pc:sldChg chg="del">
        <pc:chgData name="Boatman, Anna Kathryn" userId="8adb65ec-17a6-42cf-9b24-1629fcbd589f" providerId="ADAL" clId="{CD24CEF4-BD58-45D0-97AA-3C3152F31027}" dt="2024-12-09T22:45:03.138" v="2163" actId="47"/>
        <pc:sldMkLst>
          <pc:docMk/>
          <pc:sldMk cId="1050237120" sldId="309"/>
        </pc:sldMkLst>
      </pc:sldChg>
      <pc:sldChg chg="addSp delSp modSp mod ord">
        <pc:chgData name="Boatman, Anna Kathryn" userId="8adb65ec-17a6-42cf-9b24-1629fcbd589f" providerId="ADAL" clId="{CD24CEF4-BD58-45D0-97AA-3C3152F31027}" dt="2024-12-10T22:17:08.559" v="5483" actId="20577"/>
        <pc:sldMkLst>
          <pc:docMk/>
          <pc:sldMk cId="302265742" sldId="310"/>
        </pc:sldMkLst>
        <pc:spChg chg="mod">
          <ac:chgData name="Boatman, Anna Kathryn" userId="8adb65ec-17a6-42cf-9b24-1629fcbd589f" providerId="ADAL" clId="{CD24CEF4-BD58-45D0-97AA-3C3152F31027}" dt="2024-12-09T22:56:49.154" v="2625" actId="20577"/>
          <ac:spMkLst>
            <pc:docMk/>
            <pc:sldMk cId="302265742" sldId="310"/>
            <ac:spMk id="2" creationId="{F6DAD313-2B48-0555-927D-FFEC39D93C19}"/>
          </ac:spMkLst>
        </pc:spChg>
        <pc:spChg chg="mod">
          <ac:chgData name="Boatman, Anna Kathryn" userId="8adb65ec-17a6-42cf-9b24-1629fcbd589f" providerId="ADAL" clId="{CD24CEF4-BD58-45D0-97AA-3C3152F31027}" dt="2024-12-10T22:16:39.592" v="5455" actId="1076"/>
          <ac:spMkLst>
            <pc:docMk/>
            <pc:sldMk cId="302265742" sldId="310"/>
            <ac:spMk id="3" creationId="{08857BF6-44FA-9D24-95A4-DD5CC0C79E41}"/>
          </ac:spMkLst>
        </pc:spChg>
        <pc:spChg chg="mod">
          <ac:chgData name="Boatman, Anna Kathryn" userId="8adb65ec-17a6-42cf-9b24-1629fcbd589f" providerId="ADAL" clId="{CD24CEF4-BD58-45D0-97AA-3C3152F31027}" dt="2024-12-10T22:16:36.536" v="5454" actId="1076"/>
          <ac:spMkLst>
            <pc:docMk/>
            <pc:sldMk cId="302265742" sldId="310"/>
            <ac:spMk id="4" creationId="{31D7A444-C789-41B8-91C7-032F7D73559B}"/>
          </ac:spMkLst>
        </pc:spChg>
        <pc:spChg chg="add mod">
          <ac:chgData name="Boatman, Anna Kathryn" userId="8adb65ec-17a6-42cf-9b24-1629fcbd589f" providerId="ADAL" clId="{CD24CEF4-BD58-45D0-97AA-3C3152F31027}" dt="2024-12-10T22:16:36.536" v="5454" actId="1076"/>
          <ac:spMkLst>
            <pc:docMk/>
            <pc:sldMk cId="302265742" sldId="310"/>
            <ac:spMk id="7" creationId="{8637B6D8-6B6C-4EF7-48BC-FF20B170D529}"/>
          </ac:spMkLst>
        </pc:spChg>
        <pc:spChg chg="mod">
          <ac:chgData name="Boatman, Anna Kathryn" userId="8adb65ec-17a6-42cf-9b24-1629fcbd589f" providerId="ADAL" clId="{CD24CEF4-BD58-45D0-97AA-3C3152F31027}" dt="2024-12-10T22:16:36.536" v="5454" actId="1076"/>
          <ac:spMkLst>
            <pc:docMk/>
            <pc:sldMk cId="302265742" sldId="310"/>
            <ac:spMk id="11" creationId="{630B8188-304A-4BBA-26DB-AEE9E189F6C1}"/>
          </ac:spMkLst>
        </pc:spChg>
        <pc:spChg chg="mod">
          <ac:chgData name="Boatman, Anna Kathryn" userId="8adb65ec-17a6-42cf-9b24-1629fcbd589f" providerId="ADAL" clId="{CD24CEF4-BD58-45D0-97AA-3C3152F31027}" dt="2024-12-10T22:16:36.536" v="5454" actId="1076"/>
          <ac:spMkLst>
            <pc:docMk/>
            <pc:sldMk cId="302265742" sldId="310"/>
            <ac:spMk id="12" creationId="{EF48B17E-984E-2824-C74C-F3AFCA6CC3DB}"/>
          </ac:spMkLst>
        </pc:spChg>
        <pc:spChg chg="mod">
          <ac:chgData name="Boatman, Anna Kathryn" userId="8adb65ec-17a6-42cf-9b24-1629fcbd589f" providerId="ADAL" clId="{CD24CEF4-BD58-45D0-97AA-3C3152F31027}" dt="2024-12-10T22:16:36.536" v="5454" actId="1076"/>
          <ac:spMkLst>
            <pc:docMk/>
            <pc:sldMk cId="302265742" sldId="310"/>
            <ac:spMk id="17" creationId="{B805B212-FF07-1467-5D5E-9A278A11D59F}"/>
          </ac:spMkLst>
        </pc:spChg>
        <pc:spChg chg="add del mod">
          <ac:chgData name="Boatman, Anna Kathryn" userId="8adb65ec-17a6-42cf-9b24-1629fcbd589f" providerId="ADAL" clId="{CD24CEF4-BD58-45D0-97AA-3C3152F31027}" dt="2024-12-10T22:16:43.786" v="5456" actId="1076"/>
          <ac:spMkLst>
            <pc:docMk/>
            <pc:sldMk cId="302265742" sldId="310"/>
            <ac:spMk id="19" creationId="{25B56B84-F543-9F7E-F6F2-C1A70D45A7A0}"/>
          </ac:spMkLst>
        </pc:spChg>
        <pc:spChg chg="add mod">
          <ac:chgData name="Boatman, Anna Kathryn" userId="8adb65ec-17a6-42cf-9b24-1629fcbd589f" providerId="ADAL" clId="{CD24CEF4-BD58-45D0-97AA-3C3152F31027}" dt="2024-12-10T22:17:08.559" v="5483" actId="20577"/>
          <ac:spMkLst>
            <pc:docMk/>
            <pc:sldMk cId="302265742" sldId="310"/>
            <ac:spMk id="20" creationId="{62A635F1-BFBB-5907-A93B-7864EA393D89}"/>
          </ac:spMkLst>
        </pc:spChg>
        <pc:graphicFrameChg chg="add mod">
          <ac:chgData name="Boatman, Anna Kathryn" userId="8adb65ec-17a6-42cf-9b24-1629fcbd589f" providerId="ADAL" clId="{CD24CEF4-BD58-45D0-97AA-3C3152F31027}" dt="2024-12-10T22:16:53.110" v="5459" actId="1076"/>
          <ac:graphicFrameMkLst>
            <pc:docMk/>
            <pc:sldMk cId="302265742" sldId="310"/>
            <ac:graphicFrameMk id="5" creationId="{83E6D0A7-F4EF-C607-C194-DE5553833684}"/>
          </ac:graphicFrameMkLst>
        </pc:graphicFrameChg>
        <pc:picChg chg="mod">
          <ac:chgData name="Boatman, Anna Kathryn" userId="8adb65ec-17a6-42cf-9b24-1629fcbd589f" providerId="ADAL" clId="{CD24CEF4-BD58-45D0-97AA-3C3152F31027}" dt="2024-12-10T22:16:36.536" v="5454" actId="1076"/>
          <ac:picMkLst>
            <pc:docMk/>
            <pc:sldMk cId="302265742" sldId="310"/>
            <ac:picMk id="10" creationId="{69FAEFD4-F779-35BA-C7CF-24EFA6331D74}"/>
          </ac:picMkLst>
        </pc:picChg>
        <pc:picChg chg="add mod">
          <ac:chgData name="Boatman, Anna Kathryn" userId="8adb65ec-17a6-42cf-9b24-1629fcbd589f" providerId="ADAL" clId="{CD24CEF4-BD58-45D0-97AA-3C3152F31027}" dt="2024-12-10T22:16:46.653" v="5458" actId="14100"/>
          <ac:picMkLst>
            <pc:docMk/>
            <pc:sldMk cId="302265742" sldId="310"/>
            <ac:picMk id="13" creationId="{62BE3D8A-1D26-0FF8-6FCD-F22934C65DE6}"/>
          </ac:picMkLst>
        </pc:picChg>
        <pc:cxnChg chg="mod">
          <ac:chgData name="Boatman, Anna Kathryn" userId="8adb65ec-17a6-42cf-9b24-1629fcbd589f" providerId="ADAL" clId="{CD24CEF4-BD58-45D0-97AA-3C3152F31027}" dt="2024-12-10T22:16:36.536" v="5454" actId="1076"/>
          <ac:cxnSpMkLst>
            <pc:docMk/>
            <pc:sldMk cId="302265742" sldId="310"/>
            <ac:cxnSpMk id="6" creationId="{B486E0A8-DC2B-AD6E-9785-EE1C0C9C0912}"/>
          </ac:cxnSpMkLst>
        </pc:cxnChg>
        <pc:cxnChg chg="add del mod">
          <ac:chgData name="Boatman, Anna Kathryn" userId="8adb65ec-17a6-42cf-9b24-1629fcbd589f" providerId="ADAL" clId="{CD24CEF4-BD58-45D0-97AA-3C3152F31027}" dt="2024-12-10T22:15:27.039" v="5267" actId="478"/>
          <ac:cxnSpMkLst>
            <pc:docMk/>
            <pc:sldMk cId="302265742" sldId="310"/>
            <ac:cxnSpMk id="8" creationId="{318DAA35-1363-09A4-CF25-BE2546467AC8}"/>
          </ac:cxnSpMkLst>
        </pc:cxnChg>
        <pc:cxnChg chg="mod">
          <ac:chgData name="Boatman, Anna Kathryn" userId="8adb65ec-17a6-42cf-9b24-1629fcbd589f" providerId="ADAL" clId="{CD24CEF4-BD58-45D0-97AA-3C3152F31027}" dt="2024-12-10T22:16:36.536" v="5454" actId="1076"/>
          <ac:cxnSpMkLst>
            <pc:docMk/>
            <pc:sldMk cId="302265742" sldId="310"/>
            <ac:cxnSpMk id="14" creationId="{C1A4567E-3AED-A0B0-5135-AB8DC3981D6C}"/>
          </ac:cxnSpMkLst>
        </pc:cxnChg>
        <pc:cxnChg chg="mod">
          <ac:chgData name="Boatman, Anna Kathryn" userId="8adb65ec-17a6-42cf-9b24-1629fcbd589f" providerId="ADAL" clId="{CD24CEF4-BD58-45D0-97AA-3C3152F31027}" dt="2024-12-10T22:16:36.536" v="5454" actId="1076"/>
          <ac:cxnSpMkLst>
            <pc:docMk/>
            <pc:sldMk cId="302265742" sldId="310"/>
            <ac:cxnSpMk id="15" creationId="{AF2C88DE-7093-5E3B-5636-CA0CDCF20955}"/>
          </ac:cxnSpMkLst>
        </pc:cxnChg>
        <pc:cxnChg chg="mod">
          <ac:chgData name="Boatman, Anna Kathryn" userId="8adb65ec-17a6-42cf-9b24-1629fcbd589f" providerId="ADAL" clId="{CD24CEF4-BD58-45D0-97AA-3C3152F31027}" dt="2024-12-10T22:16:36.536" v="5454" actId="1076"/>
          <ac:cxnSpMkLst>
            <pc:docMk/>
            <pc:sldMk cId="302265742" sldId="310"/>
            <ac:cxnSpMk id="18" creationId="{F5BF3239-1C64-B076-75B1-4889FBEB5CB3}"/>
          </ac:cxnSpMkLst>
        </pc:cxnChg>
      </pc:sldChg>
      <pc:sldChg chg="del">
        <pc:chgData name="Boatman, Anna Kathryn" userId="8adb65ec-17a6-42cf-9b24-1629fcbd589f" providerId="ADAL" clId="{CD24CEF4-BD58-45D0-97AA-3C3152F31027}" dt="2024-12-09T22:52:54.282" v="2470" actId="47"/>
        <pc:sldMkLst>
          <pc:docMk/>
          <pc:sldMk cId="2036412872" sldId="311"/>
        </pc:sldMkLst>
      </pc:sldChg>
      <pc:sldChg chg="del">
        <pc:chgData name="Boatman, Anna Kathryn" userId="8adb65ec-17a6-42cf-9b24-1629fcbd589f" providerId="ADAL" clId="{CD24CEF4-BD58-45D0-97AA-3C3152F31027}" dt="2024-12-09T22:52:54.282" v="2470" actId="47"/>
        <pc:sldMkLst>
          <pc:docMk/>
          <pc:sldMk cId="4108843400" sldId="312"/>
        </pc:sldMkLst>
      </pc:sldChg>
      <pc:sldChg chg="del">
        <pc:chgData name="Boatman, Anna Kathryn" userId="8adb65ec-17a6-42cf-9b24-1629fcbd589f" providerId="ADAL" clId="{CD24CEF4-BD58-45D0-97AA-3C3152F31027}" dt="2024-12-09T23:25:44.558" v="3773" actId="47"/>
        <pc:sldMkLst>
          <pc:docMk/>
          <pc:sldMk cId="3315157593" sldId="313"/>
        </pc:sldMkLst>
      </pc:sldChg>
      <pc:sldChg chg="del">
        <pc:chgData name="Boatman, Anna Kathryn" userId="8adb65ec-17a6-42cf-9b24-1629fcbd589f" providerId="ADAL" clId="{CD24CEF4-BD58-45D0-97AA-3C3152F31027}" dt="2024-12-09T23:25:46.733" v="3774" actId="47"/>
        <pc:sldMkLst>
          <pc:docMk/>
          <pc:sldMk cId="541081660" sldId="314"/>
        </pc:sldMkLst>
      </pc:sldChg>
      <pc:sldChg chg="modSp mod">
        <pc:chgData name="Boatman, Anna Kathryn" userId="8adb65ec-17a6-42cf-9b24-1629fcbd589f" providerId="ADAL" clId="{CD24CEF4-BD58-45D0-97AA-3C3152F31027}" dt="2024-12-10T20:58:21.632" v="4890" actId="20577"/>
        <pc:sldMkLst>
          <pc:docMk/>
          <pc:sldMk cId="1480938223" sldId="315"/>
        </pc:sldMkLst>
        <pc:spChg chg="mod">
          <ac:chgData name="Boatman, Anna Kathryn" userId="8adb65ec-17a6-42cf-9b24-1629fcbd589f" providerId="ADAL" clId="{CD24CEF4-BD58-45D0-97AA-3C3152F31027}" dt="2024-12-09T23:24:09.721" v="3607" actId="20577"/>
          <ac:spMkLst>
            <pc:docMk/>
            <pc:sldMk cId="1480938223" sldId="315"/>
            <ac:spMk id="4" creationId="{27736709-00E4-671A-9593-010DD86D1073}"/>
          </ac:spMkLst>
        </pc:spChg>
        <pc:spChg chg="mod">
          <ac:chgData name="Boatman, Anna Kathryn" userId="8adb65ec-17a6-42cf-9b24-1629fcbd589f" providerId="ADAL" clId="{CD24CEF4-BD58-45D0-97AA-3C3152F31027}" dt="2024-12-10T20:58:21.632" v="4890" actId="20577"/>
          <ac:spMkLst>
            <pc:docMk/>
            <pc:sldMk cId="1480938223" sldId="315"/>
            <ac:spMk id="5" creationId="{AECD9058-AEE0-6B12-845C-F630D5526F78}"/>
          </ac:spMkLst>
        </pc:spChg>
      </pc:sldChg>
      <pc:sldChg chg="del">
        <pc:chgData name="Boatman, Anna Kathryn" userId="8adb65ec-17a6-42cf-9b24-1629fcbd589f" providerId="ADAL" clId="{CD24CEF4-BD58-45D0-97AA-3C3152F31027}" dt="2024-12-09T22:52:59.045" v="2471" actId="47"/>
        <pc:sldMkLst>
          <pc:docMk/>
          <pc:sldMk cId="2967683793" sldId="316"/>
        </pc:sldMkLst>
      </pc:sldChg>
      <pc:sldChg chg="del">
        <pc:chgData name="Boatman, Anna Kathryn" userId="8adb65ec-17a6-42cf-9b24-1629fcbd589f" providerId="ADAL" clId="{CD24CEF4-BD58-45D0-97AA-3C3152F31027}" dt="2024-12-09T22:52:59.045" v="2471" actId="47"/>
        <pc:sldMkLst>
          <pc:docMk/>
          <pc:sldMk cId="1913492200" sldId="317"/>
        </pc:sldMkLst>
      </pc:sldChg>
      <pc:sldChg chg="del">
        <pc:chgData name="Boatman, Anna Kathryn" userId="8adb65ec-17a6-42cf-9b24-1629fcbd589f" providerId="ADAL" clId="{CD24CEF4-BD58-45D0-97AA-3C3152F31027}" dt="2024-12-09T23:10:56.713" v="3306" actId="47"/>
        <pc:sldMkLst>
          <pc:docMk/>
          <pc:sldMk cId="4251012803" sldId="318"/>
        </pc:sldMkLst>
      </pc:sldChg>
      <pc:sldChg chg="addSp delSp modSp mod ord">
        <pc:chgData name="Boatman, Anna Kathryn" userId="8adb65ec-17a6-42cf-9b24-1629fcbd589f" providerId="ADAL" clId="{CD24CEF4-BD58-45D0-97AA-3C3152F31027}" dt="2024-12-09T23:16:29.187" v="3391" actId="1076"/>
        <pc:sldMkLst>
          <pc:docMk/>
          <pc:sldMk cId="3000962515" sldId="319"/>
        </pc:sldMkLst>
        <pc:spChg chg="mod">
          <ac:chgData name="Boatman, Anna Kathryn" userId="8adb65ec-17a6-42cf-9b24-1629fcbd589f" providerId="ADAL" clId="{CD24CEF4-BD58-45D0-97AA-3C3152F31027}" dt="2024-12-09T23:13:06.757" v="3337" actId="1076"/>
          <ac:spMkLst>
            <pc:docMk/>
            <pc:sldMk cId="3000962515" sldId="319"/>
            <ac:spMk id="13" creationId="{8E3D87D8-BBBB-3E78-DDB1-1E72963269CB}"/>
          </ac:spMkLst>
        </pc:spChg>
        <pc:spChg chg="mod">
          <ac:chgData name="Boatman, Anna Kathryn" userId="8adb65ec-17a6-42cf-9b24-1629fcbd589f" providerId="ADAL" clId="{CD24CEF4-BD58-45D0-97AA-3C3152F31027}" dt="2024-12-09T23:13:28.353" v="3348" actId="20577"/>
          <ac:spMkLst>
            <pc:docMk/>
            <pc:sldMk cId="3000962515" sldId="319"/>
            <ac:spMk id="15" creationId="{F384E243-AB1B-DF94-F318-9295A3D4A45C}"/>
          </ac:spMkLst>
        </pc:spChg>
        <pc:spChg chg="mod">
          <ac:chgData name="Boatman, Anna Kathryn" userId="8adb65ec-17a6-42cf-9b24-1629fcbd589f" providerId="ADAL" clId="{CD24CEF4-BD58-45D0-97AA-3C3152F31027}" dt="2024-12-09T23:11:59.150" v="3330" actId="1076"/>
          <ac:spMkLst>
            <pc:docMk/>
            <pc:sldMk cId="3000962515" sldId="319"/>
            <ac:spMk id="17" creationId="{EB0A3A87-B16E-999D-29E9-0E0F2C062F9C}"/>
          </ac:spMkLst>
        </pc:spChg>
        <pc:spChg chg="del">
          <ac:chgData name="Boatman, Anna Kathryn" userId="8adb65ec-17a6-42cf-9b24-1629fcbd589f" providerId="ADAL" clId="{CD24CEF4-BD58-45D0-97AA-3C3152F31027}" dt="2024-12-09T23:11:31.401" v="3309" actId="478"/>
          <ac:spMkLst>
            <pc:docMk/>
            <pc:sldMk cId="3000962515" sldId="319"/>
            <ac:spMk id="18" creationId="{9B3BFC32-70D1-D037-A988-9C091FCC2747}"/>
          </ac:spMkLst>
        </pc:spChg>
        <pc:spChg chg="add mod">
          <ac:chgData name="Boatman, Anna Kathryn" userId="8adb65ec-17a6-42cf-9b24-1629fcbd589f" providerId="ADAL" clId="{CD24CEF4-BD58-45D0-97AA-3C3152F31027}" dt="2024-12-09T23:16:29.187" v="3391" actId="1076"/>
          <ac:spMkLst>
            <pc:docMk/>
            <pc:sldMk cId="3000962515" sldId="319"/>
            <ac:spMk id="20" creationId="{344F388C-7AF9-240D-785F-16D02EC97F90}"/>
          </ac:spMkLst>
        </pc:spChg>
        <pc:graphicFrameChg chg="mod">
          <ac:chgData name="Boatman, Anna Kathryn" userId="8adb65ec-17a6-42cf-9b24-1629fcbd589f" providerId="ADAL" clId="{CD24CEF4-BD58-45D0-97AA-3C3152F31027}" dt="2024-12-09T23:11:53.794" v="3328" actId="1076"/>
          <ac:graphicFrameMkLst>
            <pc:docMk/>
            <pc:sldMk cId="3000962515" sldId="319"/>
            <ac:graphicFrameMk id="14" creationId="{72A3EC41-0C85-FE60-8054-AE9D28C90B88}"/>
          </ac:graphicFrameMkLst>
        </pc:graphicFrameChg>
      </pc:sldChg>
      <pc:sldChg chg="addSp delSp modSp mod">
        <pc:chgData name="Boatman, Anna Kathryn" userId="8adb65ec-17a6-42cf-9b24-1629fcbd589f" providerId="ADAL" clId="{CD24CEF4-BD58-45D0-97AA-3C3152F31027}" dt="2024-12-10T21:04:52.048" v="5199" actId="1076"/>
        <pc:sldMkLst>
          <pc:docMk/>
          <pc:sldMk cId="2018565754" sldId="321"/>
        </pc:sldMkLst>
        <pc:spChg chg="mod">
          <ac:chgData name="Boatman, Anna Kathryn" userId="8adb65ec-17a6-42cf-9b24-1629fcbd589f" providerId="ADAL" clId="{CD24CEF4-BD58-45D0-97AA-3C3152F31027}" dt="2024-12-09T23:16:59.402" v="3465" actId="20577"/>
          <ac:spMkLst>
            <pc:docMk/>
            <pc:sldMk cId="2018565754" sldId="321"/>
            <ac:spMk id="2" creationId="{6D809324-54D0-E004-3AC3-6870AD6C9DD6}"/>
          </ac:spMkLst>
        </pc:spChg>
        <pc:spChg chg="add mod">
          <ac:chgData name="Boatman, Anna Kathryn" userId="8adb65ec-17a6-42cf-9b24-1629fcbd589f" providerId="ADAL" clId="{CD24CEF4-BD58-45D0-97AA-3C3152F31027}" dt="2024-12-10T21:04:52.048" v="5199" actId="1076"/>
          <ac:spMkLst>
            <pc:docMk/>
            <pc:sldMk cId="2018565754" sldId="321"/>
            <ac:spMk id="3" creationId="{D539E46B-CB4F-CCA0-CB40-6A544130990E}"/>
          </ac:spMkLst>
        </pc:spChg>
        <pc:spChg chg="mod">
          <ac:chgData name="Boatman, Anna Kathryn" userId="8adb65ec-17a6-42cf-9b24-1629fcbd589f" providerId="ADAL" clId="{CD24CEF4-BD58-45D0-97AA-3C3152F31027}" dt="2024-12-10T21:04:03.649" v="5124" actId="115"/>
          <ac:spMkLst>
            <pc:docMk/>
            <pc:sldMk cId="2018565754" sldId="321"/>
            <ac:spMk id="5" creationId="{95B283AD-069A-218A-3BB2-4255B8595082}"/>
          </ac:spMkLst>
        </pc:spChg>
        <pc:spChg chg="mod">
          <ac:chgData name="Boatman, Anna Kathryn" userId="8adb65ec-17a6-42cf-9b24-1629fcbd589f" providerId="ADAL" clId="{CD24CEF4-BD58-45D0-97AA-3C3152F31027}" dt="2024-12-10T21:04:10.454" v="5127" actId="1076"/>
          <ac:spMkLst>
            <pc:docMk/>
            <pc:sldMk cId="2018565754" sldId="321"/>
            <ac:spMk id="15" creationId="{4D10665F-878D-55D7-2E72-C737DDFD97CE}"/>
          </ac:spMkLst>
        </pc:spChg>
        <pc:spChg chg="mod">
          <ac:chgData name="Boatman, Anna Kathryn" userId="8adb65ec-17a6-42cf-9b24-1629fcbd589f" providerId="ADAL" clId="{CD24CEF4-BD58-45D0-97AA-3C3152F31027}" dt="2024-12-10T21:03:50.626" v="5119" actId="14100"/>
          <ac:spMkLst>
            <pc:docMk/>
            <pc:sldMk cId="2018565754" sldId="321"/>
            <ac:spMk id="16" creationId="{5229344B-35F3-F0AA-97C6-5392407F108F}"/>
          </ac:spMkLst>
        </pc:spChg>
        <pc:graphicFrameChg chg="mod">
          <ac:chgData name="Boatman, Anna Kathryn" userId="8adb65ec-17a6-42cf-9b24-1629fcbd589f" providerId="ADAL" clId="{CD24CEF4-BD58-45D0-97AA-3C3152F31027}" dt="2024-12-10T21:02:38.358" v="4998" actId="1076"/>
          <ac:graphicFrameMkLst>
            <pc:docMk/>
            <pc:sldMk cId="2018565754" sldId="321"/>
            <ac:graphicFrameMk id="10" creationId="{C0DE97BE-5F51-C362-ABE1-8811B149CC58}"/>
          </ac:graphicFrameMkLst>
        </pc:graphicFrameChg>
        <pc:graphicFrameChg chg="mod">
          <ac:chgData name="Boatman, Anna Kathryn" userId="8adb65ec-17a6-42cf-9b24-1629fcbd589f" providerId="ADAL" clId="{CD24CEF4-BD58-45D0-97AA-3C3152F31027}" dt="2024-12-10T21:02:42.426" v="4999" actId="1076"/>
          <ac:graphicFrameMkLst>
            <pc:docMk/>
            <pc:sldMk cId="2018565754" sldId="321"/>
            <ac:graphicFrameMk id="12" creationId="{39CAE3A5-28A9-7EA1-022F-04539E66BF48}"/>
          </ac:graphicFrameMkLst>
        </pc:graphicFrameChg>
        <pc:picChg chg="del">
          <ac:chgData name="Boatman, Anna Kathryn" userId="8adb65ec-17a6-42cf-9b24-1629fcbd589f" providerId="ADAL" clId="{CD24CEF4-BD58-45D0-97AA-3C3152F31027}" dt="2024-12-10T21:01:20.544" v="4963" actId="478"/>
          <ac:picMkLst>
            <pc:docMk/>
            <pc:sldMk cId="2018565754" sldId="321"/>
            <ac:picMk id="4" creationId="{76E222BF-E5D6-3EF3-A96E-7B150652AB99}"/>
          </ac:picMkLst>
        </pc:picChg>
        <pc:picChg chg="mod">
          <ac:chgData name="Boatman, Anna Kathryn" userId="8adb65ec-17a6-42cf-9b24-1629fcbd589f" providerId="ADAL" clId="{CD24CEF4-BD58-45D0-97AA-3C3152F31027}" dt="2024-12-10T21:04:08.902" v="5126" actId="1076"/>
          <ac:picMkLst>
            <pc:docMk/>
            <pc:sldMk cId="2018565754" sldId="321"/>
            <ac:picMk id="13" creationId="{8ACA249C-8C1B-2847-4D94-4ADB5617D97E}"/>
          </ac:picMkLst>
        </pc:picChg>
        <pc:picChg chg="mod">
          <ac:chgData name="Boatman, Anna Kathryn" userId="8adb65ec-17a6-42cf-9b24-1629fcbd589f" providerId="ADAL" clId="{CD24CEF4-BD58-45D0-97AA-3C3152F31027}" dt="2024-12-10T21:04:13.044" v="5129" actId="14100"/>
          <ac:picMkLst>
            <pc:docMk/>
            <pc:sldMk cId="2018565754" sldId="321"/>
            <ac:picMk id="14" creationId="{F670733D-D91E-670A-67E5-80B39CFA00F1}"/>
          </ac:picMkLst>
        </pc:picChg>
      </pc:sldChg>
      <pc:sldChg chg="addSp delSp modSp mod">
        <pc:chgData name="Boatman, Anna Kathryn" userId="8adb65ec-17a6-42cf-9b24-1629fcbd589f" providerId="ADAL" clId="{CD24CEF4-BD58-45D0-97AA-3C3152F31027}" dt="2024-12-10T21:14:21.392" v="5259" actId="20577"/>
        <pc:sldMkLst>
          <pc:docMk/>
          <pc:sldMk cId="3108732547" sldId="322"/>
        </pc:sldMkLst>
        <pc:spChg chg="mod">
          <ac:chgData name="Boatman, Anna Kathryn" userId="8adb65ec-17a6-42cf-9b24-1629fcbd589f" providerId="ADAL" clId="{CD24CEF4-BD58-45D0-97AA-3C3152F31027}" dt="2024-12-09T23:12:19.794" v="3336" actId="20577"/>
          <ac:spMkLst>
            <pc:docMk/>
            <pc:sldMk cId="3108732547" sldId="322"/>
            <ac:spMk id="2" creationId="{3477FD26-3D52-B0ED-5CB6-51664D874D59}"/>
          </ac:spMkLst>
        </pc:spChg>
        <pc:spChg chg="del mod">
          <ac:chgData name="Boatman, Anna Kathryn" userId="8adb65ec-17a6-42cf-9b24-1629fcbd589f" providerId="ADAL" clId="{CD24CEF4-BD58-45D0-97AA-3C3152F31027}" dt="2024-12-09T23:09:39.417" v="3293" actId="478"/>
          <ac:spMkLst>
            <pc:docMk/>
            <pc:sldMk cId="3108732547" sldId="322"/>
            <ac:spMk id="5" creationId="{79C54BD3-B9D1-826E-81DA-8BE6B01084A5}"/>
          </ac:spMkLst>
        </pc:spChg>
        <pc:spChg chg="del">
          <ac:chgData name="Boatman, Anna Kathryn" userId="8adb65ec-17a6-42cf-9b24-1629fcbd589f" providerId="ADAL" clId="{CD24CEF4-BD58-45D0-97AA-3C3152F31027}" dt="2024-12-09T23:09:38.761" v="3292" actId="478"/>
          <ac:spMkLst>
            <pc:docMk/>
            <pc:sldMk cId="3108732547" sldId="322"/>
            <ac:spMk id="14" creationId="{51E4DA12-911A-5BAB-03C7-92558DD5E553}"/>
          </ac:spMkLst>
        </pc:spChg>
        <pc:spChg chg="del">
          <ac:chgData name="Boatman, Anna Kathryn" userId="8adb65ec-17a6-42cf-9b24-1629fcbd589f" providerId="ADAL" clId="{CD24CEF4-BD58-45D0-97AA-3C3152F31027}" dt="2024-12-09T23:09:37.505" v="3290" actId="478"/>
          <ac:spMkLst>
            <pc:docMk/>
            <pc:sldMk cId="3108732547" sldId="322"/>
            <ac:spMk id="15" creationId="{4C2FCCD1-8772-1245-4C00-DB6FEAC9642A}"/>
          </ac:spMkLst>
        </pc:spChg>
        <pc:spChg chg="mod">
          <ac:chgData name="Boatman, Anna Kathryn" userId="8adb65ec-17a6-42cf-9b24-1629fcbd589f" providerId="ADAL" clId="{CD24CEF4-BD58-45D0-97AA-3C3152F31027}" dt="2024-12-09T23:20:09.649" v="3537" actId="20577"/>
          <ac:spMkLst>
            <pc:docMk/>
            <pc:sldMk cId="3108732547" sldId="322"/>
            <ac:spMk id="20" creationId="{1B9CAFB2-6582-6034-686C-F0D351FAFE50}"/>
          </ac:spMkLst>
        </pc:spChg>
        <pc:spChg chg="add mod">
          <ac:chgData name="Boatman, Anna Kathryn" userId="8adb65ec-17a6-42cf-9b24-1629fcbd589f" providerId="ADAL" clId="{CD24CEF4-BD58-45D0-97AA-3C3152F31027}" dt="2024-12-10T21:14:21.392" v="5259" actId="20577"/>
          <ac:spMkLst>
            <pc:docMk/>
            <pc:sldMk cId="3108732547" sldId="322"/>
            <ac:spMk id="21" creationId="{47971AC8-DBD5-8261-5220-86BC3DDF8EF4}"/>
          </ac:spMkLst>
        </pc:spChg>
        <pc:graphicFrameChg chg="mod">
          <ac:chgData name="Boatman, Anna Kathryn" userId="8adb65ec-17a6-42cf-9b24-1629fcbd589f" providerId="ADAL" clId="{CD24CEF4-BD58-45D0-97AA-3C3152F31027}" dt="2024-12-09T23:09:42.229" v="3294" actId="1076"/>
          <ac:graphicFrameMkLst>
            <pc:docMk/>
            <pc:sldMk cId="3108732547" sldId="322"/>
            <ac:graphicFrameMk id="4" creationId="{A01D1ABB-0DF8-EFA3-AB6E-5D23D89E1271}"/>
          </ac:graphicFrameMkLst>
        </pc:graphicFrameChg>
        <pc:graphicFrameChg chg="del">
          <ac:chgData name="Boatman, Anna Kathryn" userId="8adb65ec-17a6-42cf-9b24-1629fcbd589f" providerId="ADAL" clId="{CD24CEF4-BD58-45D0-97AA-3C3152F31027}" dt="2024-12-09T23:09:38.049" v="3291" actId="478"/>
          <ac:graphicFrameMkLst>
            <pc:docMk/>
            <pc:sldMk cId="3108732547" sldId="322"/>
            <ac:graphicFrameMk id="12" creationId="{6EE810FF-6009-446C-BA17-EE669D7211E1}"/>
          </ac:graphicFrameMkLst>
        </pc:graphicFrameChg>
        <pc:graphicFrameChg chg="del">
          <ac:chgData name="Boatman, Anna Kathryn" userId="8adb65ec-17a6-42cf-9b24-1629fcbd589f" providerId="ADAL" clId="{CD24CEF4-BD58-45D0-97AA-3C3152F31027}" dt="2024-12-09T23:09:36.249" v="3289" actId="478"/>
          <ac:graphicFrameMkLst>
            <pc:docMk/>
            <pc:sldMk cId="3108732547" sldId="322"/>
            <ac:graphicFrameMk id="13" creationId="{81E395FA-D33D-4B44-CA3E-0AE6F940E076}"/>
          </ac:graphicFrameMkLst>
        </pc:graphicFrameChg>
        <pc:graphicFrameChg chg="mod">
          <ac:chgData name="Boatman, Anna Kathryn" userId="8adb65ec-17a6-42cf-9b24-1629fcbd589f" providerId="ADAL" clId="{CD24CEF4-BD58-45D0-97AA-3C3152F31027}" dt="2024-12-09T23:18:33.286" v="3477" actId="1076"/>
          <ac:graphicFrameMkLst>
            <pc:docMk/>
            <pc:sldMk cId="3108732547" sldId="322"/>
            <ac:graphicFrameMk id="18" creationId="{58222B32-4AB8-2E46-17E6-55345A8D27DD}"/>
          </ac:graphicFrameMkLst>
        </pc:graphicFrameChg>
        <pc:graphicFrameChg chg="mod">
          <ac:chgData name="Boatman, Anna Kathryn" userId="8adb65ec-17a6-42cf-9b24-1629fcbd589f" providerId="ADAL" clId="{CD24CEF4-BD58-45D0-97AA-3C3152F31027}" dt="2024-12-09T23:18:30.737" v="3476" actId="1076"/>
          <ac:graphicFrameMkLst>
            <pc:docMk/>
            <pc:sldMk cId="3108732547" sldId="322"/>
            <ac:graphicFrameMk id="19" creationId="{695510BF-9D25-A314-9234-2FA41E8E0F8A}"/>
          </ac:graphicFrameMkLst>
        </pc:graphicFrameChg>
        <pc:graphicFrameChg chg="add del mod">
          <ac:chgData name="Boatman, Anna Kathryn" userId="8adb65ec-17a6-42cf-9b24-1629fcbd589f" providerId="ADAL" clId="{CD24CEF4-BD58-45D0-97AA-3C3152F31027}" dt="2024-12-09T23:18:19.441" v="3473" actId="478"/>
          <ac:graphicFrameMkLst>
            <pc:docMk/>
            <pc:sldMk cId="3108732547" sldId="322"/>
            <ac:graphicFrameMk id="22" creationId="{268D4F5C-6978-0A63-28A2-A8690CC5AFCA}"/>
          </ac:graphicFrameMkLst>
        </pc:graphicFrameChg>
      </pc:sldChg>
      <pc:sldChg chg="add del ord">
        <pc:chgData name="Boatman, Anna Kathryn" userId="8adb65ec-17a6-42cf-9b24-1629fcbd589f" providerId="ADAL" clId="{CD24CEF4-BD58-45D0-97AA-3C3152F31027}" dt="2024-12-09T23:21:26.562" v="3538" actId="47"/>
        <pc:sldMkLst>
          <pc:docMk/>
          <pc:sldMk cId="3072005400" sldId="324"/>
        </pc:sldMkLst>
      </pc:sldChg>
      <pc:sldChg chg="del">
        <pc:chgData name="Boatman, Anna Kathryn" userId="8adb65ec-17a6-42cf-9b24-1629fcbd589f" providerId="ADAL" clId="{CD24CEF4-BD58-45D0-97AA-3C3152F31027}" dt="2024-12-09T23:17:32.446" v="3470" actId="47"/>
        <pc:sldMkLst>
          <pc:docMk/>
          <pc:sldMk cId="1699872742" sldId="325"/>
        </pc:sldMkLst>
      </pc:sldChg>
      <pc:sldChg chg="del">
        <pc:chgData name="Boatman, Anna Kathryn" userId="8adb65ec-17a6-42cf-9b24-1629fcbd589f" providerId="ADAL" clId="{CD24CEF4-BD58-45D0-97AA-3C3152F31027}" dt="2024-12-09T22:17:58.152" v="0" actId="47"/>
        <pc:sldMkLst>
          <pc:docMk/>
          <pc:sldMk cId="2665480452" sldId="326"/>
        </pc:sldMkLst>
      </pc:sldChg>
      <pc:sldChg chg="modSp new mod ord">
        <pc:chgData name="Boatman, Anna Kathryn" userId="8adb65ec-17a6-42cf-9b24-1629fcbd589f" providerId="ADAL" clId="{CD24CEF4-BD58-45D0-97AA-3C3152F31027}" dt="2024-12-09T22:42:39.333" v="2119" actId="113"/>
        <pc:sldMkLst>
          <pc:docMk/>
          <pc:sldMk cId="3461742389" sldId="326"/>
        </pc:sldMkLst>
        <pc:spChg chg="mod">
          <ac:chgData name="Boatman, Anna Kathryn" userId="8adb65ec-17a6-42cf-9b24-1629fcbd589f" providerId="ADAL" clId="{CD24CEF4-BD58-45D0-97AA-3C3152F31027}" dt="2024-12-09T22:24:57.939" v="405" actId="20577"/>
          <ac:spMkLst>
            <pc:docMk/>
            <pc:sldMk cId="3461742389" sldId="326"/>
            <ac:spMk id="2" creationId="{07100780-710F-3EDA-019F-E172CB4654C3}"/>
          </ac:spMkLst>
        </pc:spChg>
        <pc:spChg chg="mod">
          <ac:chgData name="Boatman, Anna Kathryn" userId="8adb65ec-17a6-42cf-9b24-1629fcbd589f" providerId="ADAL" clId="{CD24CEF4-BD58-45D0-97AA-3C3152F31027}" dt="2024-12-09T22:42:39.333" v="2119" actId="113"/>
          <ac:spMkLst>
            <pc:docMk/>
            <pc:sldMk cId="3461742389" sldId="326"/>
            <ac:spMk id="3" creationId="{A18B90C8-150E-A4F5-C1A8-3764A5211184}"/>
          </ac:spMkLst>
        </pc:spChg>
      </pc:sldChg>
      <pc:sldChg chg="addSp delSp modSp add mod">
        <pc:chgData name="Boatman, Anna Kathryn" userId="8adb65ec-17a6-42cf-9b24-1629fcbd589f" providerId="ADAL" clId="{CD24CEF4-BD58-45D0-97AA-3C3152F31027}" dt="2024-12-10T21:14:05.007" v="5255" actId="20577"/>
        <pc:sldMkLst>
          <pc:docMk/>
          <pc:sldMk cId="1247239770" sldId="327"/>
        </pc:sldMkLst>
        <pc:spChg chg="mod">
          <ac:chgData name="Boatman, Anna Kathryn" userId="8adb65ec-17a6-42cf-9b24-1629fcbd589f" providerId="ADAL" clId="{CD24CEF4-BD58-45D0-97AA-3C3152F31027}" dt="2024-12-09T23:01:04.805" v="2711" actId="27636"/>
          <ac:spMkLst>
            <pc:docMk/>
            <pc:sldMk cId="1247239770" sldId="327"/>
            <ac:spMk id="2" creationId="{90D64A79-F5D0-E2DF-A217-45107F99E587}"/>
          </ac:spMkLst>
        </pc:spChg>
        <pc:spChg chg="add mod">
          <ac:chgData name="Boatman, Anna Kathryn" userId="8adb65ec-17a6-42cf-9b24-1629fcbd589f" providerId="ADAL" clId="{CD24CEF4-BD58-45D0-97AA-3C3152F31027}" dt="2024-12-09T23:05:23.581" v="2807" actId="1076"/>
          <ac:spMkLst>
            <pc:docMk/>
            <pc:sldMk cId="1247239770" sldId="327"/>
            <ac:spMk id="7" creationId="{83C6380C-30B2-3757-E855-95D6B2CC6359}"/>
          </ac:spMkLst>
        </pc:spChg>
        <pc:spChg chg="add mod">
          <ac:chgData name="Boatman, Anna Kathryn" userId="8adb65ec-17a6-42cf-9b24-1629fcbd589f" providerId="ADAL" clId="{CD24CEF4-BD58-45D0-97AA-3C3152F31027}" dt="2024-12-09T23:05:14.711" v="2804" actId="1076"/>
          <ac:spMkLst>
            <pc:docMk/>
            <pc:sldMk cId="1247239770" sldId="327"/>
            <ac:spMk id="8" creationId="{8AD1F24C-ADCA-CD62-A83F-CEB5EA5304D2}"/>
          </ac:spMkLst>
        </pc:spChg>
        <pc:spChg chg="del">
          <ac:chgData name="Boatman, Anna Kathryn" userId="8adb65ec-17a6-42cf-9b24-1629fcbd589f" providerId="ADAL" clId="{CD24CEF4-BD58-45D0-97AA-3C3152F31027}" dt="2024-12-09T23:01:11.043" v="2712" actId="478"/>
          <ac:spMkLst>
            <pc:docMk/>
            <pc:sldMk cId="1247239770" sldId="327"/>
            <ac:spMk id="10" creationId="{3C92CBE5-8179-0885-7E85-0C3224E3340A}"/>
          </ac:spMkLst>
        </pc:spChg>
        <pc:spChg chg="add del">
          <ac:chgData name="Boatman, Anna Kathryn" userId="8adb65ec-17a6-42cf-9b24-1629fcbd589f" providerId="ADAL" clId="{CD24CEF4-BD58-45D0-97AA-3C3152F31027}" dt="2024-12-09T23:04:58.457" v="2800" actId="478"/>
          <ac:spMkLst>
            <pc:docMk/>
            <pc:sldMk cId="1247239770" sldId="327"/>
            <ac:spMk id="12" creationId="{719C1CC3-A8A7-68DE-7573-35EF503FFF32}"/>
          </ac:spMkLst>
        </pc:spChg>
        <pc:spChg chg="mod">
          <ac:chgData name="Boatman, Anna Kathryn" userId="8adb65ec-17a6-42cf-9b24-1629fcbd589f" providerId="ADAL" clId="{CD24CEF4-BD58-45D0-97AA-3C3152F31027}" dt="2024-12-09T23:07:39.296" v="2880" actId="1076"/>
          <ac:spMkLst>
            <pc:docMk/>
            <pc:sldMk cId="1247239770" sldId="327"/>
            <ac:spMk id="14" creationId="{84454DCF-9C23-438D-DA85-D67C25639D38}"/>
          </ac:spMkLst>
        </pc:spChg>
        <pc:spChg chg="del">
          <ac:chgData name="Boatman, Anna Kathryn" userId="8adb65ec-17a6-42cf-9b24-1629fcbd589f" providerId="ADAL" clId="{CD24CEF4-BD58-45D0-97AA-3C3152F31027}" dt="2024-12-09T23:01:11.043" v="2712" actId="478"/>
          <ac:spMkLst>
            <pc:docMk/>
            <pc:sldMk cId="1247239770" sldId="327"/>
            <ac:spMk id="17" creationId="{77447256-53B4-6138-9B0F-4683E81CEA6D}"/>
          </ac:spMkLst>
        </pc:spChg>
        <pc:spChg chg="del">
          <ac:chgData name="Boatman, Anna Kathryn" userId="8adb65ec-17a6-42cf-9b24-1629fcbd589f" providerId="ADAL" clId="{CD24CEF4-BD58-45D0-97AA-3C3152F31027}" dt="2024-12-09T23:01:11.043" v="2712" actId="478"/>
          <ac:spMkLst>
            <pc:docMk/>
            <pc:sldMk cId="1247239770" sldId="327"/>
            <ac:spMk id="18" creationId="{6EB91218-7C95-06DB-90CD-44BED1146DF3}"/>
          </ac:spMkLst>
        </pc:spChg>
        <pc:spChg chg="mod">
          <ac:chgData name="Boatman, Anna Kathryn" userId="8adb65ec-17a6-42cf-9b24-1629fcbd589f" providerId="ADAL" clId="{CD24CEF4-BD58-45D0-97AA-3C3152F31027}" dt="2024-12-10T21:14:05.007" v="5255" actId="20577"/>
          <ac:spMkLst>
            <pc:docMk/>
            <pc:sldMk cId="1247239770" sldId="327"/>
            <ac:spMk id="19" creationId="{FA55A04D-E0F6-452A-B329-6B160FFC1EA9}"/>
          </ac:spMkLst>
        </pc:spChg>
        <pc:graphicFrameChg chg="mod">
          <ac:chgData name="Boatman, Anna Kathryn" userId="8adb65ec-17a6-42cf-9b24-1629fcbd589f" providerId="ADAL" clId="{CD24CEF4-BD58-45D0-97AA-3C3152F31027}" dt="2024-12-09T23:03:59.921" v="2781" actId="1076"/>
          <ac:graphicFrameMkLst>
            <pc:docMk/>
            <pc:sldMk cId="1247239770" sldId="327"/>
            <ac:graphicFrameMk id="3" creationId="{602D3D7E-439F-4A4F-89CA-02529140272F}"/>
          </ac:graphicFrameMkLst>
        </pc:graphicFrameChg>
        <pc:graphicFrameChg chg="del">
          <ac:chgData name="Boatman, Anna Kathryn" userId="8adb65ec-17a6-42cf-9b24-1629fcbd589f" providerId="ADAL" clId="{CD24CEF4-BD58-45D0-97AA-3C3152F31027}" dt="2024-12-09T23:01:11.043" v="2712" actId="478"/>
          <ac:graphicFrameMkLst>
            <pc:docMk/>
            <pc:sldMk cId="1247239770" sldId="327"/>
            <ac:graphicFrameMk id="6" creationId="{EDBED652-33D0-0A5E-EF46-367684F9DC6E}"/>
          </ac:graphicFrameMkLst>
        </pc:graphicFrameChg>
        <pc:graphicFrameChg chg="del">
          <ac:chgData name="Boatman, Anna Kathryn" userId="8adb65ec-17a6-42cf-9b24-1629fcbd589f" providerId="ADAL" clId="{CD24CEF4-BD58-45D0-97AA-3C3152F31027}" dt="2024-12-09T23:01:11.043" v="2712" actId="478"/>
          <ac:graphicFrameMkLst>
            <pc:docMk/>
            <pc:sldMk cId="1247239770" sldId="327"/>
            <ac:graphicFrameMk id="9" creationId="{388D19B3-32FF-E119-D85C-5DF70955A958}"/>
          </ac:graphicFrameMkLst>
        </pc:graphicFrameChg>
        <pc:graphicFrameChg chg="mod">
          <ac:chgData name="Boatman, Anna Kathryn" userId="8adb65ec-17a6-42cf-9b24-1629fcbd589f" providerId="ADAL" clId="{CD24CEF4-BD58-45D0-97AA-3C3152F31027}" dt="2024-12-09T23:07:34.499" v="2878" actId="1076"/>
          <ac:graphicFrameMkLst>
            <pc:docMk/>
            <pc:sldMk cId="1247239770" sldId="327"/>
            <ac:graphicFrameMk id="11" creationId="{957F30FA-9217-EA9A-6DB1-2E50BABD4AFA}"/>
          </ac:graphicFrameMkLst>
        </pc:graphicFrameChg>
        <pc:graphicFrameChg chg="add mod">
          <ac:chgData name="Boatman, Anna Kathryn" userId="8adb65ec-17a6-42cf-9b24-1629fcbd589f" providerId="ADAL" clId="{CD24CEF4-BD58-45D0-97AA-3C3152F31027}" dt="2024-12-09T23:07:37.402" v="2879" actId="1076"/>
          <ac:graphicFrameMkLst>
            <pc:docMk/>
            <pc:sldMk cId="1247239770" sldId="327"/>
            <ac:graphicFrameMk id="20" creationId="{6071621D-4779-0E67-401A-57314730613D}"/>
          </ac:graphicFrameMkLst>
        </pc:graphicFrameChg>
        <pc:picChg chg="add mod">
          <ac:chgData name="Boatman, Anna Kathryn" userId="8adb65ec-17a6-42cf-9b24-1629fcbd589f" providerId="ADAL" clId="{CD24CEF4-BD58-45D0-97AA-3C3152F31027}" dt="2024-12-09T23:04:06.412" v="2783" actId="1076"/>
          <ac:picMkLst>
            <pc:docMk/>
            <pc:sldMk cId="1247239770" sldId="327"/>
            <ac:picMk id="5" creationId="{1A22C738-73F7-E38F-3978-1F4BF0913AD9}"/>
          </ac:picMkLst>
        </pc:picChg>
        <pc:cxnChg chg="add mod">
          <ac:chgData name="Boatman, Anna Kathryn" userId="8adb65ec-17a6-42cf-9b24-1629fcbd589f" providerId="ADAL" clId="{CD24CEF4-BD58-45D0-97AA-3C3152F31027}" dt="2024-12-09T23:05:12.374" v="2803" actId="1582"/>
          <ac:cxnSpMkLst>
            <pc:docMk/>
            <pc:sldMk cId="1247239770" sldId="327"/>
            <ac:cxnSpMk id="15" creationId="{3A501469-3AC0-1449-7863-14CE123175D2}"/>
          </ac:cxnSpMkLst>
        </pc:cxnChg>
        <pc:cxnChg chg="add mod">
          <ac:chgData name="Boatman, Anna Kathryn" userId="8adb65ec-17a6-42cf-9b24-1629fcbd589f" providerId="ADAL" clId="{CD24CEF4-BD58-45D0-97AA-3C3152F31027}" dt="2024-12-09T23:05:18.917" v="2806" actId="1076"/>
          <ac:cxnSpMkLst>
            <pc:docMk/>
            <pc:sldMk cId="1247239770" sldId="327"/>
            <ac:cxnSpMk id="16" creationId="{83CB85FE-7163-F6F8-1A82-A85514017B53}"/>
          </ac:cxnSpMkLst>
        </pc:cxnChg>
      </pc:sldChg>
      <pc:sldChg chg="modSp new del mod">
        <pc:chgData name="Boatman, Anna Kathryn" userId="8adb65ec-17a6-42cf-9b24-1629fcbd589f" providerId="ADAL" clId="{CD24CEF4-BD58-45D0-97AA-3C3152F31027}" dt="2024-12-09T22:42:46.228" v="2120" actId="47"/>
        <pc:sldMkLst>
          <pc:docMk/>
          <pc:sldMk cId="1955679869" sldId="327"/>
        </pc:sldMkLst>
        <pc:spChg chg="mod">
          <ac:chgData name="Boatman, Anna Kathryn" userId="8adb65ec-17a6-42cf-9b24-1629fcbd589f" providerId="ADAL" clId="{CD24CEF4-BD58-45D0-97AA-3C3152F31027}" dt="2024-12-09T22:31:27.298" v="1146" actId="20577"/>
          <ac:spMkLst>
            <pc:docMk/>
            <pc:sldMk cId="1955679869" sldId="327"/>
            <ac:spMk id="2" creationId="{3FADA033-66B2-6142-B717-F912D7D769F0}"/>
          </ac:spMkLst>
        </pc:spChg>
        <pc:spChg chg="mod">
          <ac:chgData name="Boatman, Anna Kathryn" userId="8adb65ec-17a6-42cf-9b24-1629fcbd589f" providerId="ADAL" clId="{CD24CEF4-BD58-45D0-97AA-3C3152F31027}" dt="2024-12-09T22:31:33.515" v="1168" actId="20577"/>
          <ac:spMkLst>
            <pc:docMk/>
            <pc:sldMk cId="1955679869" sldId="327"/>
            <ac:spMk id="3" creationId="{60A28EA8-40F6-B2C2-B3AE-7012785DC3F9}"/>
          </ac:spMkLst>
        </pc:spChg>
      </pc:sldChg>
      <pc:sldChg chg="addSp delSp modSp new mod ord">
        <pc:chgData name="Boatman, Anna Kathryn" userId="8adb65ec-17a6-42cf-9b24-1629fcbd589f" providerId="ADAL" clId="{CD24CEF4-BD58-45D0-97AA-3C3152F31027}" dt="2024-12-10T20:53:51.544" v="4603" actId="1076"/>
        <pc:sldMkLst>
          <pc:docMk/>
          <pc:sldMk cId="1474667615" sldId="328"/>
        </pc:sldMkLst>
        <pc:spChg chg="mod">
          <ac:chgData name="Boatman, Anna Kathryn" userId="8adb65ec-17a6-42cf-9b24-1629fcbd589f" providerId="ADAL" clId="{CD24CEF4-BD58-45D0-97AA-3C3152F31027}" dt="2024-12-10T20:38:47.456" v="4276" actId="20577"/>
          <ac:spMkLst>
            <pc:docMk/>
            <pc:sldMk cId="1474667615" sldId="328"/>
            <ac:spMk id="2" creationId="{F7EA9E73-FDCF-50BE-57B4-478419DE2627}"/>
          </ac:spMkLst>
        </pc:spChg>
        <pc:spChg chg="mod">
          <ac:chgData name="Boatman, Anna Kathryn" userId="8adb65ec-17a6-42cf-9b24-1629fcbd589f" providerId="ADAL" clId="{CD24CEF4-BD58-45D0-97AA-3C3152F31027}" dt="2024-12-10T20:48:17.712" v="4443" actId="6549"/>
          <ac:spMkLst>
            <pc:docMk/>
            <pc:sldMk cId="1474667615" sldId="328"/>
            <ac:spMk id="3" creationId="{E1E0436B-D0A0-EF83-9A86-35F91B6468BF}"/>
          </ac:spMkLst>
        </pc:spChg>
        <pc:spChg chg="add mod">
          <ac:chgData name="Boatman, Anna Kathryn" userId="8adb65ec-17a6-42cf-9b24-1629fcbd589f" providerId="ADAL" clId="{CD24CEF4-BD58-45D0-97AA-3C3152F31027}" dt="2024-12-10T20:53:49.642" v="4602" actId="1076"/>
          <ac:spMkLst>
            <pc:docMk/>
            <pc:sldMk cId="1474667615" sldId="328"/>
            <ac:spMk id="4" creationId="{B6E4D941-1113-1E6B-F9F6-8667AD39540A}"/>
          </ac:spMkLst>
        </pc:spChg>
        <pc:spChg chg="add mod">
          <ac:chgData name="Boatman, Anna Kathryn" userId="8adb65ec-17a6-42cf-9b24-1629fcbd589f" providerId="ADAL" clId="{CD24CEF4-BD58-45D0-97AA-3C3152F31027}" dt="2024-12-10T20:52:06.194" v="4578" actId="1076"/>
          <ac:spMkLst>
            <pc:docMk/>
            <pc:sldMk cId="1474667615" sldId="328"/>
            <ac:spMk id="5" creationId="{60263ACF-E0BF-9F4C-6AD7-44049BBF7EF2}"/>
          </ac:spMkLst>
        </pc:spChg>
        <pc:spChg chg="add mod">
          <ac:chgData name="Boatman, Anna Kathryn" userId="8adb65ec-17a6-42cf-9b24-1629fcbd589f" providerId="ADAL" clId="{CD24CEF4-BD58-45D0-97AA-3C3152F31027}" dt="2024-12-10T20:52:06.194" v="4578" actId="1076"/>
          <ac:spMkLst>
            <pc:docMk/>
            <pc:sldMk cId="1474667615" sldId="328"/>
            <ac:spMk id="7" creationId="{2ACE873E-E9BC-2A9A-3105-54519292D7A1}"/>
          </ac:spMkLst>
        </pc:spChg>
        <pc:spChg chg="add del mod">
          <ac:chgData name="Boatman, Anna Kathryn" userId="8adb65ec-17a6-42cf-9b24-1629fcbd589f" providerId="ADAL" clId="{CD24CEF4-BD58-45D0-97AA-3C3152F31027}" dt="2024-12-10T20:51:01.736" v="4544" actId="478"/>
          <ac:spMkLst>
            <pc:docMk/>
            <pc:sldMk cId="1474667615" sldId="328"/>
            <ac:spMk id="8" creationId="{4464E1C2-C1DF-A624-EEBF-08939EE60004}"/>
          </ac:spMkLst>
        </pc:spChg>
        <pc:spChg chg="add mod">
          <ac:chgData name="Boatman, Anna Kathryn" userId="8adb65ec-17a6-42cf-9b24-1629fcbd589f" providerId="ADAL" clId="{CD24CEF4-BD58-45D0-97AA-3C3152F31027}" dt="2024-12-10T20:53:39.782" v="4598" actId="1076"/>
          <ac:spMkLst>
            <pc:docMk/>
            <pc:sldMk cId="1474667615" sldId="328"/>
            <ac:spMk id="9" creationId="{19491B20-E70B-A2DD-51D0-2407A8144A4A}"/>
          </ac:spMkLst>
        </pc:spChg>
        <pc:graphicFrameChg chg="add del mod">
          <ac:chgData name="Boatman, Anna Kathryn" userId="8adb65ec-17a6-42cf-9b24-1629fcbd589f" providerId="ADAL" clId="{CD24CEF4-BD58-45D0-97AA-3C3152F31027}" dt="2024-12-09T23:29:35.232" v="3995" actId="478"/>
          <ac:graphicFrameMkLst>
            <pc:docMk/>
            <pc:sldMk cId="1474667615" sldId="328"/>
            <ac:graphicFrameMk id="4" creationId="{E9745194-2868-0C3C-5C62-931746C01FF9}"/>
          </ac:graphicFrameMkLst>
        </pc:graphicFrameChg>
        <pc:graphicFrameChg chg="add mod">
          <ac:chgData name="Boatman, Anna Kathryn" userId="8adb65ec-17a6-42cf-9b24-1629fcbd589f" providerId="ADAL" clId="{CD24CEF4-BD58-45D0-97AA-3C3152F31027}" dt="2024-12-10T20:52:10.294" v="4580" actId="1076"/>
          <ac:graphicFrameMkLst>
            <pc:docMk/>
            <pc:sldMk cId="1474667615" sldId="328"/>
            <ac:graphicFrameMk id="6" creationId="{5C170478-FCA0-BC4C-508F-D9F7A665296C}"/>
          </ac:graphicFrameMkLst>
        </pc:graphicFrameChg>
        <pc:graphicFrameChg chg="add del mod">
          <ac:chgData name="Boatman, Anna Kathryn" userId="8adb65ec-17a6-42cf-9b24-1629fcbd589f" providerId="ADAL" clId="{CD24CEF4-BD58-45D0-97AA-3C3152F31027}" dt="2024-12-09T23:28:08.463" v="3922" actId="478"/>
          <ac:graphicFrameMkLst>
            <pc:docMk/>
            <pc:sldMk cId="1474667615" sldId="328"/>
            <ac:graphicFrameMk id="8" creationId="{FE7C33E2-DA8C-9630-D613-551F14ADF900}"/>
          </ac:graphicFrameMkLst>
        </pc:graphicFrameChg>
        <pc:graphicFrameChg chg="add del mod">
          <ac:chgData name="Boatman, Anna Kathryn" userId="8adb65ec-17a6-42cf-9b24-1629fcbd589f" providerId="ADAL" clId="{CD24CEF4-BD58-45D0-97AA-3C3152F31027}" dt="2024-12-09T23:28:33.952" v="3925" actId="478"/>
          <ac:graphicFrameMkLst>
            <pc:docMk/>
            <pc:sldMk cId="1474667615" sldId="328"/>
            <ac:graphicFrameMk id="9" creationId="{4F26C266-7CE8-281D-36AA-2A8D0058E625}"/>
          </ac:graphicFrameMkLst>
        </pc:graphicFrameChg>
        <pc:graphicFrameChg chg="add del mod">
          <ac:chgData name="Boatman, Anna Kathryn" userId="8adb65ec-17a6-42cf-9b24-1629fcbd589f" providerId="ADAL" clId="{CD24CEF4-BD58-45D0-97AA-3C3152F31027}" dt="2024-12-10T20:53:23.664" v="4592" actId="478"/>
          <ac:graphicFrameMkLst>
            <pc:docMk/>
            <pc:sldMk cId="1474667615" sldId="328"/>
            <ac:graphicFrameMk id="10" creationId="{DB83FE1C-5D16-E3EA-258C-E5EF00816A3B}"/>
          </ac:graphicFrameMkLst>
        </pc:graphicFrameChg>
        <pc:graphicFrameChg chg="add del mod">
          <ac:chgData name="Boatman, Anna Kathryn" userId="8adb65ec-17a6-42cf-9b24-1629fcbd589f" providerId="ADAL" clId="{CD24CEF4-BD58-45D0-97AA-3C3152F31027}" dt="2024-12-10T20:52:39.832" v="4582" actId="478"/>
          <ac:graphicFrameMkLst>
            <pc:docMk/>
            <pc:sldMk cId="1474667615" sldId="328"/>
            <ac:graphicFrameMk id="11" creationId="{EE2CFBC3-86AC-EFB9-667A-6931F795318D}"/>
          </ac:graphicFrameMkLst>
        </pc:graphicFrameChg>
        <pc:graphicFrameChg chg="add mod">
          <ac:chgData name="Boatman, Anna Kathryn" userId="8adb65ec-17a6-42cf-9b24-1629fcbd589f" providerId="ADAL" clId="{CD24CEF4-BD58-45D0-97AA-3C3152F31027}" dt="2024-12-10T20:52:11.962" v="4581" actId="1076"/>
          <ac:graphicFrameMkLst>
            <pc:docMk/>
            <pc:sldMk cId="1474667615" sldId="328"/>
            <ac:graphicFrameMk id="12" creationId="{F36F25D9-998B-3DCD-480E-494AC92972AE}"/>
          </ac:graphicFrameMkLst>
        </pc:graphicFrameChg>
        <pc:graphicFrameChg chg="add mod">
          <ac:chgData name="Boatman, Anna Kathryn" userId="8adb65ec-17a6-42cf-9b24-1629fcbd589f" providerId="ADAL" clId="{CD24CEF4-BD58-45D0-97AA-3C3152F31027}" dt="2024-12-10T20:52:48.928" v="4586" actId="1076"/>
          <ac:graphicFrameMkLst>
            <pc:docMk/>
            <pc:sldMk cId="1474667615" sldId="328"/>
            <ac:graphicFrameMk id="13" creationId="{5733EBAB-7D3E-4B99-EE7A-B56EE8DB343B}"/>
          </ac:graphicFrameMkLst>
        </pc:graphicFrameChg>
        <pc:graphicFrameChg chg="add mod">
          <ac:chgData name="Boatman, Anna Kathryn" userId="8adb65ec-17a6-42cf-9b24-1629fcbd589f" providerId="ADAL" clId="{CD24CEF4-BD58-45D0-97AA-3C3152F31027}" dt="2024-12-10T20:53:51.544" v="4603" actId="1076"/>
          <ac:graphicFrameMkLst>
            <pc:docMk/>
            <pc:sldMk cId="1474667615" sldId="328"/>
            <ac:graphicFrameMk id="14" creationId="{02B208EA-D223-9697-F276-F9C4267CBC03}"/>
          </ac:graphicFrameMkLst>
        </pc:graphicFrameChg>
      </pc:sldChg>
      <pc:sldChg chg="addSp modSp new mod">
        <pc:chgData name="Boatman, Anna Kathryn" userId="8adb65ec-17a6-42cf-9b24-1629fcbd589f" providerId="ADAL" clId="{CD24CEF4-BD58-45D0-97AA-3C3152F31027}" dt="2024-12-10T20:26:02.556" v="4189" actId="1076"/>
        <pc:sldMkLst>
          <pc:docMk/>
          <pc:sldMk cId="2777071466" sldId="329"/>
        </pc:sldMkLst>
        <pc:spChg chg="mod">
          <ac:chgData name="Boatman, Anna Kathryn" userId="8adb65ec-17a6-42cf-9b24-1629fcbd589f" providerId="ADAL" clId="{CD24CEF4-BD58-45D0-97AA-3C3152F31027}" dt="2024-12-10T20:08:06.688" v="4146" actId="20577"/>
          <ac:spMkLst>
            <pc:docMk/>
            <pc:sldMk cId="2777071466" sldId="329"/>
            <ac:spMk id="2" creationId="{76DB6112-CD1E-5516-D28C-6BD4A563ED29}"/>
          </ac:spMkLst>
        </pc:spChg>
        <pc:spChg chg="add mod">
          <ac:chgData name="Boatman, Anna Kathryn" userId="8adb65ec-17a6-42cf-9b24-1629fcbd589f" providerId="ADAL" clId="{CD24CEF4-BD58-45D0-97AA-3C3152F31027}" dt="2024-12-10T20:26:02.556" v="4189" actId="1076"/>
          <ac:spMkLst>
            <pc:docMk/>
            <pc:sldMk cId="2777071466" sldId="329"/>
            <ac:spMk id="8" creationId="{B58CFE70-9286-9A37-8EA8-E7BE30E8D709}"/>
          </ac:spMkLst>
        </pc:spChg>
        <pc:picChg chg="add mod">
          <ac:chgData name="Boatman, Anna Kathryn" userId="8adb65ec-17a6-42cf-9b24-1629fcbd589f" providerId="ADAL" clId="{CD24CEF4-BD58-45D0-97AA-3C3152F31027}" dt="2024-12-10T20:25:55.363" v="4185" actId="1076"/>
          <ac:picMkLst>
            <pc:docMk/>
            <pc:sldMk cId="2777071466" sldId="329"/>
            <ac:picMk id="4" creationId="{FB175D80-AC0A-3689-2034-C92A728F8002}"/>
          </ac:picMkLst>
        </pc:picChg>
        <pc:picChg chg="add mod">
          <ac:chgData name="Boatman, Anna Kathryn" userId="8adb65ec-17a6-42cf-9b24-1629fcbd589f" providerId="ADAL" clId="{CD24CEF4-BD58-45D0-97AA-3C3152F31027}" dt="2024-12-10T20:25:46.748" v="4181" actId="14100"/>
          <ac:picMkLst>
            <pc:docMk/>
            <pc:sldMk cId="2777071466" sldId="329"/>
            <ac:picMk id="6" creationId="{107EF551-16D1-3CC8-3F7F-AE64635C4F79}"/>
          </ac:picMkLst>
        </pc:picChg>
        <pc:picChg chg="add mod">
          <ac:chgData name="Boatman, Anna Kathryn" userId="8adb65ec-17a6-42cf-9b24-1629fcbd589f" providerId="ADAL" clId="{CD24CEF4-BD58-45D0-97AA-3C3152F31027}" dt="2024-12-10T20:26:00.729" v="4188" actId="1076"/>
          <ac:picMkLst>
            <pc:docMk/>
            <pc:sldMk cId="2777071466" sldId="329"/>
            <ac:picMk id="1026" creationId="{9CD8A731-95C1-BF40-87B8-DD578353ED4D}"/>
          </ac:picMkLst>
        </pc:picChg>
      </pc:sldChg>
      <pc:sldChg chg="addSp delSp modSp add mod">
        <pc:chgData name="Boatman, Anna Kathryn" userId="8adb65ec-17a6-42cf-9b24-1629fcbd589f" providerId="ADAL" clId="{CD24CEF4-BD58-45D0-97AA-3C3152F31027}" dt="2024-12-10T20:57:59.633" v="4854" actId="6549"/>
        <pc:sldMkLst>
          <pc:docMk/>
          <pc:sldMk cId="14210605" sldId="330"/>
        </pc:sldMkLst>
        <pc:spChg chg="mod">
          <ac:chgData name="Boatman, Anna Kathryn" userId="8adb65ec-17a6-42cf-9b24-1629fcbd589f" providerId="ADAL" clId="{CD24CEF4-BD58-45D0-97AA-3C3152F31027}" dt="2024-12-10T20:35:52.947" v="4199" actId="20577"/>
          <ac:spMkLst>
            <pc:docMk/>
            <pc:sldMk cId="14210605" sldId="330"/>
            <ac:spMk id="2" creationId="{C270B630-5AEA-3828-709B-A207B6DB86F1}"/>
          </ac:spMkLst>
        </pc:spChg>
        <pc:spChg chg="mod">
          <ac:chgData name="Boatman, Anna Kathryn" userId="8adb65ec-17a6-42cf-9b24-1629fcbd589f" providerId="ADAL" clId="{CD24CEF4-BD58-45D0-97AA-3C3152F31027}" dt="2024-12-10T20:54:18.472" v="4682" actId="20577"/>
          <ac:spMkLst>
            <pc:docMk/>
            <pc:sldMk cId="14210605" sldId="330"/>
            <ac:spMk id="3" creationId="{4A3F7056-9904-278E-2F55-E3D2914F60B2}"/>
          </ac:spMkLst>
        </pc:spChg>
        <pc:spChg chg="mod">
          <ac:chgData name="Boatman, Anna Kathryn" userId="8adb65ec-17a6-42cf-9b24-1629fcbd589f" providerId="ADAL" clId="{CD24CEF4-BD58-45D0-97AA-3C3152F31027}" dt="2024-12-10T20:46:59.669" v="4391" actId="1076"/>
          <ac:spMkLst>
            <pc:docMk/>
            <pc:sldMk cId="14210605" sldId="330"/>
            <ac:spMk id="5" creationId="{935CCB91-7C9C-9A99-3E25-5A530A304C6B}"/>
          </ac:spMkLst>
        </pc:spChg>
        <pc:spChg chg="del">
          <ac:chgData name="Boatman, Anna Kathryn" userId="8adb65ec-17a6-42cf-9b24-1629fcbd589f" providerId="ADAL" clId="{CD24CEF4-BD58-45D0-97AA-3C3152F31027}" dt="2024-12-10T20:36:23.264" v="4235" actId="478"/>
          <ac:spMkLst>
            <pc:docMk/>
            <pc:sldMk cId="14210605" sldId="330"/>
            <ac:spMk id="7" creationId="{6B997B70-9AEF-8A94-0432-9DD31D3218FE}"/>
          </ac:spMkLst>
        </pc:spChg>
        <pc:spChg chg="add mod">
          <ac:chgData name="Boatman, Anna Kathryn" userId="8adb65ec-17a6-42cf-9b24-1629fcbd589f" providerId="ADAL" clId="{CD24CEF4-BD58-45D0-97AA-3C3152F31027}" dt="2024-12-10T20:57:59.633" v="4854" actId="6549"/>
          <ac:spMkLst>
            <pc:docMk/>
            <pc:sldMk cId="14210605" sldId="330"/>
            <ac:spMk id="9" creationId="{C2F98978-8DFE-B401-863B-445304BF9DE2}"/>
          </ac:spMkLst>
        </pc:spChg>
        <pc:spChg chg="add del mod">
          <ac:chgData name="Boatman, Anna Kathryn" userId="8adb65ec-17a6-42cf-9b24-1629fcbd589f" providerId="ADAL" clId="{CD24CEF4-BD58-45D0-97AA-3C3152F31027}" dt="2024-12-10T20:55:16.190" v="4691" actId="1076"/>
          <ac:spMkLst>
            <pc:docMk/>
            <pc:sldMk cId="14210605" sldId="330"/>
            <ac:spMk id="13" creationId="{695A18B7-6D2A-474D-535E-514730F1B522}"/>
          </ac:spMkLst>
        </pc:spChg>
        <pc:spChg chg="add mod">
          <ac:chgData name="Boatman, Anna Kathryn" userId="8adb65ec-17a6-42cf-9b24-1629fcbd589f" providerId="ADAL" clId="{CD24CEF4-BD58-45D0-97AA-3C3152F31027}" dt="2024-12-10T20:57:07.650" v="4814" actId="1076"/>
          <ac:spMkLst>
            <pc:docMk/>
            <pc:sldMk cId="14210605" sldId="330"/>
            <ac:spMk id="15" creationId="{91A691AF-37FC-A82C-F054-6004127DB59A}"/>
          </ac:spMkLst>
        </pc:spChg>
        <pc:graphicFrameChg chg="del">
          <ac:chgData name="Boatman, Anna Kathryn" userId="8adb65ec-17a6-42cf-9b24-1629fcbd589f" providerId="ADAL" clId="{CD24CEF4-BD58-45D0-97AA-3C3152F31027}" dt="2024-12-10T20:36:19.451" v="4233" actId="478"/>
          <ac:graphicFrameMkLst>
            <pc:docMk/>
            <pc:sldMk cId="14210605" sldId="330"/>
            <ac:graphicFrameMk id="6" creationId="{2CFB6E98-5B28-2FE3-39EC-E9C9AB49090B}"/>
          </ac:graphicFrameMkLst>
        </pc:graphicFrameChg>
        <pc:graphicFrameChg chg="del">
          <ac:chgData name="Boatman, Anna Kathryn" userId="8adb65ec-17a6-42cf-9b24-1629fcbd589f" providerId="ADAL" clId="{CD24CEF4-BD58-45D0-97AA-3C3152F31027}" dt="2024-12-10T20:38:21.768" v="4268" actId="478"/>
          <ac:graphicFrameMkLst>
            <pc:docMk/>
            <pc:sldMk cId="14210605" sldId="330"/>
            <ac:graphicFrameMk id="10" creationId="{262B8C0B-D5F8-BFC8-8293-AC4AA420DF0F}"/>
          </ac:graphicFrameMkLst>
        </pc:graphicFrameChg>
        <pc:graphicFrameChg chg="del">
          <ac:chgData name="Boatman, Anna Kathryn" userId="8adb65ec-17a6-42cf-9b24-1629fcbd589f" providerId="ADAL" clId="{CD24CEF4-BD58-45D0-97AA-3C3152F31027}" dt="2024-12-10T20:38:23.680" v="4269" actId="478"/>
          <ac:graphicFrameMkLst>
            <pc:docMk/>
            <pc:sldMk cId="14210605" sldId="330"/>
            <ac:graphicFrameMk id="11" creationId="{C91E13F3-5DC1-2D37-6B8D-FB082EA80378}"/>
          </ac:graphicFrameMkLst>
        </pc:graphicFrameChg>
        <pc:graphicFrameChg chg="del">
          <ac:chgData name="Boatman, Anna Kathryn" userId="8adb65ec-17a6-42cf-9b24-1629fcbd589f" providerId="ADAL" clId="{CD24CEF4-BD58-45D0-97AA-3C3152F31027}" dt="2024-12-10T20:36:21.343" v="4234" actId="478"/>
          <ac:graphicFrameMkLst>
            <pc:docMk/>
            <pc:sldMk cId="14210605" sldId="330"/>
            <ac:graphicFrameMk id="12" creationId="{D0BCD1F3-8ED3-B444-4C08-F7A5DC57CB3D}"/>
          </ac:graphicFrameMkLst>
        </pc:graphicFrameChg>
        <pc:graphicFrameChg chg="add del mod">
          <ac:chgData name="Boatman, Anna Kathryn" userId="8adb65ec-17a6-42cf-9b24-1629fcbd589f" providerId="ADAL" clId="{CD24CEF4-BD58-45D0-97AA-3C3152F31027}" dt="2024-12-10T20:56:36.815" v="4789" actId="478"/>
          <ac:graphicFrameMkLst>
            <pc:docMk/>
            <pc:sldMk cId="14210605" sldId="330"/>
            <ac:graphicFrameMk id="14" creationId="{F0E94BAE-98F8-F30F-DF4D-863035DC6C62}"/>
          </ac:graphicFrameMkLst>
        </pc:graphicFrameChg>
        <pc:graphicFrameChg chg="add mod">
          <ac:chgData name="Boatman, Anna Kathryn" userId="8adb65ec-17a6-42cf-9b24-1629fcbd589f" providerId="ADAL" clId="{CD24CEF4-BD58-45D0-97AA-3C3152F31027}" dt="2024-12-10T20:57:09.367" v="4815" actId="1076"/>
          <ac:graphicFrameMkLst>
            <pc:docMk/>
            <pc:sldMk cId="14210605" sldId="330"/>
            <ac:graphicFrameMk id="16" creationId="{541685A7-9863-AFFC-EF0F-2F104A3B14E1}"/>
          </ac:graphicFrameMkLst>
        </pc:graphicFrameChg>
        <pc:picChg chg="add del mod">
          <ac:chgData name="Boatman, Anna Kathryn" userId="8adb65ec-17a6-42cf-9b24-1629fcbd589f" providerId="ADAL" clId="{CD24CEF4-BD58-45D0-97AA-3C3152F31027}" dt="2024-12-10T20:44:00.664" v="4344" actId="478"/>
          <ac:picMkLst>
            <pc:docMk/>
            <pc:sldMk cId="14210605" sldId="330"/>
            <ac:picMk id="4" creationId="{61D5BC1A-E28D-D895-6431-E2377F548855}"/>
          </ac:picMkLst>
        </pc:picChg>
        <pc:picChg chg="add mod">
          <ac:chgData name="Boatman, Anna Kathryn" userId="8adb65ec-17a6-42cf-9b24-1629fcbd589f" providerId="ADAL" clId="{CD24CEF4-BD58-45D0-97AA-3C3152F31027}" dt="2024-12-10T20:47:43.796" v="4435" actId="1076"/>
          <ac:picMkLst>
            <pc:docMk/>
            <pc:sldMk cId="14210605" sldId="330"/>
            <ac:picMk id="8" creationId="{3D1E6659-5F38-6D3E-5BA0-25687F56CACA}"/>
          </ac:picMkLst>
        </pc:picChg>
        <pc:picChg chg="add mod">
          <ac:chgData name="Boatman, Anna Kathryn" userId="8adb65ec-17a6-42cf-9b24-1629fcbd589f" providerId="ADAL" clId="{CD24CEF4-BD58-45D0-97AA-3C3152F31027}" dt="2024-12-10T20:46:56.471" v="4390" actId="14100"/>
          <ac:picMkLst>
            <pc:docMk/>
            <pc:sldMk cId="14210605" sldId="330"/>
            <ac:picMk id="2050" creationId="{CD873D8C-EF24-E693-447F-D262045D6E29}"/>
          </ac:picMkLst>
        </pc:picChg>
      </pc:sldChg>
      <pc:sldChg chg="addSp modSp new mod">
        <pc:chgData name="Boatman, Anna Kathryn" userId="8adb65ec-17a6-42cf-9b24-1629fcbd589f" providerId="ADAL" clId="{CD24CEF4-BD58-45D0-97AA-3C3152F31027}" dt="2024-12-10T22:57:01.473" v="5636" actId="20577"/>
        <pc:sldMkLst>
          <pc:docMk/>
          <pc:sldMk cId="999274399" sldId="331"/>
        </pc:sldMkLst>
        <pc:spChg chg="mod">
          <ac:chgData name="Boatman, Anna Kathryn" userId="8adb65ec-17a6-42cf-9b24-1629fcbd589f" providerId="ADAL" clId="{CD24CEF4-BD58-45D0-97AA-3C3152F31027}" dt="2024-12-10T22:56:59.042" v="5635" actId="27636"/>
          <ac:spMkLst>
            <pc:docMk/>
            <pc:sldMk cId="999274399" sldId="331"/>
            <ac:spMk id="2" creationId="{012380A7-266B-324F-9DC0-AD6F5AECC8D4}"/>
          </ac:spMkLst>
        </pc:spChg>
        <pc:spChg chg="mod">
          <ac:chgData name="Boatman, Anna Kathryn" userId="8adb65ec-17a6-42cf-9b24-1629fcbd589f" providerId="ADAL" clId="{CD24CEF4-BD58-45D0-97AA-3C3152F31027}" dt="2024-12-10T22:57:01.473" v="5636" actId="20577"/>
          <ac:spMkLst>
            <pc:docMk/>
            <pc:sldMk cId="999274399" sldId="331"/>
            <ac:spMk id="3" creationId="{D4C497B5-7117-7587-361B-CC038FA87EC8}"/>
          </ac:spMkLst>
        </pc:spChg>
        <pc:picChg chg="add mod">
          <ac:chgData name="Boatman, Anna Kathryn" userId="8adb65ec-17a6-42cf-9b24-1629fcbd589f" providerId="ADAL" clId="{CD24CEF4-BD58-45D0-97AA-3C3152F31027}" dt="2024-12-10T22:56:50.908" v="5617" actId="1076"/>
          <ac:picMkLst>
            <pc:docMk/>
            <pc:sldMk cId="999274399" sldId="331"/>
            <ac:picMk id="3074" creationId="{0D65C3E3-91F3-7AED-D288-385D503C09D8}"/>
          </ac:picMkLst>
        </pc:picChg>
      </pc:sldChg>
      <pc:sldChg chg="new del">
        <pc:chgData name="Boatman, Anna Kathryn" userId="8adb65ec-17a6-42cf-9b24-1629fcbd589f" providerId="ADAL" clId="{CD24CEF4-BD58-45D0-97AA-3C3152F31027}" dt="2024-12-10T21:04:42.343" v="5186" actId="680"/>
        <pc:sldMkLst>
          <pc:docMk/>
          <pc:sldMk cId="2928652396" sldId="331"/>
        </pc:sldMkLst>
      </pc:sldChg>
      <pc:sldChg chg="new del">
        <pc:chgData name="Boatman, Anna Kathryn" userId="8adb65ec-17a6-42cf-9b24-1629fcbd589f" providerId="ADAL" clId="{CD24CEF4-BD58-45D0-97AA-3C3152F31027}" dt="2024-12-10T22:15:42.208" v="5284" actId="680"/>
        <pc:sldMkLst>
          <pc:docMk/>
          <pc:sldMk cId="3874995919" sldId="331"/>
        </pc:sldMkLst>
      </pc:sldChg>
      <pc:sldChg chg="addSp delSp modSp new mod">
        <pc:chgData name="Boatman, Anna Kathryn" userId="8adb65ec-17a6-42cf-9b24-1629fcbd589f" providerId="ADAL" clId="{CD24CEF4-BD58-45D0-97AA-3C3152F31027}" dt="2024-12-10T23:09:58.604" v="5998" actId="208"/>
        <pc:sldMkLst>
          <pc:docMk/>
          <pc:sldMk cId="4208801279" sldId="332"/>
        </pc:sldMkLst>
        <pc:spChg chg="mod">
          <ac:chgData name="Boatman, Anna Kathryn" userId="8adb65ec-17a6-42cf-9b24-1629fcbd589f" providerId="ADAL" clId="{CD24CEF4-BD58-45D0-97AA-3C3152F31027}" dt="2024-12-10T22:59:06.430" v="5648" actId="20577"/>
          <ac:spMkLst>
            <pc:docMk/>
            <pc:sldMk cId="4208801279" sldId="332"/>
            <ac:spMk id="2" creationId="{2DC2396A-00EA-9E11-7178-F2D05F962951}"/>
          </ac:spMkLst>
        </pc:spChg>
        <pc:spChg chg="del">
          <ac:chgData name="Boatman, Anna Kathryn" userId="8adb65ec-17a6-42cf-9b24-1629fcbd589f" providerId="ADAL" clId="{CD24CEF4-BD58-45D0-97AA-3C3152F31027}" dt="2024-12-10T22:59:14.868" v="5649" actId="931"/>
          <ac:spMkLst>
            <pc:docMk/>
            <pc:sldMk cId="4208801279" sldId="332"/>
            <ac:spMk id="3" creationId="{C3F8BF1F-08F4-D501-5F80-1F6B0348B0F7}"/>
          </ac:spMkLst>
        </pc:spChg>
        <pc:spChg chg="add del mod">
          <ac:chgData name="Boatman, Anna Kathryn" userId="8adb65ec-17a6-42cf-9b24-1629fcbd589f" providerId="ADAL" clId="{CD24CEF4-BD58-45D0-97AA-3C3152F31027}" dt="2024-12-10T23:03:30.456" v="5772" actId="21"/>
          <ac:spMkLst>
            <pc:docMk/>
            <pc:sldMk cId="4208801279" sldId="332"/>
            <ac:spMk id="6" creationId="{2A6BC431-7B6A-9297-D467-D31F68A52DB2}"/>
          </ac:spMkLst>
        </pc:spChg>
        <pc:spChg chg="add mod">
          <ac:chgData name="Boatman, Anna Kathryn" userId="8adb65ec-17a6-42cf-9b24-1629fcbd589f" providerId="ADAL" clId="{CD24CEF4-BD58-45D0-97AA-3C3152F31027}" dt="2024-12-10T23:03:04.853" v="5769" actId="465"/>
          <ac:spMkLst>
            <pc:docMk/>
            <pc:sldMk cId="4208801279" sldId="332"/>
            <ac:spMk id="7" creationId="{8D8885BC-16C9-9A89-5888-31198A5973AB}"/>
          </ac:spMkLst>
        </pc:spChg>
        <pc:spChg chg="add mod">
          <ac:chgData name="Boatman, Anna Kathryn" userId="8adb65ec-17a6-42cf-9b24-1629fcbd589f" providerId="ADAL" clId="{CD24CEF4-BD58-45D0-97AA-3C3152F31027}" dt="2024-12-10T23:03:04.853" v="5769" actId="465"/>
          <ac:spMkLst>
            <pc:docMk/>
            <pc:sldMk cId="4208801279" sldId="332"/>
            <ac:spMk id="8" creationId="{16321771-2CFB-C91C-0C09-872A1621949D}"/>
          </ac:spMkLst>
        </pc:spChg>
        <pc:spChg chg="add mod">
          <ac:chgData name="Boatman, Anna Kathryn" userId="8adb65ec-17a6-42cf-9b24-1629fcbd589f" providerId="ADAL" clId="{CD24CEF4-BD58-45D0-97AA-3C3152F31027}" dt="2024-12-10T23:03:04.853" v="5769" actId="465"/>
          <ac:spMkLst>
            <pc:docMk/>
            <pc:sldMk cId="4208801279" sldId="332"/>
            <ac:spMk id="9" creationId="{C268A110-5930-3791-405A-BF565F585219}"/>
          </ac:spMkLst>
        </pc:spChg>
        <pc:spChg chg="add mod">
          <ac:chgData name="Boatman, Anna Kathryn" userId="8adb65ec-17a6-42cf-9b24-1629fcbd589f" providerId="ADAL" clId="{CD24CEF4-BD58-45D0-97AA-3C3152F31027}" dt="2024-12-10T23:03:04.853" v="5769" actId="465"/>
          <ac:spMkLst>
            <pc:docMk/>
            <pc:sldMk cId="4208801279" sldId="332"/>
            <ac:spMk id="10" creationId="{60602018-E891-5DDA-4AE2-DA85EE3B7647}"/>
          </ac:spMkLst>
        </pc:spChg>
        <pc:spChg chg="add mod">
          <ac:chgData name="Boatman, Anna Kathryn" userId="8adb65ec-17a6-42cf-9b24-1629fcbd589f" providerId="ADAL" clId="{CD24CEF4-BD58-45D0-97AA-3C3152F31027}" dt="2024-12-10T23:03:04.853" v="5769" actId="465"/>
          <ac:spMkLst>
            <pc:docMk/>
            <pc:sldMk cId="4208801279" sldId="332"/>
            <ac:spMk id="11" creationId="{4EB64E88-9180-7CB1-9DC0-41F76A9AC309}"/>
          </ac:spMkLst>
        </pc:spChg>
        <pc:spChg chg="add mod">
          <ac:chgData name="Boatman, Anna Kathryn" userId="8adb65ec-17a6-42cf-9b24-1629fcbd589f" providerId="ADAL" clId="{CD24CEF4-BD58-45D0-97AA-3C3152F31027}" dt="2024-12-10T23:03:04.853" v="5769" actId="465"/>
          <ac:spMkLst>
            <pc:docMk/>
            <pc:sldMk cId="4208801279" sldId="332"/>
            <ac:spMk id="12" creationId="{F6E3589D-5EBB-D07D-D39B-929A2BDD042F}"/>
          </ac:spMkLst>
        </pc:spChg>
        <pc:spChg chg="add mod">
          <ac:chgData name="Boatman, Anna Kathryn" userId="8adb65ec-17a6-42cf-9b24-1629fcbd589f" providerId="ADAL" clId="{CD24CEF4-BD58-45D0-97AA-3C3152F31027}" dt="2024-12-10T23:03:04.853" v="5769" actId="465"/>
          <ac:spMkLst>
            <pc:docMk/>
            <pc:sldMk cId="4208801279" sldId="332"/>
            <ac:spMk id="13" creationId="{643215FD-3567-00FA-FCCF-9521D8459242}"/>
          </ac:spMkLst>
        </pc:spChg>
        <pc:spChg chg="add mod">
          <ac:chgData name="Boatman, Anna Kathryn" userId="8adb65ec-17a6-42cf-9b24-1629fcbd589f" providerId="ADAL" clId="{CD24CEF4-BD58-45D0-97AA-3C3152F31027}" dt="2024-12-10T23:03:01.646" v="5768" actId="552"/>
          <ac:spMkLst>
            <pc:docMk/>
            <pc:sldMk cId="4208801279" sldId="332"/>
            <ac:spMk id="14" creationId="{095D2C44-6BBD-838C-5C35-1B7C18FEB5A6}"/>
          </ac:spMkLst>
        </pc:spChg>
        <pc:spChg chg="add mod">
          <ac:chgData name="Boatman, Anna Kathryn" userId="8adb65ec-17a6-42cf-9b24-1629fcbd589f" providerId="ADAL" clId="{CD24CEF4-BD58-45D0-97AA-3C3152F31027}" dt="2024-12-10T23:04:10.075" v="5830" actId="552"/>
          <ac:spMkLst>
            <pc:docMk/>
            <pc:sldMk cId="4208801279" sldId="332"/>
            <ac:spMk id="15" creationId="{2DBFE51B-8A79-8624-E3EF-5505670663CD}"/>
          </ac:spMkLst>
        </pc:spChg>
        <pc:spChg chg="add mod">
          <ac:chgData name="Boatman, Anna Kathryn" userId="8adb65ec-17a6-42cf-9b24-1629fcbd589f" providerId="ADAL" clId="{CD24CEF4-BD58-45D0-97AA-3C3152F31027}" dt="2024-12-10T23:04:15.528" v="5831" actId="465"/>
          <ac:spMkLst>
            <pc:docMk/>
            <pc:sldMk cId="4208801279" sldId="332"/>
            <ac:spMk id="16" creationId="{525A2909-74E1-F579-9126-E15CB0D7B249}"/>
          </ac:spMkLst>
        </pc:spChg>
        <pc:spChg chg="add mod">
          <ac:chgData name="Boatman, Anna Kathryn" userId="8adb65ec-17a6-42cf-9b24-1629fcbd589f" providerId="ADAL" clId="{CD24CEF4-BD58-45D0-97AA-3C3152F31027}" dt="2024-12-10T23:04:15.528" v="5831" actId="465"/>
          <ac:spMkLst>
            <pc:docMk/>
            <pc:sldMk cId="4208801279" sldId="332"/>
            <ac:spMk id="17" creationId="{9447980F-F2A4-160A-CE89-06DE14DB8D7D}"/>
          </ac:spMkLst>
        </pc:spChg>
        <pc:spChg chg="add mod">
          <ac:chgData name="Boatman, Anna Kathryn" userId="8adb65ec-17a6-42cf-9b24-1629fcbd589f" providerId="ADAL" clId="{CD24CEF4-BD58-45D0-97AA-3C3152F31027}" dt="2024-12-10T23:04:10.075" v="5830" actId="552"/>
          <ac:spMkLst>
            <pc:docMk/>
            <pc:sldMk cId="4208801279" sldId="332"/>
            <ac:spMk id="18" creationId="{C10A5843-AEAD-28DA-523C-FC2B2D5B335D}"/>
          </ac:spMkLst>
        </pc:spChg>
        <pc:spChg chg="add mod">
          <ac:chgData name="Boatman, Anna Kathryn" userId="8adb65ec-17a6-42cf-9b24-1629fcbd589f" providerId="ADAL" clId="{CD24CEF4-BD58-45D0-97AA-3C3152F31027}" dt="2024-12-10T23:05:21.967" v="5846" actId="208"/>
          <ac:spMkLst>
            <pc:docMk/>
            <pc:sldMk cId="4208801279" sldId="332"/>
            <ac:spMk id="19" creationId="{53D7436B-1973-1931-EEA7-62EF9B7ED80B}"/>
          </ac:spMkLst>
        </pc:spChg>
        <pc:spChg chg="add mod">
          <ac:chgData name="Boatman, Anna Kathryn" userId="8adb65ec-17a6-42cf-9b24-1629fcbd589f" providerId="ADAL" clId="{CD24CEF4-BD58-45D0-97AA-3C3152F31027}" dt="2024-12-10T23:05:21.967" v="5846" actId="208"/>
          <ac:spMkLst>
            <pc:docMk/>
            <pc:sldMk cId="4208801279" sldId="332"/>
            <ac:spMk id="20" creationId="{37E746E5-0776-36EA-EE12-661902A392B4}"/>
          </ac:spMkLst>
        </pc:spChg>
        <pc:spChg chg="add mod">
          <ac:chgData name="Boatman, Anna Kathryn" userId="8adb65ec-17a6-42cf-9b24-1629fcbd589f" providerId="ADAL" clId="{CD24CEF4-BD58-45D0-97AA-3C3152F31027}" dt="2024-12-10T23:05:21.967" v="5846" actId="208"/>
          <ac:spMkLst>
            <pc:docMk/>
            <pc:sldMk cId="4208801279" sldId="332"/>
            <ac:spMk id="21" creationId="{CDB4612E-E645-C8CD-28DE-F4003AD79DA2}"/>
          </ac:spMkLst>
        </pc:spChg>
        <pc:spChg chg="add mod">
          <ac:chgData name="Boatman, Anna Kathryn" userId="8adb65ec-17a6-42cf-9b24-1629fcbd589f" providerId="ADAL" clId="{CD24CEF4-BD58-45D0-97AA-3C3152F31027}" dt="2024-12-10T23:05:21.967" v="5846" actId="208"/>
          <ac:spMkLst>
            <pc:docMk/>
            <pc:sldMk cId="4208801279" sldId="332"/>
            <ac:spMk id="22" creationId="{34AD0189-2CD7-DEB7-B85E-6DCE83670AF4}"/>
          </ac:spMkLst>
        </pc:spChg>
        <pc:spChg chg="add del mod">
          <ac:chgData name="Boatman, Anna Kathryn" userId="8adb65ec-17a6-42cf-9b24-1629fcbd589f" providerId="ADAL" clId="{CD24CEF4-BD58-45D0-97AA-3C3152F31027}" dt="2024-12-10T23:07:13.580" v="5953" actId="21"/>
          <ac:spMkLst>
            <pc:docMk/>
            <pc:sldMk cId="4208801279" sldId="332"/>
            <ac:spMk id="23" creationId="{DE6DA2D6-D548-7A71-198C-BC3458098A3F}"/>
          </ac:spMkLst>
        </pc:spChg>
        <pc:spChg chg="add mod">
          <ac:chgData name="Boatman, Anna Kathryn" userId="8adb65ec-17a6-42cf-9b24-1629fcbd589f" providerId="ADAL" clId="{CD24CEF4-BD58-45D0-97AA-3C3152F31027}" dt="2024-12-10T23:07:35.499" v="5961" actId="1076"/>
          <ac:spMkLst>
            <pc:docMk/>
            <pc:sldMk cId="4208801279" sldId="332"/>
            <ac:spMk id="24" creationId="{E08CEDB8-F477-D334-0AED-21BE44F9F323}"/>
          </ac:spMkLst>
        </pc:spChg>
        <pc:spChg chg="add mod">
          <ac:chgData name="Boatman, Anna Kathryn" userId="8adb65ec-17a6-42cf-9b24-1629fcbd589f" providerId="ADAL" clId="{CD24CEF4-BD58-45D0-97AA-3C3152F31027}" dt="2024-12-10T23:07:20.976" v="5957" actId="14100"/>
          <ac:spMkLst>
            <pc:docMk/>
            <pc:sldMk cId="4208801279" sldId="332"/>
            <ac:spMk id="25" creationId="{06BAD528-3917-8D4F-A1FB-430BA2F95350}"/>
          </ac:spMkLst>
        </pc:spChg>
        <pc:spChg chg="add mod">
          <ac:chgData name="Boatman, Anna Kathryn" userId="8adb65ec-17a6-42cf-9b24-1629fcbd589f" providerId="ADAL" clId="{CD24CEF4-BD58-45D0-97AA-3C3152F31027}" dt="2024-12-10T23:09:28.158" v="5965" actId="208"/>
          <ac:spMkLst>
            <pc:docMk/>
            <pc:sldMk cId="4208801279" sldId="332"/>
            <ac:spMk id="26" creationId="{F6866F5B-F7E2-D7D8-7A81-C82437AB7A86}"/>
          </ac:spMkLst>
        </pc:spChg>
        <pc:spChg chg="add mod">
          <ac:chgData name="Boatman, Anna Kathryn" userId="8adb65ec-17a6-42cf-9b24-1629fcbd589f" providerId="ADAL" clId="{CD24CEF4-BD58-45D0-97AA-3C3152F31027}" dt="2024-12-10T23:09:58.604" v="5998" actId="208"/>
          <ac:spMkLst>
            <pc:docMk/>
            <pc:sldMk cId="4208801279" sldId="332"/>
            <ac:spMk id="27" creationId="{555B7862-5894-DA5A-4572-FB0D5CDA35FF}"/>
          </ac:spMkLst>
        </pc:spChg>
        <pc:picChg chg="add mod modCrop">
          <ac:chgData name="Boatman, Anna Kathryn" userId="8adb65ec-17a6-42cf-9b24-1629fcbd589f" providerId="ADAL" clId="{CD24CEF4-BD58-45D0-97AA-3C3152F31027}" dt="2024-12-10T23:03:22.403" v="5770" actId="732"/>
          <ac:picMkLst>
            <pc:docMk/>
            <pc:sldMk cId="4208801279" sldId="332"/>
            <ac:picMk id="5" creationId="{7C68BC4A-4D5E-0801-FFB4-A69EEE89D2DF}"/>
          </ac:picMkLst>
        </pc:picChg>
      </pc:sldChg>
      <pc:sldChg chg="modSp new mod">
        <pc:chgData name="Boatman, Anna Kathryn" userId="8adb65ec-17a6-42cf-9b24-1629fcbd589f" providerId="ADAL" clId="{CD24CEF4-BD58-45D0-97AA-3C3152F31027}" dt="2024-12-10T23:10:49.166" v="6026" actId="20577"/>
        <pc:sldMkLst>
          <pc:docMk/>
          <pc:sldMk cId="3622891618" sldId="333"/>
        </pc:sldMkLst>
        <pc:spChg chg="mod">
          <ac:chgData name="Boatman, Anna Kathryn" userId="8adb65ec-17a6-42cf-9b24-1629fcbd589f" providerId="ADAL" clId="{CD24CEF4-BD58-45D0-97AA-3C3152F31027}" dt="2024-12-10T23:10:49.166" v="6026" actId="20577"/>
          <ac:spMkLst>
            <pc:docMk/>
            <pc:sldMk cId="3622891618" sldId="333"/>
            <ac:spMk id="2" creationId="{9CFBDB5F-6876-6ECB-D3C4-EA93DCEA9BE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dminliveunc-my.sharepoint.com/personal/aboatman_ad_unc_edu/Documents/UNC%20Research/2022%20Alligator%20Plasma%20PFAS/PIMMS/AKB_feature_summary_prioritized_2024120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adminliveunc-my.sharepoint.com/personal/aboatman_ad_unc_edu/Documents/UNC%20Research/2022%20Alligator%20Plasma%20PFAS/PIMMS/AKB_feature_summary_prioritized_20241204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adminliveunc-my.sharepoint.com/personal/aboatman_ad_unc_edu/Documents/UNC%20Research/2022%20Alligator%20Plasma%20PFAS/PIMMS/Coeluting-features-data_2024-12-09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adminliveunc-my.sharepoint.com/personal/aboatman_ad_unc_edu/Documents/UNC%20Research/2022%20Alligator%20Plasma%20PFAS/PIMMS/Coeluting-features-data_2024-12-09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adminliveunc-my.sharepoint.com/personal/aboatman_ad_unc_edu/Documents/UNC%20Research/2022%20Alligator%20Plasma%20PFAS/PIMMS/Coeluting-features-data_2024-12-09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adminliveunc-my.sharepoint.com/personal/aboatman_ad_unc_edu/Documents/UNC%20Research/2022%20Alligator%20Plasma%20PFAS/PIMMS/Coeluting-features-data_2024-12-09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19050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2"/>
                </a:solidFill>
                <a:ln w="19050">
                  <a:solidFill>
                    <a:schemeClr val="tx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AC31-48B0-AFBA-9E11949ACF1D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chemeClr val="bg2"/>
                </a:solidFill>
                <a:ln w="19050">
                  <a:solidFill>
                    <a:schemeClr val="tx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AC31-48B0-AFBA-9E11949ACF1D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2"/>
                </a:solidFill>
                <a:ln w="19050">
                  <a:solidFill>
                    <a:schemeClr val="tx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AC31-48B0-AFBA-9E11949ACF1D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AC31-48B0-AFBA-9E11949ACF1D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accent5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AC31-48B0-AFBA-9E11949ACF1D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accent5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AC31-48B0-AFBA-9E11949ACF1D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accent5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AC31-48B0-AFBA-9E11949ACF1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7C40B02-3477-413F-98DF-19DA9413006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AC31-48B0-AFBA-9E11949ACF1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09CB776-145C-4D40-BFD5-8A497310437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AC31-48B0-AFBA-9E11949ACF1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3A9676C-CD62-446E-855F-824AF218052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AC31-48B0-AFBA-9E11949ACF1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422D8DA9-DD51-44D8-9856-B7FC3D582EE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C31-48B0-AFBA-9E11949ACF1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1B293615-724A-4A7C-92C0-C01F357F11F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AC31-48B0-AFBA-9E11949ACF1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CE02106A-8333-4773-8FDB-F6B56059F05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AC31-48B0-AFBA-9E11949ACF1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3991E6C8-0D83-4601-8CFD-599B9C46612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AC31-48B0-AFBA-9E11949ACF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[AKB_feature_summary_prioritized_20241204.xlsx]SPATTS!$B$2:$B$8</c:f>
              <c:numCache>
                <c:formatCode>General</c:formatCode>
                <c:ptCount val="7"/>
                <c:pt idx="0">
                  <c:v>314.93889999999999</c:v>
                </c:pt>
                <c:pt idx="1">
                  <c:v>514.92240000000004</c:v>
                </c:pt>
                <c:pt idx="2">
                  <c:v>564.91869999999994</c:v>
                </c:pt>
                <c:pt idx="3">
                  <c:v>314.93790000000001</c:v>
                </c:pt>
                <c:pt idx="4">
                  <c:v>364.93470000000002</c:v>
                </c:pt>
                <c:pt idx="5">
                  <c:v>414.93150000000003</c:v>
                </c:pt>
                <c:pt idx="6">
                  <c:v>464.92829999999998</c:v>
                </c:pt>
              </c:numCache>
            </c:numRef>
          </c:xVal>
          <c:yVal>
            <c:numRef>
              <c:f>[AKB_feature_summary_prioritized_20241204.xlsx]SPATTS!$C$2:$C$8</c:f>
              <c:numCache>
                <c:formatCode>General</c:formatCode>
                <c:ptCount val="7"/>
                <c:pt idx="0">
                  <c:v>166.76</c:v>
                </c:pt>
                <c:pt idx="1">
                  <c:v>172</c:v>
                </c:pt>
                <c:pt idx="2">
                  <c:v>181.89</c:v>
                </c:pt>
                <c:pt idx="3">
                  <c:v>138</c:v>
                </c:pt>
                <c:pt idx="4">
                  <c:v>144.36000000000001</c:v>
                </c:pt>
                <c:pt idx="5">
                  <c:v>150.85</c:v>
                </c:pt>
                <c:pt idx="6">
                  <c:v>158.32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[AKB_feature_summary_prioritized_20241204.xlsx]SPATTS!$A$2:$A$8</c15:f>
                <c15:dlblRangeCache>
                  <c:ptCount val="7"/>
                  <c:pt idx="0">
                    <c:v>1692</c:v>
                  </c:pt>
                  <c:pt idx="1">
                    <c:v>2318</c:v>
                  </c:pt>
                  <c:pt idx="2">
                    <c:v>2857</c:v>
                  </c:pt>
                  <c:pt idx="3">
                    <c:v>PFEESA</c:v>
                  </c:pt>
                  <c:pt idx="4">
                    <c:v>PFPrESA</c:v>
                  </c:pt>
                  <c:pt idx="5">
                    <c:v>PFBESA</c:v>
                  </c:pt>
                  <c:pt idx="6">
                    <c:v>PFPeESA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AC31-48B0-AFBA-9E11949ACF1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690699407"/>
        <c:axId val="1690697967"/>
      </c:scatterChart>
      <c:valAx>
        <c:axId val="1690699407"/>
        <c:scaling>
          <c:orientation val="minMax"/>
          <c:min val="30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1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i="1"/>
                  <a:t>m/z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1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697967"/>
        <c:crosses val="autoZero"/>
        <c:crossBetween val="midCat"/>
      </c:valAx>
      <c:valAx>
        <c:axId val="1690697967"/>
        <c:scaling>
          <c:orientation val="minMax"/>
          <c:min val="13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CCS (A2)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69940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2"/>
              </a:solidFill>
              <a:ln w="19050">
                <a:solidFill>
                  <a:schemeClr val="tx2"/>
                </a:solidFill>
              </a:ln>
              <a:effectLst/>
            </c:spPr>
          </c:marker>
          <c:dPt>
            <c:idx val="3"/>
            <c:marker>
              <c:symbol val="circle"/>
              <c:size val="5"/>
              <c:spPr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085C-47E2-8117-7E95C4E3926F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accent5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085C-47E2-8117-7E95C4E3926F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accent5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085C-47E2-8117-7E95C4E3926F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accent5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085C-47E2-8117-7E95C4E3926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58B4718-BDA5-41F6-8BCF-DCD5231CA78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085C-47E2-8117-7E95C4E3926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2944CD1-E755-4AC9-ADC2-035CC66924E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085C-47E2-8117-7E95C4E3926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73DF11B-AE1C-40E0-8CC5-E9055ABD9ED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085C-47E2-8117-7E95C4E3926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ABD29AF-2835-4383-A769-AD765108B78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085C-47E2-8117-7E95C4E3926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A8D432AB-E5A4-4627-87BC-EC97E082188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085C-47E2-8117-7E95C4E3926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299CDD2C-1218-4F01-A1A8-8D1D9BECE7D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085C-47E2-8117-7E95C4E3926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8809B1BF-BE0E-4901-8146-10AEE119064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085C-47E2-8117-7E95C4E392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[AKB_feature_summary_prioritized_20241204.xlsx]SPATTS!$B$2:$B$8</c:f>
              <c:numCache>
                <c:formatCode>General</c:formatCode>
                <c:ptCount val="7"/>
                <c:pt idx="0">
                  <c:v>314.93889999999999</c:v>
                </c:pt>
                <c:pt idx="1">
                  <c:v>514.92240000000004</c:v>
                </c:pt>
                <c:pt idx="2">
                  <c:v>564.91869999999994</c:v>
                </c:pt>
                <c:pt idx="3">
                  <c:v>314.93790000000001</c:v>
                </c:pt>
                <c:pt idx="4">
                  <c:v>364.93470000000002</c:v>
                </c:pt>
                <c:pt idx="5">
                  <c:v>414.93150000000003</c:v>
                </c:pt>
                <c:pt idx="6">
                  <c:v>464.92829999999998</c:v>
                </c:pt>
              </c:numCache>
            </c:numRef>
          </c:xVal>
          <c:yVal>
            <c:numRef>
              <c:f>[AKB_feature_summary_prioritized_20241204.xlsx]SPATTS!$D$2:$D$8</c:f>
              <c:numCache>
                <c:formatCode>General</c:formatCode>
                <c:ptCount val="7"/>
                <c:pt idx="0">
                  <c:v>11.195</c:v>
                </c:pt>
                <c:pt idx="1">
                  <c:v>10.638</c:v>
                </c:pt>
                <c:pt idx="2">
                  <c:v>11.356</c:v>
                </c:pt>
                <c:pt idx="3">
                  <c:v>6.31</c:v>
                </c:pt>
                <c:pt idx="4">
                  <c:v>7.1</c:v>
                </c:pt>
                <c:pt idx="5">
                  <c:v>8.4</c:v>
                </c:pt>
                <c:pt idx="6">
                  <c:v>9.5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[AKB_feature_summary_prioritized_20241204.xlsx]SPATTS!$A$2:$A$8</c15:f>
                <c15:dlblRangeCache>
                  <c:ptCount val="7"/>
                  <c:pt idx="0">
                    <c:v>1692</c:v>
                  </c:pt>
                  <c:pt idx="1">
                    <c:v>2318</c:v>
                  </c:pt>
                  <c:pt idx="2">
                    <c:v>2857</c:v>
                  </c:pt>
                  <c:pt idx="3">
                    <c:v>PFEESA</c:v>
                  </c:pt>
                  <c:pt idx="4">
                    <c:v>PFPrESA</c:v>
                  </c:pt>
                  <c:pt idx="5">
                    <c:v>PFBESA</c:v>
                  </c:pt>
                  <c:pt idx="6">
                    <c:v>PFPeESA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085C-47E2-8117-7E95C4E3926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690699407"/>
        <c:axId val="1690697967"/>
      </c:scatterChart>
      <c:valAx>
        <c:axId val="1690699407"/>
        <c:scaling>
          <c:orientation val="minMax"/>
          <c:min val="30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1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i="1"/>
                  <a:t>m/z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1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697967"/>
        <c:crosses val="autoZero"/>
        <c:crossBetween val="midCat"/>
      </c:valAx>
      <c:valAx>
        <c:axId val="1690697967"/>
        <c:scaling>
          <c:orientation val="minMax"/>
          <c:min val="6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RT (min)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69940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EICs of coeluting gator features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1"/>
          <c:tx>
            <c:v>592.9481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'[Coeluting-features-data_2024-12-09.xlsx]Chromatograms'!$A$27:$A$47</c:f>
              <c:numCache>
                <c:formatCode>General</c:formatCode>
                <c:ptCount val="21"/>
                <c:pt idx="0">
                  <c:v>10.759</c:v>
                </c:pt>
                <c:pt idx="1">
                  <c:v>10.776999999999999</c:v>
                </c:pt>
                <c:pt idx="2">
                  <c:v>10.795</c:v>
                </c:pt>
                <c:pt idx="3">
                  <c:v>10.813000000000001</c:v>
                </c:pt>
                <c:pt idx="4">
                  <c:v>10.831</c:v>
                </c:pt>
                <c:pt idx="5">
                  <c:v>10.849</c:v>
                </c:pt>
                <c:pt idx="6">
                  <c:v>10.867000000000001</c:v>
                </c:pt>
                <c:pt idx="7">
                  <c:v>10.885</c:v>
                </c:pt>
                <c:pt idx="8">
                  <c:v>10.901999999999999</c:v>
                </c:pt>
                <c:pt idx="9">
                  <c:v>10.92</c:v>
                </c:pt>
                <c:pt idx="10">
                  <c:v>10.938000000000001</c:v>
                </c:pt>
                <c:pt idx="11">
                  <c:v>10.956</c:v>
                </c:pt>
                <c:pt idx="12">
                  <c:v>10.974</c:v>
                </c:pt>
                <c:pt idx="13">
                  <c:v>10.992000000000001</c:v>
                </c:pt>
                <c:pt idx="14">
                  <c:v>11.01</c:v>
                </c:pt>
                <c:pt idx="15">
                  <c:v>11.026999999999999</c:v>
                </c:pt>
                <c:pt idx="16">
                  <c:v>11.045</c:v>
                </c:pt>
                <c:pt idx="17">
                  <c:v>11.063000000000001</c:v>
                </c:pt>
                <c:pt idx="18">
                  <c:v>11.081</c:v>
                </c:pt>
                <c:pt idx="19">
                  <c:v>11.099</c:v>
                </c:pt>
                <c:pt idx="20">
                  <c:v>11.117000000000001</c:v>
                </c:pt>
              </c:numCache>
            </c:numRef>
          </c:xVal>
          <c:yVal>
            <c:numRef>
              <c:f>'[Coeluting-features-data_2024-12-09.xlsx]Chromatograms'!$C$27:$C$47</c:f>
              <c:numCache>
                <c:formatCode>General</c:formatCode>
                <c:ptCount val="21"/>
                <c:pt idx="0">
                  <c:v>1566</c:v>
                </c:pt>
                <c:pt idx="1">
                  <c:v>3707</c:v>
                </c:pt>
                <c:pt idx="2">
                  <c:v>5033</c:v>
                </c:pt>
                <c:pt idx="3">
                  <c:v>6074</c:v>
                </c:pt>
                <c:pt idx="4">
                  <c:v>7863</c:v>
                </c:pt>
                <c:pt idx="5">
                  <c:v>7994</c:v>
                </c:pt>
                <c:pt idx="6">
                  <c:v>5955</c:v>
                </c:pt>
                <c:pt idx="7">
                  <c:v>4371</c:v>
                </c:pt>
                <c:pt idx="8">
                  <c:v>6334</c:v>
                </c:pt>
                <c:pt idx="9">
                  <c:v>11049</c:v>
                </c:pt>
                <c:pt idx="10">
                  <c:v>13710</c:v>
                </c:pt>
                <c:pt idx="11">
                  <c:v>10355</c:v>
                </c:pt>
                <c:pt idx="12">
                  <c:v>5206</c:v>
                </c:pt>
                <c:pt idx="13">
                  <c:v>3872</c:v>
                </c:pt>
                <c:pt idx="14">
                  <c:v>11272</c:v>
                </c:pt>
                <c:pt idx="15">
                  <c:v>22737</c:v>
                </c:pt>
                <c:pt idx="16">
                  <c:v>26474</c:v>
                </c:pt>
                <c:pt idx="17">
                  <c:v>20022</c:v>
                </c:pt>
                <c:pt idx="18">
                  <c:v>9412</c:v>
                </c:pt>
                <c:pt idx="19">
                  <c:v>3445</c:v>
                </c:pt>
                <c:pt idx="20">
                  <c:v>276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1F4-458F-A81A-4CEF964F7809}"/>
            </c:ext>
          </c:extLst>
        </c:ser>
        <c:ser>
          <c:idx val="3"/>
          <c:order val="3"/>
          <c:tx>
            <c:v>448.9647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'[Coeluting-features-data_2024-12-09.xlsx]Chromatograms'!$A$83:$A$103</c:f>
              <c:numCache>
                <c:formatCode>General</c:formatCode>
                <c:ptCount val="21"/>
                <c:pt idx="0">
                  <c:v>10.759</c:v>
                </c:pt>
                <c:pt idx="1">
                  <c:v>10.776999999999999</c:v>
                </c:pt>
                <c:pt idx="2">
                  <c:v>10.795</c:v>
                </c:pt>
                <c:pt idx="3">
                  <c:v>10.813000000000001</c:v>
                </c:pt>
                <c:pt idx="4">
                  <c:v>10.831</c:v>
                </c:pt>
                <c:pt idx="5">
                  <c:v>10.849</c:v>
                </c:pt>
                <c:pt idx="6">
                  <c:v>10.867000000000001</c:v>
                </c:pt>
                <c:pt idx="7">
                  <c:v>10.885</c:v>
                </c:pt>
                <c:pt idx="8">
                  <c:v>10.901999999999999</c:v>
                </c:pt>
                <c:pt idx="9">
                  <c:v>10.92</c:v>
                </c:pt>
                <c:pt idx="10">
                  <c:v>10.938000000000001</c:v>
                </c:pt>
                <c:pt idx="11">
                  <c:v>10.956</c:v>
                </c:pt>
                <c:pt idx="12">
                  <c:v>10.974</c:v>
                </c:pt>
                <c:pt idx="13">
                  <c:v>10.992000000000001</c:v>
                </c:pt>
                <c:pt idx="14">
                  <c:v>11.01</c:v>
                </c:pt>
                <c:pt idx="15">
                  <c:v>11.026999999999999</c:v>
                </c:pt>
                <c:pt idx="16">
                  <c:v>11.045</c:v>
                </c:pt>
                <c:pt idx="17">
                  <c:v>11.063000000000001</c:v>
                </c:pt>
                <c:pt idx="18">
                  <c:v>11.081</c:v>
                </c:pt>
                <c:pt idx="19">
                  <c:v>11.099</c:v>
                </c:pt>
                <c:pt idx="20">
                  <c:v>11.117000000000001</c:v>
                </c:pt>
              </c:numCache>
              <c:extLst xmlns:c15="http://schemas.microsoft.com/office/drawing/2012/chart"/>
            </c:numRef>
          </c:xVal>
          <c:yVal>
            <c:numRef>
              <c:f>'[Coeluting-features-data_2024-12-09.xlsx]Chromatograms'!$E$83:$E$103</c:f>
              <c:numCache>
                <c:formatCode>General</c:formatCode>
                <c:ptCount val="21"/>
                <c:pt idx="0">
                  <c:v>646</c:v>
                </c:pt>
                <c:pt idx="1">
                  <c:v>1399</c:v>
                </c:pt>
                <c:pt idx="2">
                  <c:v>2116</c:v>
                </c:pt>
                <c:pt idx="3">
                  <c:v>2333</c:v>
                </c:pt>
                <c:pt idx="4">
                  <c:v>3488</c:v>
                </c:pt>
                <c:pt idx="5">
                  <c:v>3271</c:v>
                </c:pt>
                <c:pt idx="6">
                  <c:v>2149</c:v>
                </c:pt>
                <c:pt idx="7">
                  <c:v>1129</c:v>
                </c:pt>
                <c:pt idx="8">
                  <c:v>1278</c:v>
                </c:pt>
                <c:pt idx="9">
                  <c:v>3675</c:v>
                </c:pt>
                <c:pt idx="10">
                  <c:v>4641</c:v>
                </c:pt>
                <c:pt idx="11">
                  <c:v>3860</c:v>
                </c:pt>
                <c:pt idx="12">
                  <c:v>2126</c:v>
                </c:pt>
                <c:pt idx="13">
                  <c:v>1672</c:v>
                </c:pt>
                <c:pt idx="14">
                  <c:v>5386</c:v>
                </c:pt>
                <c:pt idx="15">
                  <c:v>9681</c:v>
                </c:pt>
                <c:pt idx="16">
                  <c:v>11897</c:v>
                </c:pt>
                <c:pt idx="17">
                  <c:v>9819</c:v>
                </c:pt>
                <c:pt idx="18">
                  <c:v>4554</c:v>
                </c:pt>
                <c:pt idx="19">
                  <c:v>830</c:v>
                </c:pt>
                <c:pt idx="20">
                  <c:v>195</c:v>
                </c:pt>
              </c:numCache>
              <c:extLst xmlns:c15="http://schemas.microsoft.com/office/drawing/2012/chart"/>
            </c:numRef>
          </c:yVal>
          <c:smooth val="1"/>
          <c:extLst>
            <c:ext xmlns:c16="http://schemas.microsoft.com/office/drawing/2014/chart" uri="{C3380CC4-5D6E-409C-BE32-E72D297353CC}">
              <c16:uniqueId val="{00000001-A1F4-458F-A81A-4CEF964F78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563839"/>
        <c:axId val="1750562399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v>628.9148</c:v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'[Coeluting-features-data_2024-12-09.xlsx]Chromatograms'!$A$3:$A$26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10.706</c:v>
                      </c:pt>
                      <c:pt idx="1">
                        <c:v>10.724</c:v>
                      </c:pt>
                      <c:pt idx="2">
                        <c:v>10.742000000000001</c:v>
                      </c:pt>
                      <c:pt idx="3">
                        <c:v>10.759</c:v>
                      </c:pt>
                      <c:pt idx="4">
                        <c:v>10.776999999999999</c:v>
                      </c:pt>
                      <c:pt idx="5">
                        <c:v>10.795</c:v>
                      </c:pt>
                      <c:pt idx="6">
                        <c:v>10.813000000000001</c:v>
                      </c:pt>
                      <c:pt idx="7">
                        <c:v>10.831</c:v>
                      </c:pt>
                      <c:pt idx="8">
                        <c:v>10.849</c:v>
                      </c:pt>
                      <c:pt idx="9">
                        <c:v>10.867000000000001</c:v>
                      </c:pt>
                      <c:pt idx="10">
                        <c:v>10.885</c:v>
                      </c:pt>
                      <c:pt idx="11">
                        <c:v>10.901999999999999</c:v>
                      </c:pt>
                      <c:pt idx="12">
                        <c:v>10.92</c:v>
                      </c:pt>
                      <c:pt idx="13">
                        <c:v>10.938000000000001</c:v>
                      </c:pt>
                      <c:pt idx="14">
                        <c:v>10.956</c:v>
                      </c:pt>
                      <c:pt idx="15">
                        <c:v>10.974</c:v>
                      </c:pt>
                      <c:pt idx="16">
                        <c:v>10.992000000000001</c:v>
                      </c:pt>
                      <c:pt idx="17">
                        <c:v>11.01</c:v>
                      </c:pt>
                      <c:pt idx="18">
                        <c:v>11.026999999999999</c:v>
                      </c:pt>
                      <c:pt idx="19">
                        <c:v>11.045</c:v>
                      </c:pt>
                      <c:pt idx="20">
                        <c:v>11.063000000000001</c:v>
                      </c:pt>
                      <c:pt idx="21">
                        <c:v>11.081</c:v>
                      </c:pt>
                      <c:pt idx="22">
                        <c:v>11.099</c:v>
                      </c:pt>
                      <c:pt idx="23">
                        <c:v>11.117000000000001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'[Coeluting-features-data_2024-12-09.xlsx]Chromatograms'!$B$3:$B$26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4483</c:v>
                      </c:pt>
                      <c:pt idx="1">
                        <c:v>17414</c:v>
                      </c:pt>
                      <c:pt idx="2">
                        <c:v>33464</c:v>
                      </c:pt>
                      <c:pt idx="3">
                        <c:v>40248</c:v>
                      </c:pt>
                      <c:pt idx="4">
                        <c:v>45194</c:v>
                      </c:pt>
                      <c:pt idx="5">
                        <c:v>51294</c:v>
                      </c:pt>
                      <c:pt idx="6">
                        <c:v>55065</c:v>
                      </c:pt>
                      <c:pt idx="7">
                        <c:v>44747</c:v>
                      </c:pt>
                      <c:pt idx="8">
                        <c:v>31032</c:v>
                      </c:pt>
                      <c:pt idx="9">
                        <c:v>32919</c:v>
                      </c:pt>
                      <c:pt idx="10">
                        <c:v>41958</c:v>
                      </c:pt>
                      <c:pt idx="11">
                        <c:v>40747</c:v>
                      </c:pt>
                      <c:pt idx="12">
                        <c:v>24835</c:v>
                      </c:pt>
                      <c:pt idx="13">
                        <c:v>11008</c:v>
                      </c:pt>
                      <c:pt idx="14">
                        <c:v>14737</c:v>
                      </c:pt>
                      <c:pt idx="15">
                        <c:v>41364</c:v>
                      </c:pt>
                      <c:pt idx="16">
                        <c:v>69341</c:v>
                      </c:pt>
                      <c:pt idx="17">
                        <c:v>70567</c:v>
                      </c:pt>
                      <c:pt idx="18">
                        <c:v>48103</c:v>
                      </c:pt>
                      <c:pt idx="19">
                        <c:v>20620</c:v>
                      </c:pt>
                      <c:pt idx="20">
                        <c:v>9241</c:v>
                      </c:pt>
                      <c:pt idx="21">
                        <c:v>5031</c:v>
                      </c:pt>
                      <c:pt idx="22">
                        <c:v>2947</c:v>
                      </c:pt>
                      <c:pt idx="23">
                        <c:v>1090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2-A1F4-458F-A81A-4CEF964F7809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v>PFNS</c:v>
                </c:tx>
                <c:spPr>
                  <a:ln w="1905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'[Coeluting-features-data_2024-12-09.xlsx]Chromatograms'!$A$48:$A$82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10.635</c:v>
                      </c:pt>
                      <c:pt idx="1">
                        <c:v>10.651999999999999</c:v>
                      </c:pt>
                      <c:pt idx="2">
                        <c:v>10.67</c:v>
                      </c:pt>
                      <c:pt idx="3">
                        <c:v>10.688000000000001</c:v>
                      </c:pt>
                      <c:pt idx="4">
                        <c:v>10.706</c:v>
                      </c:pt>
                      <c:pt idx="5">
                        <c:v>10.724</c:v>
                      </c:pt>
                      <c:pt idx="6">
                        <c:v>10.742000000000001</c:v>
                      </c:pt>
                      <c:pt idx="7">
                        <c:v>10.759</c:v>
                      </c:pt>
                      <c:pt idx="8">
                        <c:v>10.776999999999999</c:v>
                      </c:pt>
                      <c:pt idx="9">
                        <c:v>10.795</c:v>
                      </c:pt>
                      <c:pt idx="10">
                        <c:v>10.813000000000001</c:v>
                      </c:pt>
                      <c:pt idx="11">
                        <c:v>10.831</c:v>
                      </c:pt>
                      <c:pt idx="12">
                        <c:v>10.849</c:v>
                      </c:pt>
                      <c:pt idx="13">
                        <c:v>10.867000000000001</c:v>
                      </c:pt>
                      <c:pt idx="14">
                        <c:v>10.885</c:v>
                      </c:pt>
                      <c:pt idx="15">
                        <c:v>10.901999999999999</c:v>
                      </c:pt>
                      <c:pt idx="16">
                        <c:v>10.92</c:v>
                      </c:pt>
                      <c:pt idx="17">
                        <c:v>10.938000000000001</c:v>
                      </c:pt>
                      <c:pt idx="18">
                        <c:v>10.956</c:v>
                      </c:pt>
                      <c:pt idx="19">
                        <c:v>10.974</c:v>
                      </c:pt>
                      <c:pt idx="20">
                        <c:v>10.992000000000001</c:v>
                      </c:pt>
                      <c:pt idx="21">
                        <c:v>11.01</c:v>
                      </c:pt>
                      <c:pt idx="22">
                        <c:v>11.026999999999999</c:v>
                      </c:pt>
                      <c:pt idx="23">
                        <c:v>11.045</c:v>
                      </c:pt>
                      <c:pt idx="24">
                        <c:v>11.063000000000001</c:v>
                      </c:pt>
                      <c:pt idx="25">
                        <c:v>11.081</c:v>
                      </c:pt>
                      <c:pt idx="26">
                        <c:v>11.099</c:v>
                      </c:pt>
                      <c:pt idx="27">
                        <c:v>11.117000000000001</c:v>
                      </c:pt>
                      <c:pt idx="28">
                        <c:v>11.135</c:v>
                      </c:pt>
                      <c:pt idx="29">
                        <c:v>11.151999999999999</c:v>
                      </c:pt>
                      <c:pt idx="30">
                        <c:v>11.17</c:v>
                      </c:pt>
                      <c:pt idx="31">
                        <c:v>11.188000000000001</c:v>
                      </c:pt>
                      <c:pt idx="32">
                        <c:v>11.206</c:v>
                      </c:pt>
                      <c:pt idx="33">
                        <c:v>11.224</c:v>
                      </c:pt>
                      <c:pt idx="34">
                        <c:v>11.242000000000001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'[Coeluting-features-data_2024-12-09.xlsx]Chromatograms'!$D$48:$D$82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102</c:v>
                      </c:pt>
                      <c:pt idx="1">
                        <c:v>446</c:v>
                      </c:pt>
                      <c:pt idx="2">
                        <c:v>457</c:v>
                      </c:pt>
                      <c:pt idx="3">
                        <c:v>539</c:v>
                      </c:pt>
                      <c:pt idx="4">
                        <c:v>114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227</c:v>
                      </c:pt>
                      <c:pt idx="14">
                        <c:v>3682</c:v>
                      </c:pt>
                      <c:pt idx="15">
                        <c:v>6980</c:v>
                      </c:pt>
                      <c:pt idx="16">
                        <c:v>10132</c:v>
                      </c:pt>
                      <c:pt idx="17">
                        <c:v>8797</c:v>
                      </c:pt>
                      <c:pt idx="18">
                        <c:v>6108</c:v>
                      </c:pt>
                      <c:pt idx="19">
                        <c:v>3700</c:v>
                      </c:pt>
                      <c:pt idx="20">
                        <c:v>5061</c:v>
                      </c:pt>
                      <c:pt idx="21">
                        <c:v>6364</c:v>
                      </c:pt>
                      <c:pt idx="22">
                        <c:v>4873</c:v>
                      </c:pt>
                      <c:pt idx="23">
                        <c:v>1841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1548</c:v>
                      </c:pt>
                      <c:pt idx="32">
                        <c:v>2920</c:v>
                      </c:pt>
                      <c:pt idx="33">
                        <c:v>2424</c:v>
                      </c:pt>
                      <c:pt idx="34">
                        <c:v>1039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A1F4-458F-A81A-4CEF964F7809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v>450.9259</c:v>
                </c:tx>
                <c:spPr>
                  <a:ln w="1905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'[Coeluting-features-data_2024-12-09.xlsx]Chromatograms'!$F$3:$F$18</c15:sqref>
                        </c15:formulaRef>
                      </c:ext>
                    </c:extLst>
                    <c:numCache>
                      <c:formatCode>General</c:formatCode>
                      <c:ptCount val="16"/>
                      <c:pt idx="0">
                        <c:v>10.956</c:v>
                      </c:pt>
                      <c:pt idx="1">
                        <c:v>10.974</c:v>
                      </c:pt>
                      <c:pt idx="2">
                        <c:v>10.992000000000001</c:v>
                      </c:pt>
                      <c:pt idx="3">
                        <c:v>11.01</c:v>
                      </c:pt>
                      <c:pt idx="4">
                        <c:v>11.026999999999999</c:v>
                      </c:pt>
                      <c:pt idx="5">
                        <c:v>11.045</c:v>
                      </c:pt>
                      <c:pt idx="6">
                        <c:v>11.063000000000001</c:v>
                      </c:pt>
                      <c:pt idx="7">
                        <c:v>11.081</c:v>
                      </c:pt>
                      <c:pt idx="8">
                        <c:v>11.099</c:v>
                      </c:pt>
                      <c:pt idx="9">
                        <c:v>11.117000000000001</c:v>
                      </c:pt>
                      <c:pt idx="10">
                        <c:v>11.135</c:v>
                      </c:pt>
                      <c:pt idx="11">
                        <c:v>11.151999999999999</c:v>
                      </c:pt>
                      <c:pt idx="12">
                        <c:v>11.17</c:v>
                      </c:pt>
                      <c:pt idx="13">
                        <c:v>11.188000000000001</c:v>
                      </c:pt>
                      <c:pt idx="14">
                        <c:v>11.206</c:v>
                      </c:pt>
                      <c:pt idx="15">
                        <c:v>11.224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'[Coeluting-features-data_2024-12-09.xlsx]Chromatograms'!$G$3:$G$18</c15:sqref>
                        </c15:formulaRef>
                      </c:ext>
                    </c:extLst>
                    <c:numCache>
                      <c:formatCode>General</c:formatCode>
                      <c:ptCount val="16"/>
                      <c:pt idx="0">
                        <c:v>228</c:v>
                      </c:pt>
                      <c:pt idx="1">
                        <c:v>13023</c:v>
                      </c:pt>
                      <c:pt idx="2">
                        <c:v>86222</c:v>
                      </c:pt>
                      <c:pt idx="3">
                        <c:v>277173</c:v>
                      </c:pt>
                      <c:pt idx="4">
                        <c:v>529129</c:v>
                      </c:pt>
                      <c:pt idx="5">
                        <c:v>643991</c:v>
                      </c:pt>
                      <c:pt idx="6">
                        <c:v>533143</c:v>
                      </c:pt>
                      <c:pt idx="7">
                        <c:v>292073</c:v>
                      </c:pt>
                      <c:pt idx="8">
                        <c:v>113542</c:v>
                      </c:pt>
                      <c:pt idx="9">
                        <c:v>34049</c:v>
                      </c:pt>
                      <c:pt idx="10">
                        <c:v>10146</c:v>
                      </c:pt>
                      <c:pt idx="11">
                        <c:v>3199</c:v>
                      </c:pt>
                      <c:pt idx="12">
                        <c:v>730</c:v>
                      </c:pt>
                      <c:pt idx="13">
                        <c:v>72</c:v>
                      </c:pt>
                      <c:pt idx="14">
                        <c:v>172</c:v>
                      </c:pt>
                      <c:pt idx="15">
                        <c:v>159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A1F4-458F-A81A-4CEF964F7809}"/>
                  </c:ext>
                </c:extLst>
              </c15:ser>
            </c15:filteredScatterSeries>
            <c15:filteredScatterSeries>
              <c15:ser>
                <c:idx val="5"/>
                <c:order val="5"/>
                <c:tx>
                  <c:v>414.9479</c:v>
                </c:tx>
                <c:spPr>
                  <a:ln w="19050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'[Coeluting-features-data_2024-12-09.xlsx]Chromatograms'!$F$19:$F$30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10.974</c:v>
                      </c:pt>
                      <c:pt idx="1">
                        <c:v>10.992000000000001</c:v>
                      </c:pt>
                      <c:pt idx="2">
                        <c:v>11.01</c:v>
                      </c:pt>
                      <c:pt idx="3">
                        <c:v>11.026999999999999</c:v>
                      </c:pt>
                      <c:pt idx="4">
                        <c:v>11.045</c:v>
                      </c:pt>
                      <c:pt idx="5">
                        <c:v>11.063000000000001</c:v>
                      </c:pt>
                      <c:pt idx="6">
                        <c:v>11.081</c:v>
                      </c:pt>
                      <c:pt idx="7">
                        <c:v>11.099</c:v>
                      </c:pt>
                      <c:pt idx="8">
                        <c:v>11.117000000000001</c:v>
                      </c:pt>
                      <c:pt idx="9">
                        <c:v>11.135</c:v>
                      </c:pt>
                      <c:pt idx="10">
                        <c:v>11.151999999999999</c:v>
                      </c:pt>
                      <c:pt idx="11">
                        <c:v>11.17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'[Coeluting-features-data_2024-12-09.xlsx]Chromatograms'!$H$19:$H$30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1333</c:v>
                      </c:pt>
                      <c:pt idx="1">
                        <c:v>17217</c:v>
                      </c:pt>
                      <c:pt idx="2">
                        <c:v>66007</c:v>
                      </c:pt>
                      <c:pt idx="3">
                        <c:v>124822</c:v>
                      </c:pt>
                      <c:pt idx="4">
                        <c:v>152713</c:v>
                      </c:pt>
                      <c:pt idx="5">
                        <c:v>124640</c:v>
                      </c:pt>
                      <c:pt idx="6">
                        <c:v>67696</c:v>
                      </c:pt>
                      <c:pt idx="7">
                        <c:v>25885</c:v>
                      </c:pt>
                      <c:pt idx="8">
                        <c:v>6878</c:v>
                      </c:pt>
                      <c:pt idx="9">
                        <c:v>1535</c:v>
                      </c:pt>
                      <c:pt idx="10">
                        <c:v>0</c:v>
                      </c:pt>
                      <c:pt idx="11">
                        <c:v>123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A1F4-458F-A81A-4CEF964F7809}"/>
                  </c:ext>
                </c:extLst>
              </c15:ser>
            </c15:filteredScatterSeries>
          </c:ext>
        </c:extLst>
      </c:scatterChart>
      <c:valAx>
        <c:axId val="1750563839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RT (min)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2399"/>
        <c:crosses val="autoZero"/>
        <c:crossBetween val="midCat"/>
      </c:valAx>
      <c:valAx>
        <c:axId val="175056239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383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23600984251968504"/>
                  <c:y val="8.4259259259259253E-3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'[Coeluting-features-data_2024-12-09.xlsx]Intensities'!$B$3:$B$214</c:f>
              <c:numCache>
                <c:formatCode>General</c:formatCode>
                <c:ptCount val="212"/>
                <c:pt idx="0">
                  <c:v>33868.21484375</c:v>
                </c:pt>
                <c:pt idx="1">
                  <c:v>56003.25</c:v>
                </c:pt>
                <c:pt idx="2">
                  <c:v>945.43182373046898</c:v>
                </c:pt>
                <c:pt idx="3">
                  <c:v>73.900779724121094</c:v>
                </c:pt>
                <c:pt idx="4">
                  <c:v>23426.169921875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17207.623046875</c:v>
                </c:pt>
                <c:pt idx="9">
                  <c:v>10310.724609375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67.476478576660199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18380.951171875</c:v>
                </c:pt>
                <c:pt idx="35">
                  <c:v>164.89497375488301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178.85879516601599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6578.13916015625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4718.3076171875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3747.30493164063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45.6245727539063</c:v>
                </c:pt>
                <c:pt idx="113">
                  <c:v>254.35363769531301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160.61738586425801</c:v>
                </c:pt>
                <c:pt idx="135">
                  <c:v>102.92643737793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364.87026977539102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25746.806640625</c:v>
                </c:pt>
                <c:pt idx="180">
                  <c:v>22493.099609375</c:v>
                </c:pt>
                <c:pt idx="181">
                  <c:v>18762.84765625</c:v>
                </c:pt>
                <c:pt idx="182">
                  <c:v>70340.8359375</c:v>
                </c:pt>
                <c:pt idx="183">
                  <c:v>0</c:v>
                </c:pt>
                <c:pt idx="184">
                  <c:v>44.9824409484863</c:v>
                </c:pt>
                <c:pt idx="185">
                  <c:v>90544.3046875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37866.84375</c:v>
                </c:pt>
                <c:pt idx="190">
                  <c:v>38822.37890625</c:v>
                </c:pt>
                <c:pt idx="191">
                  <c:v>139750.0625</c:v>
                </c:pt>
                <c:pt idx="192">
                  <c:v>0</c:v>
                </c:pt>
                <c:pt idx="193">
                  <c:v>18214.7421875</c:v>
                </c:pt>
                <c:pt idx="194">
                  <c:v>36902.68359375</c:v>
                </c:pt>
                <c:pt idx="195">
                  <c:v>104284.3359375</c:v>
                </c:pt>
                <c:pt idx="196">
                  <c:v>18592.251953125</c:v>
                </c:pt>
                <c:pt idx="197">
                  <c:v>0</c:v>
                </c:pt>
                <c:pt idx="198">
                  <c:v>100185.5546875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</c:numCache>
            </c:numRef>
          </c:xVal>
          <c:yVal>
            <c:numRef>
              <c:f>'[Coeluting-features-data_2024-12-09.xlsx]Intensities'!$C$3:$C$214</c:f>
              <c:numCache>
                <c:formatCode>General</c:formatCode>
                <c:ptCount val="212"/>
                <c:pt idx="0">
                  <c:v>8491.515625</c:v>
                </c:pt>
                <c:pt idx="1">
                  <c:v>18444.98046875</c:v>
                </c:pt>
                <c:pt idx="2">
                  <c:v>0</c:v>
                </c:pt>
                <c:pt idx="3">
                  <c:v>0</c:v>
                </c:pt>
                <c:pt idx="4">
                  <c:v>6120.099609375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6553.89794921875</c:v>
                </c:pt>
                <c:pt idx="9">
                  <c:v>1492.24853515625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2927.67358398438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1248.12658691406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232.92613220214801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358.378173828125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6157.3037109375</c:v>
                </c:pt>
                <c:pt idx="180">
                  <c:v>7641.30615234375</c:v>
                </c:pt>
                <c:pt idx="181">
                  <c:v>4132.14306640625</c:v>
                </c:pt>
                <c:pt idx="182">
                  <c:v>20818.169921875</c:v>
                </c:pt>
                <c:pt idx="183">
                  <c:v>0</c:v>
                </c:pt>
                <c:pt idx="184">
                  <c:v>0</c:v>
                </c:pt>
                <c:pt idx="185">
                  <c:v>34617.21875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9688.2333984375</c:v>
                </c:pt>
                <c:pt idx="190">
                  <c:v>11601.1923828125</c:v>
                </c:pt>
                <c:pt idx="191">
                  <c:v>56162.4453125</c:v>
                </c:pt>
                <c:pt idx="192">
                  <c:v>0</c:v>
                </c:pt>
                <c:pt idx="193">
                  <c:v>2324.90673828125</c:v>
                </c:pt>
                <c:pt idx="194">
                  <c:v>9049.51953125</c:v>
                </c:pt>
                <c:pt idx="195">
                  <c:v>43684.09375</c:v>
                </c:pt>
                <c:pt idx="196">
                  <c:v>6184.29443359375</c:v>
                </c:pt>
                <c:pt idx="197">
                  <c:v>0</c:v>
                </c:pt>
                <c:pt idx="198">
                  <c:v>42719.546875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32C-44F7-97B9-98ACA38824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9776383"/>
        <c:axId val="1709776863"/>
      </c:scatterChart>
      <c:valAx>
        <c:axId val="1709776383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Peak area of m/z 592.9495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9776863"/>
        <c:crosses val="autoZero"/>
        <c:crossBetween val="midCat"/>
      </c:valAx>
      <c:valAx>
        <c:axId val="1709776863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Peak area of m/z 448.9655</a:t>
                </a:r>
              </a:p>
            </c:rich>
          </c:tx>
          <c:layout>
            <c:manualLayout>
              <c:xMode val="edge"/>
              <c:yMode val="edge"/>
              <c:x val="2.2222222222222223E-2"/>
              <c:y val="0.1039967920676581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97763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EICs</a:t>
            </a:r>
            <a:r>
              <a:rPr lang="en-US" baseline="0" dirty="0"/>
              <a:t> of close eluting gator features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628.9148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'[Coeluting-features-data_2024-12-09.xlsx]Chromatograms'!$A$3:$A$26</c:f>
              <c:numCache>
                <c:formatCode>General</c:formatCode>
                <c:ptCount val="24"/>
                <c:pt idx="0">
                  <c:v>10.706</c:v>
                </c:pt>
                <c:pt idx="1">
                  <c:v>10.724</c:v>
                </c:pt>
                <c:pt idx="2">
                  <c:v>10.742000000000001</c:v>
                </c:pt>
                <c:pt idx="3">
                  <c:v>10.759</c:v>
                </c:pt>
                <c:pt idx="4">
                  <c:v>10.776999999999999</c:v>
                </c:pt>
                <c:pt idx="5">
                  <c:v>10.795</c:v>
                </c:pt>
                <c:pt idx="6">
                  <c:v>10.813000000000001</c:v>
                </c:pt>
                <c:pt idx="7">
                  <c:v>10.831</c:v>
                </c:pt>
                <c:pt idx="8">
                  <c:v>10.849</c:v>
                </c:pt>
                <c:pt idx="9">
                  <c:v>10.867000000000001</c:v>
                </c:pt>
                <c:pt idx="10">
                  <c:v>10.885</c:v>
                </c:pt>
                <c:pt idx="11">
                  <c:v>10.901999999999999</c:v>
                </c:pt>
                <c:pt idx="12">
                  <c:v>10.92</c:v>
                </c:pt>
                <c:pt idx="13">
                  <c:v>10.938000000000001</c:v>
                </c:pt>
                <c:pt idx="14">
                  <c:v>10.956</c:v>
                </c:pt>
                <c:pt idx="15">
                  <c:v>10.974</c:v>
                </c:pt>
                <c:pt idx="16">
                  <c:v>10.992000000000001</c:v>
                </c:pt>
                <c:pt idx="17">
                  <c:v>11.01</c:v>
                </c:pt>
                <c:pt idx="18">
                  <c:v>11.026999999999999</c:v>
                </c:pt>
                <c:pt idx="19">
                  <c:v>11.045</c:v>
                </c:pt>
                <c:pt idx="20">
                  <c:v>11.063000000000001</c:v>
                </c:pt>
                <c:pt idx="21">
                  <c:v>11.081</c:v>
                </c:pt>
                <c:pt idx="22">
                  <c:v>11.099</c:v>
                </c:pt>
                <c:pt idx="23">
                  <c:v>11.117000000000001</c:v>
                </c:pt>
              </c:numCache>
            </c:numRef>
          </c:xVal>
          <c:yVal>
            <c:numRef>
              <c:f>'[Coeluting-features-data_2024-12-09.xlsx]Chromatograms'!$B$3:$B$26</c:f>
              <c:numCache>
                <c:formatCode>General</c:formatCode>
                <c:ptCount val="24"/>
                <c:pt idx="0">
                  <c:v>4483</c:v>
                </c:pt>
                <c:pt idx="1">
                  <c:v>17414</c:v>
                </c:pt>
                <c:pt idx="2">
                  <c:v>33464</c:v>
                </c:pt>
                <c:pt idx="3">
                  <c:v>40248</c:v>
                </c:pt>
                <c:pt idx="4">
                  <c:v>45194</c:v>
                </c:pt>
                <c:pt idx="5">
                  <c:v>51294</c:v>
                </c:pt>
                <c:pt idx="6">
                  <c:v>55065</c:v>
                </c:pt>
                <c:pt idx="7">
                  <c:v>44747</c:v>
                </c:pt>
                <c:pt idx="8">
                  <c:v>31032</c:v>
                </c:pt>
                <c:pt idx="9">
                  <c:v>32919</c:v>
                </c:pt>
                <c:pt idx="10">
                  <c:v>41958</c:v>
                </c:pt>
                <c:pt idx="11">
                  <c:v>40747</c:v>
                </c:pt>
                <c:pt idx="12">
                  <c:v>24835</c:v>
                </c:pt>
                <c:pt idx="13">
                  <c:v>11008</c:v>
                </c:pt>
                <c:pt idx="14">
                  <c:v>14737</c:v>
                </c:pt>
                <c:pt idx="15">
                  <c:v>41364</c:v>
                </c:pt>
                <c:pt idx="16">
                  <c:v>69341</c:v>
                </c:pt>
                <c:pt idx="17">
                  <c:v>70567</c:v>
                </c:pt>
                <c:pt idx="18">
                  <c:v>48103</c:v>
                </c:pt>
                <c:pt idx="19">
                  <c:v>20620</c:v>
                </c:pt>
                <c:pt idx="20">
                  <c:v>9241</c:v>
                </c:pt>
                <c:pt idx="21">
                  <c:v>5031</c:v>
                </c:pt>
                <c:pt idx="22">
                  <c:v>2947</c:v>
                </c:pt>
                <c:pt idx="23">
                  <c:v>1090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241-4536-B021-FA7A62583933}"/>
            </c:ext>
          </c:extLst>
        </c:ser>
        <c:ser>
          <c:idx val="1"/>
          <c:order val="1"/>
          <c:tx>
            <c:v>592.9481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'[Coeluting-features-data_2024-12-09.xlsx]Chromatograms'!$A$27:$A$47</c:f>
              <c:numCache>
                <c:formatCode>General</c:formatCode>
                <c:ptCount val="21"/>
                <c:pt idx="0">
                  <c:v>10.759</c:v>
                </c:pt>
                <c:pt idx="1">
                  <c:v>10.776999999999999</c:v>
                </c:pt>
                <c:pt idx="2">
                  <c:v>10.795</c:v>
                </c:pt>
                <c:pt idx="3">
                  <c:v>10.813000000000001</c:v>
                </c:pt>
                <c:pt idx="4">
                  <c:v>10.831</c:v>
                </c:pt>
                <c:pt idx="5">
                  <c:v>10.849</c:v>
                </c:pt>
                <c:pt idx="6">
                  <c:v>10.867000000000001</c:v>
                </c:pt>
                <c:pt idx="7">
                  <c:v>10.885</c:v>
                </c:pt>
                <c:pt idx="8">
                  <c:v>10.901999999999999</c:v>
                </c:pt>
                <c:pt idx="9">
                  <c:v>10.92</c:v>
                </c:pt>
                <c:pt idx="10">
                  <c:v>10.938000000000001</c:v>
                </c:pt>
                <c:pt idx="11">
                  <c:v>10.956</c:v>
                </c:pt>
                <c:pt idx="12">
                  <c:v>10.974</c:v>
                </c:pt>
                <c:pt idx="13">
                  <c:v>10.992000000000001</c:v>
                </c:pt>
                <c:pt idx="14">
                  <c:v>11.01</c:v>
                </c:pt>
                <c:pt idx="15">
                  <c:v>11.026999999999999</c:v>
                </c:pt>
                <c:pt idx="16">
                  <c:v>11.045</c:v>
                </c:pt>
                <c:pt idx="17">
                  <c:v>11.063000000000001</c:v>
                </c:pt>
                <c:pt idx="18">
                  <c:v>11.081</c:v>
                </c:pt>
                <c:pt idx="19">
                  <c:v>11.099</c:v>
                </c:pt>
                <c:pt idx="20">
                  <c:v>11.117000000000001</c:v>
                </c:pt>
              </c:numCache>
            </c:numRef>
          </c:xVal>
          <c:yVal>
            <c:numRef>
              <c:f>'[Coeluting-features-data_2024-12-09.xlsx]Chromatograms'!$C$27:$C$47</c:f>
              <c:numCache>
                <c:formatCode>General</c:formatCode>
                <c:ptCount val="21"/>
                <c:pt idx="0">
                  <c:v>1566</c:v>
                </c:pt>
                <c:pt idx="1">
                  <c:v>3707</c:v>
                </c:pt>
                <c:pt idx="2">
                  <c:v>5033</c:v>
                </c:pt>
                <c:pt idx="3">
                  <c:v>6074</c:v>
                </c:pt>
                <c:pt idx="4">
                  <c:v>7863</c:v>
                </c:pt>
                <c:pt idx="5">
                  <c:v>7994</c:v>
                </c:pt>
                <c:pt idx="6">
                  <c:v>5955</c:v>
                </c:pt>
                <c:pt idx="7">
                  <c:v>4371</c:v>
                </c:pt>
                <c:pt idx="8">
                  <c:v>6334</c:v>
                </c:pt>
                <c:pt idx="9">
                  <c:v>11049</c:v>
                </c:pt>
                <c:pt idx="10">
                  <c:v>13710</c:v>
                </c:pt>
                <c:pt idx="11">
                  <c:v>10355</c:v>
                </c:pt>
                <c:pt idx="12">
                  <c:v>5206</c:v>
                </c:pt>
                <c:pt idx="13">
                  <c:v>3872</c:v>
                </c:pt>
                <c:pt idx="14">
                  <c:v>11272</c:v>
                </c:pt>
                <c:pt idx="15">
                  <c:v>22737</c:v>
                </c:pt>
                <c:pt idx="16">
                  <c:v>26474</c:v>
                </c:pt>
                <c:pt idx="17">
                  <c:v>20022</c:v>
                </c:pt>
                <c:pt idx="18">
                  <c:v>9412</c:v>
                </c:pt>
                <c:pt idx="19">
                  <c:v>3445</c:v>
                </c:pt>
                <c:pt idx="20">
                  <c:v>276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241-4536-B021-FA7A625839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563839"/>
        <c:axId val="1750562399"/>
        <c:extLst>
          <c:ext xmlns:c15="http://schemas.microsoft.com/office/drawing/2012/chart" uri="{02D57815-91ED-43cb-92C2-25804820EDAC}">
            <c15:filteredScatterSeries>
              <c15:ser>
                <c:idx val="2"/>
                <c:order val="2"/>
                <c:tx>
                  <c:v>PFNS</c:v>
                </c:tx>
                <c:spPr>
                  <a:ln w="1905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'[Coeluting-features-data_2024-12-09.xlsx]Chromatograms'!$A$48:$A$82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10.635</c:v>
                      </c:pt>
                      <c:pt idx="1">
                        <c:v>10.651999999999999</c:v>
                      </c:pt>
                      <c:pt idx="2">
                        <c:v>10.67</c:v>
                      </c:pt>
                      <c:pt idx="3">
                        <c:v>10.688000000000001</c:v>
                      </c:pt>
                      <c:pt idx="4">
                        <c:v>10.706</c:v>
                      </c:pt>
                      <c:pt idx="5">
                        <c:v>10.724</c:v>
                      </c:pt>
                      <c:pt idx="6">
                        <c:v>10.742000000000001</c:v>
                      </c:pt>
                      <c:pt idx="7">
                        <c:v>10.759</c:v>
                      </c:pt>
                      <c:pt idx="8">
                        <c:v>10.776999999999999</c:v>
                      </c:pt>
                      <c:pt idx="9">
                        <c:v>10.795</c:v>
                      </c:pt>
                      <c:pt idx="10">
                        <c:v>10.813000000000001</c:v>
                      </c:pt>
                      <c:pt idx="11">
                        <c:v>10.831</c:v>
                      </c:pt>
                      <c:pt idx="12">
                        <c:v>10.849</c:v>
                      </c:pt>
                      <c:pt idx="13">
                        <c:v>10.867000000000001</c:v>
                      </c:pt>
                      <c:pt idx="14">
                        <c:v>10.885</c:v>
                      </c:pt>
                      <c:pt idx="15">
                        <c:v>10.901999999999999</c:v>
                      </c:pt>
                      <c:pt idx="16">
                        <c:v>10.92</c:v>
                      </c:pt>
                      <c:pt idx="17">
                        <c:v>10.938000000000001</c:v>
                      </c:pt>
                      <c:pt idx="18">
                        <c:v>10.956</c:v>
                      </c:pt>
                      <c:pt idx="19">
                        <c:v>10.974</c:v>
                      </c:pt>
                      <c:pt idx="20">
                        <c:v>10.992000000000001</c:v>
                      </c:pt>
                      <c:pt idx="21">
                        <c:v>11.01</c:v>
                      </c:pt>
                      <c:pt idx="22">
                        <c:v>11.026999999999999</c:v>
                      </c:pt>
                      <c:pt idx="23">
                        <c:v>11.045</c:v>
                      </c:pt>
                      <c:pt idx="24">
                        <c:v>11.063000000000001</c:v>
                      </c:pt>
                      <c:pt idx="25">
                        <c:v>11.081</c:v>
                      </c:pt>
                      <c:pt idx="26">
                        <c:v>11.099</c:v>
                      </c:pt>
                      <c:pt idx="27">
                        <c:v>11.117000000000001</c:v>
                      </c:pt>
                      <c:pt idx="28">
                        <c:v>11.135</c:v>
                      </c:pt>
                      <c:pt idx="29">
                        <c:v>11.151999999999999</c:v>
                      </c:pt>
                      <c:pt idx="30">
                        <c:v>11.17</c:v>
                      </c:pt>
                      <c:pt idx="31">
                        <c:v>11.188000000000001</c:v>
                      </c:pt>
                      <c:pt idx="32">
                        <c:v>11.206</c:v>
                      </c:pt>
                      <c:pt idx="33">
                        <c:v>11.224</c:v>
                      </c:pt>
                      <c:pt idx="34">
                        <c:v>11.242000000000001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'[Coeluting-features-data_2024-12-09.xlsx]Chromatograms'!$D$48:$D$82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102</c:v>
                      </c:pt>
                      <c:pt idx="1">
                        <c:v>446</c:v>
                      </c:pt>
                      <c:pt idx="2">
                        <c:v>457</c:v>
                      </c:pt>
                      <c:pt idx="3">
                        <c:v>539</c:v>
                      </c:pt>
                      <c:pt idx="4">
                        <c:v>114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227</c:v>
                      </c:pt>
                      <c:pt idx="14">
                        <c:v>3682</c:v>
                      </c:pt>
                      <c:pt idx="15">
                        <c:v>6980</c:v>
                      </c:pt>
                      <c:pt idx="16">
                        <c:v>10132</c:v>
                      </c:pt>
                      <c:pt idx="17">
                        <c:v>8797</c:v>
                      </c:pt>
                      <c:pt idx="18">
                        <c:v>6108</c:v>
                      </c:pt>
                      <c:pt idx="19">
                        <c:v>3700</c:v>
                      </c:pt>
                      <c:pt idx="20">
                        <c:v>5061</c:v>
                      </c:pt>
                      <c:pt idx="21">
                        <c:v>6364</c:v>
                      </c:pt>
                      <c:pt idx="22">
                        <c:v>4873</c:v>
                      </c:pt>
                      <c:pt idx="23">
                        <c:v>1841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1548</c:v>
                      </c:pt>
                      <c:pt idx="32">
                        <c:v>2920</c:v>
                      </c:pt>
                      <c:pt idx="33">
                        <c:v>2424</c:v>
                      </c:pt>
                      <c:pt idx="34">
                        <c:v>1039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2-5241-4536-B021-FA7A62583933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v>448.9647</c:v>
                </c:tx>
                <c:spPr>
                  <a:ln w="19050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'[Coeluting-features-data_2024-12-09.xlsx]Chromatograms'!$A$83:$A$103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10.759</c:v>
                      </c:pt>
                      <c:pt idx="1">
                        <c:v>10.776999999999999</c:v>
                      </c:pt>
                      <c:pt idx="2">
                        <c:v>10.795</c:v>
                      </c:pt>
                      <c:pt idx="3">
                        <c:v>10.813000000000001</c:v>
                      </c:pt>
                      <c:pt idx="4">
                        <c:v>10.831</c:v>
                      </c:pt>
                      <c:pt idx="5">
                        <c:v>10.849</c:v>
                      </c:pt>
                      <c:pt idx="6">
                        <c:v>10.867000000000001</c:v>
                      </c:pt>
                      <c:pt idx="7">
                        <c:v>10.885</c:v>
                      </c:pt>
                      <c:pt idx="8">
                        <c:v>10.901999999999999</c:v>
                      </c:pt>
                      <c:pt idx="9">
                        <c:v>10.92</c:v>
                      </c:pt>
                      <c:pt idx="10">
                        <c:v>10.938000000000001</c:v>
                      </c:pt>
                      <c:pt idx="11">
                        <c:v>10.956</c:v>
                      </c:pt>
                      <c:pt idx="12">
                        <c:v>10.974</c:v>
                      </c:pt>
                      <c:pt idx="13">
                        <c:v>10.992000000000001</c:v>
                      </c:pt>
                      <c:pt idx="14">
                        <c:v>11.01</c:v>
                      </c:pt>
                      <c:pt idx="15">
                        <c:v>11.026999999999999</c:v>
                      </c:pt>
                      <c:pt idx="16">
                        <c:v>11.045</c:v>
                      </c:pt>
                      <c:pt idx="17">
                        <c:v>11.063000000000001</c:v>
                      </c:pt>
                      <c:pt idx="18">
                        <c:v>11.081</c:v>
                      </c:pt>
                      <c:pt idx="19">
                        <c:v>11.099</c:v>
                      </c:pt>
                      <c:pt idx="20">
                        <c:v>11.117000000000001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'[Coeluting-features-data_2024-12-09.xlsx]Chromatograms'!$E$83:$E$103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646</c:v>
                      </c:pt>
                      <c:pt idx="1">
                        <c:v>1399</c:v>
                      </c:pt>
                      <c:pt idx="2">
                        <c:v>2116</c:v>
                      </c:pt>
                      <c:pt idx="3">
                        <c:v>2333</c:v>
                      </c:pt>
                      <c:pt idx="4">
                        <c:v>3488</c:v>
                      </c:pt>
                      <c:pt idx="5">
                        <c:v>3271</c:v>
                      </c:pt>
                      <c:pt idx="6">
                        <c:v>2149</c:v>
                      </c:pt>
                      <c:pt idx="7">
                        <c:v>1129</c:v>
                      </c:pt>
                      <c:pt idx="8">
                        <c:v>1278</c:v>
                      </c:pt>
                      <c:pt idx="9">
                        <c:v>3675</c:v>
                      </c:pt>
                      <c:pt idx="10">
                        <c:v>4641</c:v>
                      </c:pt>
                      <c:pt idx="11">
                        <c:v>3860</c:v>
                      </c:pt>
                      <c:pt idx="12">
                        <c:v>2126</c:v>
                      </c:pt>
                      <c:pt idx="13">
                        <c:v>1672</c:v>
                      </c:pt>
                      <c:pt idx="14">
                        <c:v>5386</c:v>
                      </c:pt>
                      <c:pt idx="15">
                        <c:v>9681</c:v>
                      </c:pt>
                      <c:pt idx="16">
                        <c:v>11897</c:v>
                      </c:pt>
                      <c:pt idx="17">
                        <c:v>9819</c:v>
                      </c:pt>
                      <c:pt idx="18">
                        <c:v>4554</c:v>
                      </c:pt>
                      <c:pt idx="19">
                        <c:v>830</c:v>
                      </c:pt>
                      <c:pt idx="20">
                        <c:v>195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5241-4536-B021-FA7A62583933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v>450.9259</c:v>
                </c:tx>
                <c:spPr>
                  <a:ln w="1905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'[Coeluting-features-data_2024-12-09.xlsx]Chromatograms'!$F$3:$F$18</c15:sqref>
                        </c15:formulaRef>
                      </c:ext>
                    </c:extLst>
                    <c:numCache>
                      <c:formatCode>General</c:formatCode>
                      <c:ptCount val="16"/>
                      <c:pt idx="0">
                        <c:v>10.956</c:v>
                      </c:pt>
                      <c:pt idx="1">
                        <c:v>10.974</c:v>
                      </c:pt>
                      <c:pt idx="2">
                        <c:v>10.992000000000001</c:v>
                      </c:pt>
                      <c:pt idx="3">
                        <c:v>11.01</c:v>
                      </c:pt>
                      <c:pt idx="4">
                        <c:v>11.026999999999999</c:v>
                      </c:pt>
                      <c:pt idx="5">
                        <c:v>11.045</c:v>
                      </c:pt>
                      <c:pt idx="6">
                        <c:v>11.063000000000001</c:v>
                      </c:pt>
                      <c:pt idx="7">
                        <c:v>11.081</c:v>
                      </c:pt>
                      <c:pt idx="8">
                        <c:v>11.099</c:v>
                      </c:pt>
                      <c:pt idx="9">
                        <c:v>11.117000000000001</c:v>
                      </c:pt>
                      <c:pt idx="10">
                        <c:v>11.135</c:v>
                      </c:pt>
                      <c:pt idx="11">
                        <c:v>11.151999999999999</c:v>
                      </c:pt>
                      <c:pt idx="12">
                        <c:v>11.17</c:v>
                      </c:pt>
                      <c:pt idx="13">
                        <c:v>11.188000000000001</c:v>
                      </c:pt>
                      <c:pt idx="14">
                        <c:v>11.206</c:v>
                      </c:pt>
                      <c:pt idx="15">
                        <c:v>11.224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'[Coeluting-features-data_2024-12-09.xlsx]Chromatograms'!$G$3:$G$18</c15:sqref>
                        </c15:formulaRef>
                      </c:ext>
                    </c:extLst>
                    <c:numCache>
                      <c:formatCode>General</c:formatCode>
                      <c:ptCount val="16"/>
                      <c:pt idx="0">
                        <c:v>228</c:v>
                      </c:pt>
                      <c:pt idx="1">
                        <c:v>13023</c:v>
                      </c:pt>
                      <c:pt idx="2">
                        <c:v>86222</c:v>
                      </c:pt>
                      <c:pt idx="3">
                        <c:v>277173</c:v>
                      </c:pt>
                      <c:pt idx="4">
                        <c:v>529129</c:v>
                      </c:pt>
                      <c:pt idx="5">
                        <c:v>643991</c:v>
                      </c:pt>
                      <c:pt idx="6">
                        <c:v>533143</c:v>
                      </c:pt>
                      <c:pt idx="7">
                        <c:v>292073</c:v>
                      </c:pt>
                      <c:pt idx="8">
                        <c:v>113542</c:v>
                      </c:pt>
                      <c:pt idx="9">
                        <c:v>34049</c:v>
                      </c:pt>
                      <c:pt idx="10">
                        <c:v>10146</c:v>
                      </c:pt>
                      <c:pt idx="11">
                        <c:v>3199</c:v>
                      </c:pt>
                      <c:pt idx="12">
                        <c:v>730</c:v>
                      </c:pt>
                      <c:pt idx="13">
                        <c:v>72</c:v>
                      </c:pt>
                      <c:pt idx="14">
                        <c:v>172</c:v>
                      </c:pt>
                      <c:pt idx="15">
                        <c:v>159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5241-4536-B021-FA7A62583933}"/>
                  </c:ext>
                </c:extLst>
              </c15:ser>
            </c15:filteredScatterSeries>
            <c15:filteredScatterSeries>
              <c15:ser>
                <c:idx val="5"/>
                <c:order val="5"/>
                <c:tx>
                  <c:v>414.9479</c:v>
                </c:tx>
                <c:spPr>
                  <a:ln w="19050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'[Coeluting-features-data_2024-12-09.xlsx]Chromatograms'!$F$19:$F$30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10.974</c:v>
                      </c:pt>
                      <c:pt idx="1">
                        <c:v>10.992000000000001</c:v>
                      </c:pt>
                      <c:pt idx="2">
                        <c:v>11.01</c:v>
                      </c:pt>
                      <c:pt idx="3">
                        <c:v>11.026999999999999</c:v>
                      </c:pt>
                      <c:pt idx="4">
                        <c:v>11.045</c:v>
                      </c:pt>
                      <c:pt idx="5">
                        <c:v>11.063000000000001</c:v>
                      </c:pt>
                      <c:pt idx="6">
                        <c:v>11.081</c:v>
                      </c:pt>
                      <c:pt idx="7">
                        <c:v>11.099</c:v>
                      </c:pt>
                      <c:pt idx="8">
                        <c:v>11.117000000000001</c:v>
                      </c:pt>
                      <c:pt idx="9">
                        <c:v>11.135</c:v>
                      </c:pt>
                      <c:pt idx="10">
                        <c:v>11.151999999999999</c:v>
                      </c:pt>
                      <c:pt idx="11">
                        <c:v>11.17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'[Coeluting-features-data_2024-12-09.xlsx]Chromatograms'!$H$19:$H$30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1333</c:v>
                      </c:pt>
                      <c:pt idx="1">
                        <c:v>17217</c:v>
                      </c:pt>
                      <c:pt idx="2">
                        <c:v>66007</c:v>
                      </c:pt>
                      <c:pt idx="3">
                        <c:v>124822</c:v>
                      </c:pt>
                      <c:pt idx="4">
                        <c:v>152713</c:v>
                      </c:pt>
                      <c:pt idx="5">
                        <c:v>124640</c:v>
                      </c:pt>
                      <c:pt idx="6">
                        <c:v>67696</c:v>
                      </c:pt>
                      <c:pt idx="7">
                        <c:v>25885</c:v>
                      </c:pt>
                      <c:pt idx="8">
                        <c:v>6878</c:v>
                      </c:pt>
                      <c:pt idx="9">
                        <c:v>1535</c:v>
                      </c:pt>
                      <c:pt idx="10">
                        <c:v>0</c:v>
                      </c:pt>
                      <c:pt idx="11">
                        <c:v>123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5241-4536-B021-FA7A62583933}"/>
                  </c:ext>
                </c:extLst>
              </c15:ser>
            </c15:filteredScatterSeries>
          </c:ext>
        </c:extLst>
      </c:scatterChart>
      <c:valAx>
        <c:axId val="1750563839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RT</a:t>
                </a:r>
                <a:r>
                  <a:rPr lang="en-US" baseline="0"/>
                  <a:t> (min)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2399"/>
        <c:crosses val="autoZero"/>
        <c:crossBetween val="midCat"/>
      </c:valAx>
      <c:valAx>
        <c:axId val="175056239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383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EICs of coeluting gator features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1"/>
          <c:tx>
            <c:v>592.9481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'[Coeluting-features-data_2024-12-09.xlsx]Chromatograms'!$A$27:$A$47</c:f>
              <c:numCache>
                <c:formatCode>General</c:formatCode>
                <c:ptCount val="21"/>
                <c:pt idx="0">
                  <c:v>10.759</c:v>
                </c:pt>
                <c:pt idx="1">
                  <c:v>10.776999999999999</c:v>
                </c:pt>
                <c:pt idx="2">
                  <c:v>10.795</c:v>
                </c:pt>
                <c:pt idx="3">
                  <c:v>10.813000000000001</c:v>
                </c:pt>
                <c:pt idx="4">
                  <c:v>10.831</c:v>
                </c:pt>
                <c:pt idx="5">
                  <c:v>10.849</c:v>
                </c:pt>
                <c:pt idx="6">
                  <c:v>10.867000000000001</c:v>
                </c:pt>
                <c:pt idx="7">
                  <c:v>10.885</c:v>
                </c:pt>
                <c:pt idx="8">
                  <c:v>10.901999999999999</c:v>
                </c:pt>
                <c:pt idx="9">
                  <c:v>10.92</c:v>
                </c:pt>
                <c:pt idx="10">
                  <c:v>10.938000000000001</c:v>
                </c:pt>
                <c:pt idx="11">
                  <c:v>10.956</c:v>
                </c:pt>
                <c:pt idx="12">
                  <c:v>10.974</c:v>
                </c:pt>
                <c:pt idx="13">
                  <c:v>10.992000000000001</c:v>
                </c:pt>
                <c:pt idx="14">
                  <c:v>11.01</c:v>
                </c:pt>
                <c:pt idx="15">
                  <c:v>11.026999999999999</c:v>
                </c:pt>
                <c:pt idx="16">
                  <c:v>11.045</c:v>
                </c:pt>
                <c:pt idx="17">
                  <c:v>11.063000000000001</c:v>
                </c:pt>
                <c:pt idx="18">
                  <c:v>11.081</c:v>
                </c:pt>
                <c:pt idx="19">
                  <c:v>11.099</c:v>
                </c:pt>
                <c:pt idx="20">
                  <c:v>11.117000000000001</c:v>
                </c:pt>
              </c:numCache>
            </c:numRef>
          </c:xVal>
          <c:yVal>
            <c:numRef>
              <c:f>'[Coeluting-features-data_2024-12-09.xlsx]Chromatograms'!$C$27:$C$47</c:f>
              <c:numCache>
                <c:formatCode>General</c:formatCode>
                <c:ptCount val="21"/>
                <c:pt idx="0">
                  <c:v>1566</c:v>
                </c:pt>
                <c:pt idx="1">
                  <c:v>3707</c:v>
                </c:pt>
                <c:pt idx="2">
                  <c:v>5033</c:v>
                </c:pt>
                <c:pt idx="3">
                  <c:v>6074</c:v>
                </c:pt>
                <c:pt idx="4">
                  <c:v>7863</c:v>
                </c:pt>
                <c:pt idx="5">
                  <c:v>7994</c:v>
                </c:pt>
                <c:pt idx="6">
                  <c:v>5955</c:v>
                </c:pt>
                <c:pt idx="7">
                  <c:v>4371</c:v>
                </c:pt>
                <c:pt idx="8">
                  <c:v>6334</c:v>
                </c:pt>
                <c:pt idx="9">
                  <c:v>11049</c:v>
                </c:pt>
                <c:pt idx="10">
                  <c:v>13710</c:v>
                </c:pt>
                <c:pt idx="11">
                  <c:v>10355</c:v>
                </c:pt>
                <c:pt idx="12">
                  <c:v>5206</c:v>
                </c:pt>
                <c:pt idx="13">
                  <c:v>3872</c:v>
                </c:pt>
                <c:pt idx="14">
                  <c:v>11272</c:v>
                </c:pt>
                <c:pt idx="15">
                  <c:v>22737</c:v>
                </c:pt>
                <c:pt idx="16">
                  <c:v>26474</c:v>
                </c:pt>
                <c:pt idx="17">
                  <c:v>20022</c:v>
                </c:pt>
                <c:pt idx="18">
                  <c:v>9412</c:v>
                </c:pt>
                <c:pt idx="19">
                  <c:v>3445</c:v>
                </c:pt>
                <c:pt idx="20">
                  <c:v>276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364-4F5E-AF16-1CF2E7DA4D75}"/>
            </c:ext>
          </c:extLst>
        </c:ser>
        <c:ser>
          <c:idx val="3"/>
          <c:order val="3"/>
          <c:tx>
            <c:v>448.9647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'[Coeluting-features-data_2024-12-09.xlsx]Chromatograms'!$A$83:$A$103</c:f>
              <c:numCache>
                <c:formatCode>General</c:formatCode>
                <c:ptCount val="21"/>
                <c:pt idx="0">
                  <c:v>10.759</c:v>
                </c:pt>
                <c:pt idx="1">
                  <c:v>10.776999999999999</c:v>
                </c:pt>
                <c:pt idx="2">
                  <c:v>10.795</c:v>
                </c:pt>
                <c:pt idx="3">
                  <c:v>10.813000000000001</c:v>
                </c:pt>
                <c:pt idx="4">
                  <c:v>10.831</c:v>
                </c:pt>
                <c:pt idx="5">
                  <c:v>10.849</c:v>
                </c:pt>
                <c:pt idx="6">
                  <c:v>10.867000000000001</c:v>
                </c:pt>
                <c:pt idx="7">
                  <c:v>10.885</c:v>
                </c:pt>
                <c:pt idx="8">
                  <c:v>10.901999999999999</c:v>
                </c:pt>
                <c:pt idx="9">
                  <c:v>10.92</c:v>
                </c:pt>
                <c:pt idx="10">
                  <c:v>10.938000000000001</c:v>
                </c:pt>
                <c:pt idx="11">
                  <c:v>10.956</c:v>
                </c:pt>
                <c:pt idx="12">
                  <c:v>10.974</c:v>
                </c:pt>
                <c:pt idx="13">
                  <c:v>10.992000000000001</c:v>
                </c:pt>
                <c:pt idx="14">
                  <c:v>11.01</c:v>
                </c:pt>
                <c:pt idx="15">
                  <c:v>11.026999999999999</c:v>
                </c:pt>
                <c:pt idx="16">
                  <c:v>11.045</c:v>
                </c:pt>
                <c:pt idx="17">
                  <c:v>11.063000000000001</c:v>
                </c:pt>
                <c:pt idx="18">
                  <c:v>11.081</c:v>
                </c:pt>
                <c:pt idx="19">
                  <c:v>11.099</c:v>
                </c:pt>
                <c:pt idx="20">
                  <c:v>11.117000000000001</c:v>
                </c:pt>
              </c:numCache>
              <c:extLst xmlns:c15="http://schemas.microsoft.com/office/drawing/2012/chart"/>
            </c:numRef>
          </c:xVal>
          <c:yVal>
            <c:numRef>
              <c:f>'[Coeluting-features-data_2024-12-09.xlsx]Chromatograms'!$E$83:$E$103</c:f>
              <c:numCache>
                <c:formatCode>General</c:formatCode>
                <c:ptCount val="21"/>
                <c:pt idx="0">
                  <c:v>646</c:v>
                </c:pt>
                <c:pt idx="1">
                  <c:v>1399</c:v>
                </c:pt>
                <c:pt idx="2">
                  <c:v>2116</c:v>
                </c:pt>
                <c:pt idx="3">
                  <c:v>2333</c:v>
                </c:pt>
                <c:pt idx="4">
                  <c:v>3488</c:v>
                </c:pt>
                <c:pt idx="5">
                  <c:v>3271</c:v>
                </c:pt>
                <c:pt idx="6">
                  <c:v>2149</c:v>
                </c:pt>
                <c:pt idx="7">
                  <c:v>1129</c:v>
                </c:pt>
                <c:pt idx="8">
                  <c:v>1278</c:v>
                </c:pt>
                <c:pt idx="9">
                  <c:v>3675</c:v>
                </c:pt>
                <c:pt idx="10">
                  <c:v>4641</c:v>
                </c:pt>
                <c:pt idx="11">
                  <c:v>3860</c:v>
                </c:pt>
                <c:pt idx="12">
                  <c:v>2126</c:v>
                </c:pt>
                <c:pt idx="13">
                  <c:v>1672</c:v>
                </c:pt>
                <c:pt idx="14">
                  <c:v>5386</c:v>
                </c:pt>
                <c:pt idx="15">
                  <c:v>9681</c:v>
                </c:pt>
                <c:pt idx="16">
                  <c:v>11897</c:v>
                </c:pt>
                <c:pt idx="17">
                  <c:v>9819</c:v>
                </c:pt>
                <c:pt idx="18">
                  <c:v>4554</c:v>
                </c:pt>
                <c:pt idx="19">
                  <c:v>830</c:v>
                </c:pt>
                <c:pt idx="20">
                  <c:v>195</c:v>
                </c:pt>
              </c:numCache>
              <c:extLst xmlns:c15="http://schemas.microsoft.com/office/drawing/2012/chart"/>
            </c:numRef>
          </c:yVal>
          <c:smooth val="1"/>
          <c:extLst>
            <c:ext xmlns:c16="http://schemas.microsoft.com/office/drawing/2014/chart" uri="{C3380CC4-5D6E-409C-BE32-E72D297353CC}">
              <c16:uniqueId val="{00000001-6364-4F5E-AF16-1CF2E7DA4D75}"/>
            </c:ext>
          </c:extLst>
        </c:ser>
        <c:ser>
          <c:idx val="5"/>
          <c:order val="5"/>
          <c:tx>
            <c:v>414.9479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'[Coeluting-features-data_2024-12-09.xlsx]Chromatograms'!$F$19:$F$30</c:f>
              <c:numCache>
                <c:formatCode>General</c:formatCode>
                <c:ptCount val="12"/>
                <c:pt idx="0">
                  <c:v>10.974</c:v>
                </c:pt>
                <c:pt idx="1">
                  <c:v>10.992000000000001</c:v>
                </c:pt>
                <c:pt idx="2">
                  <c:v>11.01</c:v>
                </c:pt>
                <c:pt idx="3">
                  <c:v>11.026999999999999</c:v>
                </c:pt>
                <c:pt idx="4">
                  <c:v>11.045</c:v>
                </c:pt>
                <c:pt idx="5">
                  <c:v>11.063000000000001</c:v>
                </c:pt>
                <c:pt idx="6">
                  <c:v>11.081</c:v>
                </c:pt>
                <c:pt idx="7">
                  <c:v>11.099</c:v>
                </c:pt>
                <c:pt idx="8">
                  <c:v>11.117000000000001</c:v>
                </c:pt>
                <c:pt idx="9">
                  <c:v>11.135</c:v>
                </c:pt>
                <c:pt idx="10">
                  <c:v>11.151999999999999</c:v>
                </c:pt>
                <c:pt idx="11">
                  <c:v>11.17</c:v>
                </c:pt>
              </c:numCache>
              <c:extLst xmlns:c15="http://schemas.microsoft.com/office/drawing/2012/chart"/>
            </c:numRef>
          </c:xVal>
          <c:yVal>
            <c:numRef>
              <c:f>'[Coeluting-features-data_2024-12-09.xlsx]Chromatograms'!$H$19:$H$30</c:f>
              <c:numCache>
                <c:formatCode>General</c:formatCode>
                <c:ptCount val="12"/>
                <c:pt idx="0">
                  <c:v>1333</c:v>
                </c:pt>
                <c:pt idx="1">
                  <c:v>17217</c:v>
                </c:pt>
                <c:pt idx="2">
                  <c:v>66007</c:v>
                </c:pt>
                <c:pt idx="3">
                  <c:v>124822</c:v>
                </c:pt>
                <c:pt idx="4">
                  <c:v>152713</c:v>
                </c:pt>
                <c:pt idx="5">
                  <c:v>124640</c:v>
                </c:pt>
                <c:pt idx="6">
                  <c:v>67696</c:v>
                </c:pt>
                <c:pt idx="7">
                  <c:v>25885</c:v>
                </c:pt>
                <c:pt idx="8">
                  <c:v>6878</c:v>
                </c:pt>
                <c:pt idx="9">
                  <c:v>1535</c:v>
                </c:pt>
                <c:pt idx="10">
                  <c:v>0</c:v>
                </c:pt>
                <c:pt idx="11">
                  <c:v>123</c:v>
                </c:pt>
              </c:numCache>
              <c:extLst xmlns:c15="http://schemas.microsoft.com/office/drawing/2012/chart"/>
            </c:numRef>
          </c:yVal>
          <c:smooth val="1"/>
          <c:extLst xmlns:c15="http://schemas.microsoft.com/office/drawing/2012/chart">
            <c:ext xmlns:c16="http://schemas.microsoft.com/office/drawing/2014/chart" uri="{C3380CC4-5D6E-409C-BE32-E72D297353CC}">
              <c16:uniqueId val="{00000002-6364-4F5E-AF16-1CF2E7DA4D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563839"/>
        <c:axId val="1750562399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v>628.9148</c:v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'[Coeluting-features-data_2024-12-09.xlsx]Chromatograms'!$A$3:$A$26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10.706</c:v>
                      </c:pt>
                      <c:pt idx="1">
                        <c:v>10.724</c:v>
                      </c:pt>
                      <c:pt idx="2">
                        <c:v>10.742000000000001</c:v>
                      </c:pt>
                      <c:pt idx="3">
                        <c:v>10.759</c:v>
                      </c:pt>
                      <c:pt idx="4">
                        <c:v>10.776999999999999</c:v>
                      </c:pt>
                      <c:pt idx="5">
                        <c:v>10.795</c:v>
                      </c:pt>
                      <c:pt idx="6">
                        <c:v>10.813000000000001</c:v>
                      </c:pt>
                      <c:pt idx="7">
                        <c:v>10.831</c:v>
                      </c:pt>
                      <c:pt idx="8">
                        <c:v>10.849</c:v>
                      </c:pt>
                      <c:pt idx="9">
                        <c:v>10.867000000000001</c:v>
                      </c:pt>
                      <c:pt idx="10">
                        <c:v>10.885</c:v>
                      </c:pt>
                      <c:pt idx="11">
                        <c:v>10.901999999999999</c:v>
                      </c:pt>
                      <c:pt idx="12">
                        <c:v>10.92</c:v>
                      </c:pt>
                      <c:pt idx="13">
                        <c:v>10.938000000000001</c:v>
                      </c:pt>
                      <c:pt idx="14">
                        <c:v>10.956</c:v>
                      </c:pt>
                      <c:pt idx="15">
                        <c:v>10.974</c:v>
                      </c:pt>
                      <c:pt idx="16">
                        <c:v>10.992000000000001</c:v>
                      </c:pt>
                      <c:pt idx="17">
                        <c:v>11.01</c:v>
                      </c:pt>
                      <c:pt idx="18">
                        <c:v>11.026999999999999</c:v>
                      </c:pt>
                      <c:pt idx="19">
                        <c:v>11.045</c:v>
                      </c:pt>
                      <c:pt idx="20">
                        <c:v>11.063000000000001</c:v>
                      </c:pt>
                      <c:pt idx="21">
                        <c:v>11.081</c:v>
                      </c:pt>
                      <c:pt idx="22">
                        <c:v>11.099</c:v>
                      </c:pt>
                      <c:pt idx="23">
                        <c:v>11.117000000000001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'[Coeluting-features-data_2024-12-09.xlsx]Chromatograms'!$B$3:$B$26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4483</c:v>
                      </c:pt>
                      <c:pt idx="1">
                        <c:v>17414</c:v>
                      </c:pt>
                      <c:pt idx="2">
                        <c:v>33464</c:v>
                      </c:pt>
                      <c:pt idx="3">
                        <c:v>40248</c:v>
                      </c:pt>
                      <c:pt idx="4">
                        <c:v>45194</c:v>
                      </c:pt>
                      <c:pt idx="5">
                        <c:v>51294</c:v>
                      </c:pt>
                      <c:pt idx="6">
                        <c:v>55065</c:v>
                      </c:pt>
                      <c:pt idx="7">
                        <c:v>44747</c:v>
                      </c:pt>
                      <c:pt idx="8">
                        <c:v>31032</c:v>
                      </c:pt>
                      <c:pt idx="9">
                        <c:v>32919</c:v>
                      </c:pt>
                      <c:pt idx="10">
                        <c:v>41958</c:v>
                      </c:pt>
                      <c:pt idx="11">
                        <c:v>40747</c:v>
                      </c:pt>
                      <c:pt idx="12">
                        <c:v>24835</c:v>
                      </c:pt>
                      <c:pt idx="13">
                        <c:v>11008</c:v>
                      </c:pt>
                      <c:pt idx="14">
                        <c:v>14737</c:v>
                      </c:pt>
                      <c:pt idx="15">
                        <c:v>41364</c:v>
                      </c:pt>
                      <c:pt idx="16">
                        <c:v>69341</c:v>
                      </c:pt>
                      <c:pt idx="17">
                        <c:v>70567</c:v>
                      </c:pt>
                      <c:pt idx="18">
                        <c:v>48103</c:v>
                      </c:pt>
                      <c:pt idx="19">
                        <c:v>20620</c:v>
                      </c:pt>
                      <c:pt idx="20">
                        <c:v>9241</c:v>
                      </c:pt>
                      <c:pt idx="21">
                        <c:v>5031</c:v>
                      </c:pt>
                      <c:pt idx="22">
                        <c:v>2947</c:v>
                      </c:pt>
                      <c:pt idx="23">
                        <c:v>1090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3-6364-4F5E-AF16-1CF2E7DA4D75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v>PFNS</c:v>
                </c:tx>
                <c:spPr>
                  <a:ln w="1905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'[Coeluting-features-data_2024-12-09.xlsx]Chromatograms'!$A$48:$A$82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10.635</c:v>
                      </c:pt>
                      <c:pt idx="1">
                        <c:v>10.651999999999999</c:v>
                      </c:pt>
                      <c:pt idx="2">
                        <c:v>10.67</c:v>
                      </c:pt>
                      <c:pt idx="3">
                        <c:v>10.688000000000001</c:v>
                      </c:pt>
                      <c:pt idx="4">
                        <c:v>10.706</c:v>
                      </c:pt>
                      <c:pt idx="5">
                        <c:v>10.724</c:v>
                      </c:pt>
                      <c:pt idx="6">
                        <c:v>10.742000000000001</c:v>
                      </c:pt>
                      <c:pt idx="7">
                        <c:v>10.759</c:v>
                      </c:pt>
                      <c:pt idx="8">
                        <c:v>10.776999999999999</c:v>
                      </c:pt>
                      <c:pt idx="9">
                        <c:v>10.795</c:v>
                      </c:pt>
                      <c:pt idx="10">
                        <c:v>10.813000000000001</c:v>
                      </c:pt>
                      <c:pt idx="11">
                        <c:v>10.831</c:v>
                      </c:pt>
                      <c:pt idx="12">
                        <c:v>10.849</c:v>
                      </c:pt>
                      <c:pt idx="13">
                        <c:v>10.867000000000001</c:v>
                      </c:pt>
                      <c:pt idx="14">
                        <c:v>10.885</c:v>
                      </c:pt>
                      <c:pt idx="15">
                        <c:v>10.901999999999999</c:v>
                      </c:pt>
                      <c:pt idx="16">
                        <c:v>10.92</c:v>
                      </c:pt>
                      <c:pt idx="17">
                        <c:v>10.938000000000001</c:v>
                      </c:pt>
                      <c:pt idx="18">
                        <c:v>10.956</c:v>
                      </c:pt>
                      <c:pt idx="19">
                        <c:v>10.974</c:v>
                      </c:pt>
                      <c:pt idx="20">
                        <c:v>10.992000000000001</c:v>
                      </c:pt>
                      <c:pt idx="21">
                        <c:v>11.01</c:v>
                      </c:pt>
                      <c:pt idx="22">
                        <c:v>11.026999999999999</c:v>
                      </c:pt>
                      <c:pt idx="23">
                        <c:v>11.045</c:v>
                      </c:pt>
                      <c:pt idx="24">
                        <c:v>11.063000000000001</c:v>
                      </c:pt>
                      <c:pt idx="25">
                        <c:v>11.081</c:v>
                      </c:pt>
                      <c:pt idx="26">
                        <c:v>11.099</c:v>
                      </c:pt>
                      <c:pt idx="27">
                        <c:v>11.117000000000001</c:v>
                      </c:pt>
                      <c:pt idx="28">
                        <c:v>11.135</c:v>
                      </c:pt>
                      <c:pt idx="29">
                        <c:v>11.151999999999999</c:v>
                      </c:pt>
                      <c:pt idx="30">
                        <c:v>11.17</c:v>
                      </c:pt>
                      <c:pt idx="31">
                        <c:v>11.188000000000001</c:v>
                      </c:pt>
                      <c:pt idx="32">
                        <c:v>11.206</c:v>
                      </c:pt>
                      <c:pt idx="33">
                        <c:v>11.224</c:v>
                      </c:pt>
                      <c:pt idx="34">
                        <c:v>11.242000000000001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'[Coeluting-features-data_2024-12-09.xlsx]Chromatograms'!$D$48:$D$82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102</c:v>
                      </c:pt>
                      <c:pt idx="1">
                        <c:v>446</c:v>
                      </c:pt>
                      <c:pt idx="2">
                        <c:v>457</c:v>
                      </c:pt>
                      <c:pt idx="3">
                        <c:v>539</c:v>
                      </c:pt>
                      <c:pt idx="4">
                        <c:v>114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227</c:v>
                      </c:pt>
                      <c:pt idx="14">
                        <c:v>3682</c:v>
                      </c:pt>
                      <c:pt idx="15">
                        <c:v>6980</c:v>
                      </c:pt>
                      <c:pt idx="16">
                        <c:v>10132</c:v>
                      </c:pt>
                      <c:pt idx="17">
                        <c:v>8797</c:v>
                      </c:pt>
                      <c:pt idx="18">
                        <c:v>6108</c:v>
                      </c:pt>
                      <c:pt idx="19">
                        <c:v>3700</c:v>
                      </c:pt>
                      <c:pt idx="20">
                        <c:v>5061</c:v>
                      </c:pt>
                      <c:pt idx="21">
                        <c:v>6364</c:v>
                      </c:pt>
                      <c:pt idx="22">
                        <c:v>4873</c:v>
                      </c:pt>
                      <c:pt idx="23">
                        <c:v>1841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1548</c:v>
                      </c:pt>
                      <c:pt idx="32">
                        <c:v>2920</c:v>
                      </c:pt>
                      <c:pt idx="33">
                        <c:v>2424</c:v>
                      </c:pt>
                      <c:pt idx="34">
                        <c:v>1039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6364-4F5E-AF16-1CF2E7DA4D75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v>450.9259</c:v>
                </c:tx>
                <c:spPr>
                  <a:ln w="1905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'[Coeluting-features-data_2024-12-09.xlsx]Chromatograms'!$F$3:$F$18</c15:sqref>
                        </c15:formulaRef>
                      </c:ext>
                    </c:extLst>
                    <c:numCache>
                      <c:formatCode>General</c:formatCode>
                      <c:ptCount val="16"/>
                      <c:pt idx="0">
                        <c:v>10.956</c:v>
                      </c:pt>
                      <c:pt idx="1">
                        <c:v>10.974</c:v>
                      </c:pt>
                      <c:pt idx="2">
                        <c:v>10.992000000000001</c:v>
                      </c:pt>
                      <c:pt idx="3">
                        <c:v>11.01</c:v>
                      </c:pt>
                      <c:pt idx="4">
                        <c:v>11.026999999999999</c:v>
                      </c:pt>
                      <c:pt idx="5">
                        <c:v>11.045</c:v>
                      </c:pt>
                      <c:pt idx="6">
                        <c:v>11.063000000000001</c:v>
                      </c:pt>
                      <c:pt idx="7">
                        <c:v>11.081</c:v>
                      </c:pt>
                      <c:pt idx="8">
                        <c:v>11.099</c:v>
                      </c:pt>
                      <c:pt idx="9">
                        <c:v>11.117000000000001</c:v>
                      </c:pt>
                      <c:pt idx="10">
                        <c:v>11.135</c:v>
                      </c:pt>
                      <c:pt idx="11">
                        <c:v>11.151999999999999</c:v>
                      </c:pt>
                      <c:pt idx="12">
                        <c:v>11.17</c:v>
                      </c:pt>
                      <c:pt idx="13">
                        <c:v>11.188000000000001</c:v>
                      </c:pt>
                      <c:pt idx="14">
                        <c:v>11.206</c:v>
                      </c:pt>
                      <c:pt idx="15">
                        <c:v>11.224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'[Coeluting-features-data_2024-12-09.xlsx]Chromatograms'!$G$3:$G$18</c15:sqref>
                        </c15:formulaRef>
                      </c:ext>
                    </c:extLst>
                    <c:numCache>
                      <c:formatCode>General</c:formatCode>
                      <c:ptCount val="16"/>
                      <c:pt idx="0">
                        <c:v>228</c:v>
                      </c:pt>
                      <c:pt idx="1">
                        <c:v>13023</c:v>
                      </c:pt>
                      <c:pt idx="2">
                        <c:v>86222</c:v>
                      </c:pt>
                      <c:pt idx="3">
                        <c:v>277173</c:v>
                      </c:pt>
                      <c:pt idx="4">
                        <c:v>529129</c:v>
                      </c:pt>
                      <c:pt idx="5">
                        <c:v>643991</c:v>
                      </c:pt>
                      <c:pt idx="6">
                        <c:v>533143</c:v>
                      </c:pt>
                      <c:pt idx="7">
                        <c:v>292073</c:v>
                      </c:pt>
                      <c:pt idx="8">
                        <c:v>113542</c:v>
                      </c:pt>
                      <c:pt idx="9">
                        <c:v>34049</c:v>
                      </c:pt>
                      <c:pt idx="10">
                        <c:v>10146</c:v>
                      </c:pt>
                      <c:pt idx="11">
                        <c:v>3199</c:v>
                      </c:pt>
                      <c:pt idx="12">
                        <c:v>730</c:v>
                      </c:pt>
                      <c:pt idx="13">
                        <c:v>72</c:v>
                      </c:pt>
                      <c:pt idx="14">
                        <c:v>172</c:v>
                      </c:pt>
                      <c:pt idx="15">
                        <c:v>159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6364-4F5E-AF16-1CF2E7DA4D75}"/>
                  </c:ext>
                </c:extLst>
              </c15:ser>
            </c15:filteredScatterSeries>
          </c:ext>
        </c:extLst>
      </c:scatterChart>
      <c:valAx>
        <c:axId val="1750563839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RT (min)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2399"/>
        <c:crosses val="autoZero"/>
        <c:crossBetween val="midCat"/>
      </c:valAx>
      <c:valAx>
        <c:axId val="175056239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383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28575">
      <a:noFill/>
    </a:ln>
    <a:effectLst/>
  </c:spPr>
  <c:txPr>
    <a:bodyPr/>
    <a:lstStyle/>
    <a:p>
      <a:pPr>
        <a:defRPr sz="800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EICs of coeluting gator features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4"/>
          <c:order val="4"/>
          <c:tx>
            <c:v>450.9259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'[Coeluting-features-data_2024-12-09.xlsx]Chromatograms'!$F$3:$F$18</c:f>
              <c:numCache>
                <c:formatCode>General</c:formatCode>
                <c:ptCount val="16"/>
                <c:pt idx="0">
                  <c:v>10.956</c:v>
                </c:pt>
                <c:pt idx="1">
                  <c:v>10.974</c:v>
                </c:pt>
                <c:pt idx="2">
                  <c:v>10.992000000000001</c:v>
                </c:pt>
                <c:pt idx="3">
                  <c:v>11.01</c:v>
                </c:pt>
                <c:pt idx="4">
                  <c:v>11.026999999999999</c:v>
                </c:pt>
                <c:pt idx="5">
                  <c:v>11.045</c:v>
                </c:pt>
                <c:pt idx="6">
                  <c:v>11.063000000000001</c:v>
                </c:pt>
                <c:pt idx="7">
                  <c:v>11.081</c:v>
                </c:pt>
                <c:pt idx="8">
                  <c:v>11.099</c:v>
                </c:pt>
                <c:pt idx="9">
                  <c:v>11.117000000000001</c:v>
                </c:pt>
                <c:pt idx="10">
                  <c:v>11.135</c:v>
                </c:pt>
                <c:pt idx="11">
                  <c:v>11.151999999999999</c:v>
                </c:pt>
                <c:pt idx="12">
                  <c:v>11.17</c:v>
                </c:pt>
                <c:pt idx="13">
                  <c:v>11.188000000000001</c:v>
                </c:pt>
                <c:pt idx="14">
                  <c:v>11.206</c:v>
                </c:pt>
                <c:pt idx="15">
                  <c:v>11.224</c:v>
                </c:pt>
              </c:numCache>
              <c:extLst xmlns:c15="http://schemas.microsoft.com/office/drawing/2012/chart"/>
            </c:numRef>
          </c:xVal>
          <c:yVal>
            <c:numRef>
              <c:f>'[Coeluting-features-data_2024-12-09.xlsx]Chromatograms'!$G$3:$G$18</c:f>
              <c:numCache>
                <c:formatCode>General</c:formatCode>
                <c:ptCount val="16"/>
                <c:pt idx="0">
                  <c:v>228</c:v>
                </c:pt>
                <c:pt idx="1">
                  <c:v>13023</c:v>
                </c:pt>
                <c:pt idx="2">
                  <c:v>86222</c:v>
                </c:pt>
                <c:pt idx="3">
                  <c:v>277173</c:v>
                </c:pt>
                <c:pt idx="4">
                  <c:v>529129</c:v>
                </c:pt>
                <c:pt idx="5">
                  <c:v>643991</c:v>
                </c:pt>
                <c:pt idx="6">
                  <c:v>533143</c:v>
                </c:pt>
                <c:pt idx="7">
                  <c:v>292073</c:v>
                </c:pt>
                <c:pt idx="8">
                  <c:v>113542</c:v>
                </c:pt>
                <c:pt idx="9">
                  <c:v>34049</c:v>
                </c:pt>
                <c:pt idx="10">
                  <c:v>10146</c:v>
                </c:pt>
                <c:pt idx="11">
                  <c:v>3199</c:v>
                </c:pt>
                <c:pt idx="12">
                  <c:v>730</c:v>
                </c:pt>
                <c:pt idx="13">
                  <c:v>72</c:v>
                </c:pt>
                <c:pt idx="14">
                  <c:v>172</c:v>
                </c:pt>
                <c:pt idx="15">
                  <c:v>159</c:v>
                </c:pt>
              </c:numCache>
              <c:extLst xmlns:c15="http://schemas.microsoft.com/office/drawing/2012/chart"/>
            </c:numRef>
          </c:yVal>
          <c:smooth val="1"/>
          <c:extLst xmlns:c15="http://schemas.microsoft.com/office/drawing/2012/chart">
            <c:ext xmlns:c16="http://schemas.microsoft.com/office/drawing/2014/chart" uri="{C3380CC4-5D6E-409C-BE32-E72D297353CC}">
              <c16:uniqueId val="{00000000-1020-4E10-ACC3-19107509C88A}"/>
            </c:ext>
          </c:extLst>
        </c:ser>
        <c:ser>
          <c:idx val="5"/>
          <c:order val="5"/>
          <c:tx>
            <c:v>414.9479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'[Coeluting-features-data_2024-12-09.xlsx]Chromatograms'!$F$19:$F$30</c:f>
              <c:numCache>
                <c:formatCode>General</c:formatCode>
                <c:ptCount val="12"/>
                <c:pt idx="0">
                  <c:v>10.974</c:v>
                </c:pt>
                <c:pt idx="1">
                  <c:v>10.992000000000001</c:v>
                </c:pt>
                <c:pt idx="2">
                  <c:v>11.01</c:v>
                </c:pt>
                <c:pt idx="3">
                  <c:v>11.026999999999999</c:v>
                </c:pt>
                <c:pt idx="4">
                  <c:v>11.045</c:v>
                </c:pt>
                <c:pt idx="5">
                  <c:v>11.063000000000001</c:v>
                </c:pt>
                <c:pt idx="6">
                  <c:v>11.081</c:v>
                </c:pt>
                <c:pt idx="7">
                  <c:v>11.099</c:v>
                </c:pt>
                <c:pt idx="8">
                  <c:v>11.117000000000001</c:v>
                </c:pt>
                <c:pt idx="9">
                  <c:v>11.135</c:v>
                </c:pt>
                <c:pt idx="10">
                  <c:v>11.151999999999999</c:v>
                </c:pt>
                <c:pt idx="11">
                  <c:v>11.17</c:v>
                </c:pt>
              </c:numCache>
              <c:extLst xmlns:c15="http://schemas.microsoft.com/office/drawing/2012/chart"/>
            </c:numRef>
          </c:xVal>
          <c:yVal>
            <c:numRef>
              <c:f>'[Coeluting-features-data_2024-12-09.xlsx]Chromatograms'!$H$19:$H$30</c:f>
              <c:numCache>
                <c:formatCode>General</c:formatCode>
                <c:ptCount val="12"/>
                <c:pt idx="0">
                  <c:v>1333</c:v>
                </c:pt>
                <c:pt idx="1">
                  <c:v>17217</c:v>
                </c:pt>
                <c:pt idx="2">
                  <c:v>66007</c:v>
                </c:pt>
                <c:pt idx="3">
                  <c:v>124822</c:v>
                </c:pt>
                <c:pt idx="4">
                  <c:v>152713</c:v>
                </c:pt>
                <c:pt idx="5">
                  <c:v>124640</c:v>
                </c:pt>
                <c:pt idx="6">
                  <c:v>67696</c:v>
                </c:pt>
                <c:pt idx="7">
                  <c:v>25885</c:v>
                </c:pt>
                <c:pt idx="8">
                  <c:v>6878</c:v>
                </c:pt>
                <c:pt idx="9">
                  <c:v>1535</c:v>
                </c:pt>
                <c:pt idx="10">
                  <c:v>0</c:v>
                </c:pt>
                <c:pt idx="11">
                  <c:v>123</c:v>
                </c:pt>
              </c:numCache>
              <c:extLst xmlns:c15="http://schemas.microsoft.com/office/drawing/2012/chart"/>
            </c:numRef>
          </c:yVal>
          <c:smooth val="1"/>
          <c:extLst xmlns:c15="http://schemas.microsoft.com/office/drawing/2012/chart">
            <c:ext xmlns:c16="http://schemas.microsoft.com/office/drawing/2014/chart" uri="{C3380CC4-5D6E-409C-BE32-E72D297353CC}">
              <c16:uniqueId val="{00000001-1020-4E10-ACC3-19107509C8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0563839"/>
        <c:axId val="1750562399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v>628.9148</c:v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'[Coeluting-features-data_2024-12-09.xlsx]Chromatograms'!$A$3:$A$26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10.706</c:v>
                      </c:pt>
                      <c:pt idx="1">
                        <c:v>10.724</c:v>
                      </c:pt>
                      <c:pt idx="2">
                        <c:v>10.742000000000001</c:v>
                      </c:pt>
                      <c:pt idx="3">
                        <c:v>10.759</c:v>
                      </c:pt>
                      <c:pt idx="4">
                        <c:v>10.776999999999999</c:v>
                      </c:pt>
                      <c:pt idx="5">
                        <c:v>10.795</c:v>
                      </c:pt>
                      <c:pt idx="6">
                        <c:v>10.813000000000001</c:v>
                      </c:pt>
                      <c:pt idx="7">
                        <c:v>10.831</c:v>
                      </c:pt>
                      <c:pt idx="8">
                        <c:v>10.849</c:v>
                      </c:pt>
                      <c:pt idx="9">
                        <c:v>10.867000000000001</c:v>
                      </c:pt>
                      <c:pt idx="10">
                        <c:v>10.885</c:v>
                      </c:pt>
                      <c:pt idx="11">
                        <c:v>10.901999999999999</c:v>
                      </c:pt>
                      <c:pt idx="12">
                        <c:v>10.92</c:v>
                      </c:pt>
                      <c:pt idx="13">
                        <c:v>10.938000000000001</c:v>
                      </c:pt>
                      <c:pt idx="14">
                        <c:v>10.956</c:v>
                      </c:pt>
                      <c:pt idx="15">
                        <c:v>10.974</c:v>
                      </c:pt>
                      <c:pt idx="16">
                        <c:v>10.992000000000001</c:v>
                      </c:pt>
                      <c:pt idx="17">
                        <c:v>11.01</c:v>
                      </c:pt>
                      <c:pt idx="18">
                        <c:v>11.026999999999999</c:v>
                      </c:pt>
                      <c:pt idx="19">
                        <c:v>11.045</c:v>
                      </c:pt>
                      <c:pt idx="20">
                        <c:v>11.063000000000001</c:v>
                      </c:pt>
                      <c:pt idx="21">
                        <c:v>11.081</c:v>
                      </c:pt>
                      <c:pt idx="22">
                        <c:v>11.099</c:v>
                      </c:pt>
                      <c:pt idx="23">
                        <c:v>11.117000000000001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'[Coeluting-features-data_2024-12-09.xlsx]Chromatograms'!$B$3:$B$26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4483</c:v>
                      </c:pt>
                      <c:pt idx="1">
                        <c:v>17414</c:v>
                      </c:pt>
                      <c:pt idx="2">
                        <c:v>33464</c:v>
                      </c:pt>
                      <c:pt idx="3">
                        <c:v>40248</c:v>
                      </c:pt>
                      <c:pt idx="4">
                        <c:v>45194</c:v>
                      </c:pt>
                      <c:pt idx="5">
                        <c:v>51294</c:v>
                      </c:pt>
                      <c:pt idx="6">
                        <c:v>55065</c:v>
                      </c:pt>
                      <c:pt idx="7">
                        <c:v>44747</c:v>
                      </c:pt>
                      <c:pt idx="8">
                        <c:v>31032</c:v>
                      </c:pt>
                      <c:pt idx="9">
                        <c:v>32919</c:v>
                      </c:pt>
                      <c:pt idx="10">
                        <c:v>41958</c:v>
                      </c:pt>
                      <c:pt idx="11">
                        <c:v>40747</c:v>
                      </c:pt>
                      <c:pt idx="12">
                        <c:v>24835</c:v>
                      </c:pt>
                      <c:pt idx="13">
                        <c:v>11008</c:v>
                      </c:pt>
                      <c:pt idx="14">
                        <c:v>14737</c:v>
                      </c:pt>
                      <c:pt idx="15">
                        <c:v>41364</c:v>
                      </c:pt>
                      <c:pt idx="16">
                        <c:v>69341</c:v>
                      </c:pt>
                      <c:pt idx="17">
                        <c:v>70567</c:v>
                      </c:pt>
                      <c:pt idx="18">
                        <c:v>48103</c:v>
                      </c:pt>
                      <c:pt idx="19">
                        <c:v>20620</c:v>
                      </c:pt>
                      <c:pt idx="20">
                        <c:v>9241</c:v>
                      </c:pt>
                      <c:pt idx="21">
                        <c:v>5031</c:v>
                      </c:pt>
                      <c:pt idx="22">
                        <c:v>2947</c:v>
                      </c:pt>
                      <c:pt idx="23">
                        <c:v>1090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2-1020-4E10-ACC3-19107509C88A}"/>
                  </c:ext>
                </c:extLst>
              </c15:ser>
            </c15:filteredScatterSeries>
            <c15:filteredScatterSeries>
              <c15:ser>
                <c:idx val="1"/>
                <c:order val="1"/>
                <c:tx>
                  <c:v>592.9481</c:v>
                </c:tx>
                <c:spPr>
                  <a:ln w="1905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'[Coeluting-features-data_2024-12-09.xlsx]Chromatograms'!$A$27:$A$47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10.759</c:v>
                      </c:pt>
                      <c:pt idx="1">
                        <c:v>10.776999999999999</c:v>
                      </c:pt>
                      <c:pt idx="2">
                        <c:v>10.795</c:v>
                      </c:pt>
                      <c:pt idx="3">
                        <c:v>10.813000000000001</c:v>
                      </c:pt>
                      <c:pt idx="4">
                        <c:v>10.831</c:v>
                      </c:pt>
                      <c:pt idx="5">
                        <c:v>10.849</c:v>
                      </c:pt>
                      <c:pt idx="6">
                        <c:v>10.867000000000001</c:v>
                      </c:pt>
                      <c:pt idx="7">
                        <c:v>10.885</c:v>
                      </c:pt>
                      <c:pt idx="8">
                        <c:v>10.901999999999999</c:v>
                      </c:pt>
                      <c:pt idx="9">
                        <c:v>10.92</c:v>
                      </c:pt>
                      <c:pt idx="10">
                        <c:v>10.938000000000001</c:v>
                      </c:pt>
                      <c:pt idx="11">
                        <c:v>10.956</c:v>
                      </c:pt>
                      <c:pt idx="12">
                        <c:v>10.974</c:v>
                      </c:pt>
                      <c:pt idx="13">
                        <c:v>10.992000000000001</c:v>
                      </c:pt>
                      <c:pt idx="14">
                        <c:v>11.01</c:v>
                      </c:pt>
                      <c:pt idx="15">
                        <c:v>11.026999999999999</c:v>
                      </c:pt>
                      <c:pt idx="16">
                        <c:v>11.045</c:v>
                      </c:pt>
                      <c:pt idx="17">
                        <c:v>11.063000000000001</c:v>
                      </c:pt>
                      <c:pt idx="18">
                        <c:v>11.081</c:v>
                      </c:pt>
                      <c:pt idx="19">
                        <c:v>11.099</c:v>
                      </c:pt>
                      <c:pt idx="20">
                        <c:v>11.117000000000001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'[Coeluting-features-data_2024-12-09.xlsx]Chromatograms'!$C$27:$C$47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1566</c:v>
                      </c:pt>
                      <c:pt idx="1">
                        <c:v>3707</c:v>
                      </c:pt>
                      <c:pt idx="2">
                        <c:v>5033</c:v>
                      </c:pt>
                      <c:pt idx="3">
                        <c:v>6074</c:v>
                      </c:pt>
                      <c:pt idx="4">
                        <c:v>7863</c:v>
                      </c:pt>
                      <c:pt idx="5">
                        <c:v>7994</c:v>
                      </c:pt>
                      <c:pt idx="6">
                        <c:v>5955</c:v>
                      </c:pt>
                      <c:pt idx="7">
                        <c:v>4371</c:v>
                      </c:pt>
                      <c:pt idx="8">
                        <c:v>6334</c:v>
                      </c:pt>
                      <c:pt idx="9">
                        <c:v>11049</c:v>
                      </c:pt>
                      <c:pt idx="10">
                        <c:v>13710</c:v>
                      </c:pt>
                      <c:pt idx="11">
                        <c:v>10355</c:v>
                      </c:pt>
                      <c:pt idx="12">
                        <c:v>5206</c:v>
                      </c:pt>
                      <c:pt idx="13">
                        <c:v>3872</c:v>
                      </c:pt>
                      <c:pt idx="14">
                        <c:v>11272</c:v>
                      </c:pt>
                      <c:pt idx="15">
                        <c:v>22737</c:v>
                      </c:pt>
                      <c:pt idx="16">
                        <c:v>26474</c:v>
                      </c:pt>
                      <c:pt idx="17">
                        <c:v>20022</c:v>
                      </c:pt>
                      <c:pt idx="18">
                        <c:v>9412</c:v>
                      </c:pt>
                      <c:pt idx="19">
                        <c:v>3445</c:v>
                      </c:pt>
                      <c:pt idx="20">
                        <c:v>276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1020-4E10-ACC3-19107509C88A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v>PFNS</c:v>
                </c:tx>
                <c:spPr>
                  <a:ln w="1905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'[Coeluting-features-data_2024-12-09.xlsx]Chromatograms'!$A$48:$A$82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10.635</c:v>
                      </c:pt>
                      <c:pt idx="1">
                        <c:v>10.651999999999999</c:v>
                      </c:pt>
                      <c:pt idx="2">
                        <c:v>10.67</c:v>
                      </c:pt>
                      <c:pt idx="3">
                        <c:v>10.688000000000001</c:v>
                      </c:pt>
                      <c:pt idx="4">
                        <c:v>10.706</c:v>
                      </c:pt>
                      <c:pt idx="5">
                        <c:v>10.724</c:v>
                      </c:pt>
                      <c:pt idx="6">
                        <c:v>10.742000000000001</c:v>
                      </c:pt>
                      <c:pt idx="7">
                        <c:v>10.759</c:v>
                      </c:pt>
                      <c:pt idx="8">
                        <c:v>10.776999999999999</c:v>
                      </c:pt>
                      <c:pt idx="9">
                        <c:v>10.795</c:v>
                      </c:pt>
                      <c:pt idx="10">
                        <c:v>10.813000000000001</c:v>
                      </c:pt>
                      <c:pt idx="11">
                        <c:v>10.831</c:v>
                      </c:pt>
                      <c:pt idx="12">
                        <c:v>10.849</c:v>
                      </c:pt>
                      <c:pt idx="13">
                        <c:v>10.867000000000001</c:v>
                      </c:pt>
                      <c:pt idx="14">
                        <c:v>10.885</c:v>
                      </c:pt>
                      <c:pt idx="15">
                        <c:v>10.901999999999999</c:v>
                      </c:pt>
                      <c:pt idx="16">
                        <c:v>10.92</c:v>
                      </c:pt>
                      <c:pt idx="17">
                        <c:v>10.938000000000001</c:v>
                      </c:pt>
                      <c:pt idx="18">
                        <c:v>10.956</c:v>
                      </c:pt>
                      <c:pt idx="19">
                        <c:v>10.974</c:v>
                      </c:pt>
                      <c:pt idx="20">
                        <c:v>10.992000000000001</c:v>
                      </c:pt>
                      <c:pt idx="21">
                        <c:v>11.01</c:v>
                      </c:pt>
                      <c:pt idx="22">
                        <c:v>11.026999999999999</c:v>
                      </c:pt>
                      <c:pt idx="23">
                        <c:v>11.045</c:v>
                      </c:pt>
                      <c:pt idx="24">
                        <c:v>11.063000000000001</c:v>
                      </c:pt>
                      <c:pt idx="25">
                        <c:v>11.081</c:v>
                      </c:pt>
                      <c:pt idx="26">
                        <c:v>11.099</c:v>
                      </c:pt>
                      <c:pt idx="27">
                        <c:v>11.117000000000001</c:v>
                      </c:pt>
                      <c:pt idx="28">
                        <c:v>11.135</c:v>
                      </c:pt>
                      <c:pt idx="29">
                        <c:v>11.151999999999999</c:v>
                      </c:pt>
                      <c:pt idx="30">
                        <c:v>11.17</c:v>
                      </c:pt>
                      <c:pt idx="31">
                        <c:v>11.188000000000001</c:v>
                      </c:pt>
                      <c:pt idx="32">
                        <c:v>11.206</c:v>
                      </c:pt>
                      <c:pt idx="33">
                        <c:v>11.224</c:v>
                      </c:pt>
                      <c:pt idx="34">
                        <c:v>11.242000000000001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'[Coeluting-features-data_2024-12-09.xlsx]Chromatograms'!$D$48:$D$82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102</c:v>
                      </c:pt>
                      <c:pt idx="1">
                        <c:v>446</c:v>
                      </c:pt>
                      <c:pt idx="2">
                        <c:v>457</c:v>
                      </c:pt>
                      <c:pt idx="3">
                        <c:v>539</c:v>
                      </c:pt>
                      <c:pt idx="4">
                        <c:v>114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227</c:v>
                      </c:pt>
                      <c:pt idx="14">
                        <c:v>3682</c:v>
                      </c:pt>
                      <c:pt idx="15">
                        <c:v>6980</c:v>
                      </c:pt>
                      <c:pt idx="16">
                        <c:v>10132</c:v>
                      </c:pt>
                      <c:pt idx="17">
                        <c:v>8797</c:v>
                      </c:pt>
                      <c:pt idx="18">
                        <c:v>6108</c:v>
                      </c:pt>
                      <c:pt idx="19">
                        <c:v>3700</c:v>
                      </c:pt>
                      <c:pt idx="20">
                        <c:v>5061</c:v>
                      </c:pt>
                      <c:pt idx="21">
                        <c:v>6364</c:v>
                      </c:pt>
                      <c:pt idx="22">
                        <c:v>4873</c:v>
                      </c:pt>
                      <c:pt idx="23">
                        <c:v>1841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1548</c:v>
                      </c:pt>
                      <c:pt idx="32">
                        <c:v>2920</c:v>
                      </c:pt>
                      <c:pt idx="33">
                        <c:v>2424</c:v>
                      </c:pt>
                      <c:pt idx="34">
                        <c:v>1039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1020-4E10-ACC3-19107509C88A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v>448.9647</c:v>
                </c:tx>
                <c:spPr>
                  <a:ln w="19050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'[Coeluting-features-data_2024-12-09.xlsx]Chromatograms'!$A$83:$A$103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10.759</c:v>
                      </c:pt>
                      <c:pt idx="1">
                        <c:v>10.776999999999999</c:v>
                      </c:pt>
                      <c:pt idx="2">
                        <c:v>10.795</c:v>
                      </c:pt>
                      <c:pt idx="3">
                        <c:v>10.813000000000001</c:v>
                      </c:pt>
                      <c:pt idx="4">
                        <c:v>10.831</c:v>
                      </c:pt>
                      <c:pt idx="5">
                        <c:v>10.849</c:v>
                      </c:pt>
                      <c:pt idx="6">
                        <c:v>10.867000000000001</c:v>
                      </c:pt>
                      <c:pt idx="7">
                        <c:v>10.885</c:v>
                      </c:pt>
                      <c:pt idx="8">
                        <c:v>10.901999999999999</c:v>
                      </c:pt>
                      <c:pt idx="9">
                        <c:v>10.92</c:v>
                      </c:pt>
                      <c:pt idx="10">
                        <c:v>10.938000000000001</c:v>
                      </c:pt>
                      <c:pt idx="11">
                        <c:v>10.956</c:v>
                      </c:pt>
                      <c:pt idx="12">
                        <c:v>10.974</c:v>
                      </c:pt>
                      <c:pt idx="13">
                        <c:v>10.992000000000001</c:v>
                      </c:pt>
                      <c:pt idx="14">
                        <c:v>11.01</c:v>
                      </c:pt>
                      <c:pt idx="15">
                        <c:v>11.026999999999999</c:v>
                      </c:pt>
                      <c:pt idx="16">
                        <c:v>11.045</c:v>
                      </c:pt>
                      <c:pt idx="17">
                        <c:v>11.063000000000001</c:v>
                      </c:pt>
                      <c:pt idx="18">
                        <c:v>11.081</c:v>
                      </c:pt>
                      <c:pt idx="19">
                        <c:v>11.099</c:v>
                      </c:pt>
                      <c:pt idx="20">
                        <c:v>11.117000000000001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'[Coeluting-features-data_2024-12-09.xlsx]Chromatograms'!$E$83:$E$103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646</c:v>
                      </c:pt>
                      <c:pt idx="1">
                        <c:v>1399</c:v>
                      </c:pt>
                      <c:pt idx="2">
                        <c:v>2116</c:v>
                      </c:pt>
                      <c:pt idx="3">
                        <c:v>2333</c:v>
                      </c:pt>
                      <c:pt idx="4">
                        <c:v>3488</c:v>
                      </c:pt>
                      <c:pt idx="5">
                        <c:v>3271</c:v>
                      </c:pt>
                      <c:pt idx="6">
                        <c:v>2149</c:v>
                      </c:pt>
                      <c:pt idx="7">
                        <c:v>1129</c:v>
                      </c:pt>
                      <c:pt idx="8">
                        <c:v>1278</c:v>
                      </c:pt>
                      <c:pt idx="9">
                        <c:v>3675</c:v>
                      </c:pt>
                      <c:pt idx="10">
                        <c:v>4641</c:v>
                      </c:pt>
                      <c:pt idx="11">
                        <c:v>3860</c:v>
                      </c:pt>
                      <c:pt idx="12">
                        <c:v>2126</c:v>
                      </c:pt>
                      <c:pt idx="13">
                        <c:v>1672</c:v>
                      </c:pt>
                      <c:pt idx="14">
                        <c:v>5386</c:v>
                      </c:pt>
                      <c:pt idx="15">
                        <c:v>9681</c:v>
                      </c:pt>
                      <c:pt idx="16">
                        <c:v>11897</c:v>
                      </c:pt>
                      <c:pt idx="17">
                        <c:v>9819</c:v>
                      </c:pt>
                      <c:pt idx="18">
                        <c:v>4554</c:v>
                      </c:pt>
                      <c:pt idx="19">
                        <c:v>830</c:v>
                      </c:pt>
                      <c:pt idx="20">
                        <c:v>195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1020-4E10-ACC3-19107509C88A}"/>
                  </c:ext>
                </c:extLst>
              </c15:ser>
            </c15:filteredScatterSeries>
          </c:ext>
        </c:extLst>
      </c:scatterChart>
      <c:valAx>
        <c:axId val="1750563839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RT (min)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2399"/>
        <c:crosses val="autoZero"/>
        <c:crossBetween val="midCat"/>
      </c:valAx>
      <c:valAx>
        <c:axId val="175056239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056383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15B39-96A4-D3E3-0B01-F80650EBD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7867B-1462-3AFC-5920-423B85A03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DE939-F68A-267B-7902-1F61731C5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BC67E-8E71-7954-C8EF-685DBAE1C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C4366-8E4D-1068-146E-C9B6943F3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0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6479-6EA0-1327-E33E-05D58BBE5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592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9E8BB-92AD-80F8-D4D4-BFFD49693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3192"/>
            <a:ext cx="10515600" cy="500377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FE0FE-0D75-5295-B71F-18B06D86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49FB2-846B-EB08-1F7D-E299923C5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2310B-4F0D-9D7C-BA0F-E7F0D029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09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DAD5F-D00D-EA6B-0A44-EFCB7A35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60BF7-3B78-D782-51B4-B1ABD8C14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F6714-9D90-C7B5-90A6-B188E75E2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F6F2A-3A4B-8047-3E73-AB9E27347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37818-1C40-408D-C1EA-4B2005076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84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4E8F-ACDC-CAB7-98BA-5DD709196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29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F8E6-F76B-690E-DBEB-324CBD39F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38687"/>
            <a:ext cx="5181600" cy="50382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7058E-9CD7-BB79-36F3-0879B5D85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38687"/>
            <a:ext cx="5181600" cy="50382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B11CC-379B-1455-EBC7-53C4E313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E2C6D-5ACE-EC04-20D2-E969BCDD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AEDCB-2529-E7DB-3B2F-002B95D21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12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55859-591D-1A8A-A669-4A138B8A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8C4F6-F639-E050-3655-78A68E45F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5CF65-9DD9-6727-0241-B9EE1B645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EADF23-86EF-303C-EF36-36B9A3502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0BE0B1-D02B-D09C-A1CE-FBD34150A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01525-8CD6-566D-CEEC-B4A49C95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13107-E466-D749-5E6F-5E088F696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91831-30E1-E999-F1B8-5BFF1501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9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BEA55-C472-5A4A-0292-671D1545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240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E4F31-3612-D177-89CF-E07C29E60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E7267F-6172-5219-3CCD-849DDFB3E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41C8E-FC5C-D945-A00A-7140FF7A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17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DBC7F-CA5C-6A1B-9261-9A53BA805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50881E-CFAB-983B-9A79-5B446B4C0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280F5-C8B0-19BF-D72D-E73769B7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90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1F1F-A559-656A-12BE-183419652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5480D-DAE0-8FA4-C048-7AB2F0C9A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C1AF4-D210-C5B0-0DF5-97C3F898A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1187E-DB54-D1E1-B688-D60B981C8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91A87-1624-04EC-B018-FCA6A9FE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772C1-ACA4-14E8-ACC7-4B43A306D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43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90466-23B2-A27E-8D8E-05401FE3E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0746E6-5696-6EAF-D6A6-A8EC95A73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AE221-EB54-88BC-2DF9-9E675B3C7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F4145-B625-29D4-C1A3-05CD33B2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DD72E-5752-C1CF-0803-F14579A48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F1F1E-8A45-DE1C-F6ED-AEE8B73B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26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27877-F4C3-5052-F96B-ED98629BB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55B41-4DB4-E63F-845D-2E5528876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33026-617B-7619-3DBF-B1C615687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8078E-1C64-52FC-8B19-D902EA3A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09219-B67E-C41F-6A86-63F7D0264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91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FE7A6-F429-152D-50C6-DF795C452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29682-3F6B-297A-782F-5DAEDACD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6704E-C1E5-9D79-221A-CC2DAA062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AB7B0-7C05-414B-88BB-DDA0EECF0F3D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CBE7C-02DF-064C-3D55-14586E510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8A36A-9357-C896-D11A-10FA41FDD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85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C58A6-AB39-C680-0E58-E04D537D4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58C91-35DC-ACA2-D527-8CDF2D64B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E6327-3702-E452-BDB5-C8E1A59C4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AB7B0-7C05-414B-88BB-DDA0EECF0F3D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3D0CA-A77F-9A0E-B07C-A1A3ADC22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AFD14-B665-D66F-38B8-CC9EF3256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85C04-DD0E-4DAD-92F7-FEF3A1E96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47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10.emf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2.e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image" Target="../media/image14.png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19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chart" Target="../charts/chart5.xml"/><Relationship Id="rId4" Type="http://schemas.openxmlformats.org/officeDocument/2006/relationships/image" Target="../media/image1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0.emf"/><Relationship Id="rId7" Type="http://schemas.openxmlformats.org/officeDocument/2006/relationships/image" Target="../media/image29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8.e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3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emf"/><Relationship Id="rId4" Type="http://schemas.openxmlformats.org/officeDocument/2006/relationships/oleObject" Target="../embeddings/oleObject14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3819-0431-0DF6-4C5F-6E648E6F40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Alligator PFAS Study: Non-Targeted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FBC7B-6E2F-E691-476C-084CA81E11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December 2024</a:t>
            </a:r>
          </a:p>
        </p:txBody>
      </p:sp>
    </p:spTree>
    <p:extLst>
      <p:ext uri="{BB962C8B-B14F-4D97-AF65-F5344CB8AC3E}">
        <p14:creationId xmlns:p14="http://schemas.microsoft.com/office/powerpoint/2010/main" val="1288377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C5E3C-9172-941D-7BE0-CE30041F4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8709A20-2283-5792-4394-20E312C7B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Extract 200 plasma samples along with blanks, QCs, calibration curve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(Completed March 2023)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Analyze using ESI(-) LC-IMS-MS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Analyze a subset using CID-MS in (-) and (+)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Perform target screening for 100 PFAS using in-house library and Skyline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Quantify up to 26 PFAS using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curves in Skyline</a:t>
            </a:r>
            <a:endParaRPr lang="en-US" b="1" dirty="0"/>
          </a:p>
          <a:p>
            <a:r>
              <a:rPr lang="en-US" b="1" dirty="0"/>
              <a:t>Identify non-target suspect PFAS using IM-MS Browser, Mass Profiler, </a:t>
            </a:r>
            <a:r>
              <a:rPr lang="en-US" b="1" dirty="0" err="1"/>
              <a:t>Fluoromatch</a:t>
            </a:r>
            <a:r>
              <a:rPr lang="en-US" b="1" dirty="0"/>
              <a:t>, and Greg’s proprietary new tool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45913B-2CB0-C5D5-91F8-6DDEDF3E4250}"/>
              </a:ext>
            </a:extLst>
          </p:cNvPr>
          <p:cNvSpPr/>
          <p:nvPr/>
        </p:nvSpPr>
        <p:spPr>
          <a:xfrm>
            <a:off x="8336780" y="6259367"/>
            <a:ext cx="494182" cy="46701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F8500C-D824-CBB8-EECC-94F8591DABB3}"/>
              </a:ext>
            </a:extLst>
          </p:cNvPr>
          <p:cNvSpPr/>
          <p:nvPr/>
        </p:nvSpPr>
        <p:spPr>
          <a:xfrm>
            <a:off x="8795739" y="6259367"/>
            <a:ext cx="494182" cy="46701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74064-729B-9567-82E7-57FF99FE6EDA}"/>
              </a:ext>
            </a:extLst>
          </p:cNvPr>
          <p:cNvSpPr/>
          <p:nvPr/>
        </p:nvSpPr>
        <p:spPr>
          <a:xfrm>
            <a:off x="9254698" y="6259367"/>
            <a:ext cx="494182" cy="467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52B01A-3C1B-A4EE-EC17-56E30FD7666F}"/>
              </a:ext>
            </a:extLst>
          </p:cNvPr>
          <p:cNvSpPr/>
          <p:nvPr/>
        </p:nvSpPr>
        <p:spPr>
          <a:xfrm>
            <a:off x="9713657" y="6259367"/>
            <a:ext cx="494182" cy="46701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81FA29-C8DC-2CBC-4F02-DE34E81E4839}"/>
              </a:ext>
            </a:extLst>
          </p:cNvPr>
          <p:cNvSpPr/>
          <p:nvPr/>
        </p:nvSpPr>
        <p:spPr>
          <a:xfrm>
            <a:off x="10172616" y="6259367"/>
            <a:ext cx="494182" cy="46701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C43F89-CA8D-CAFC-72C5-D7FB5AB83750}"/>
              </a:ext>
            </a:extLst>
          </p:cNvPr>
          <p:cNvSpPr/>
          <p:nvPr/>
        </p:nvSpPr>
        <p:spPr>
          <a:xfrm>
            <a:off x="10631575" y="6259367"/>
            <a:ext cx="494182" cy="4670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2A7028-AD86-036C-B3DB-0705DC063F9D}"/>
              </a:ext>
            </a:extLst>
          </p:cNvPr>
          <p:cNvSpPr/>
          <p:nvPr/>
        </p:nvSpPr>
        <p:spPr>
          <a:xfrm>
            <a:off x="11090534" y="6259367"/>
            <a:ext cx="494182" cy="46701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F33C2B-DA00-814D-6983-3A8815F08847}"/>
              </a:ext>
            </a:extLst>
          </p:cNvPr>
          <p:cNvSpPr/>
          <p:nvPr/>
        </p:nvSpPr>
        <p:spPr>
          <a:xfrm>
            <a:off x="11549493" y="6259367"/>
            <a:ext cx="494182" cy="46701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CEBE30-9518-C5A4-222D-897F225DB395}"/>
              </a:ext>
            </a:extLst>
          </p:cNvPr>
          <p:cNvGrpSpPr/>
          <p:nvPr/>
        </p:nvGrpSpPr>
        <p:grpSpPr>
          <a:xfrm>
            <a:off x="1351843" y="3952174"/>
            <a:ext cx="2044419" cy="2336931"/>
            <a:chOff x="22416899" y="4610478"/>
            <a:chExt cx="4734361" cy="5411746"/>
          </a:xfrm>
        </p:grpSpPr>
        <p:pic>
          <p:nvPicPr>
            <p:cNvPr id="13" name="Picture 12" descr="A map of a river&#10;&#10;Description automatically generated with medium confidence">
              <a:extLst>
                <a:ext uri="{FF2B5EF4-FFF2-40B4-BE49-F238E27FC236}">
                  <a16:creationId xmlns:a16="http://schemas.microsoft.com/office/drawing/2014/main" id="{CAD318FB-B8E1-6C96-F6AE-6EA16C481B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914" t="12205" r="39024" b="5842"/>
            <a:stretch/>
          </p:blipFill>
          <p:spPr>
            <a:xfrm>
              <a:off x="22416899" y="4610478"/>
              <a:ext cx="4734361" cy="5411746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A2FA94-A9B9-3A7E-BC08-4B4F83ED7319}"/>
                </a:ext>
              </a:extLst>
            </p:cNvPr>
            <p:cNvSpPr/>
            <p:nvPr/>
          </p:nvSpPr>
          <p:spPr>
            <a:xfrm>
              <a:off x="22416899" y="6583132"/>
              <a:ext cx="328801" cy="168590"/>
            </a:xfrm>
            <a:prstGeom prst="rect">
              <a:avLst/>
            </a:prstGeom>
            <a:solidFill>
              <a:srgbClr val="EFEFE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0E3A50D-C4F1-EE54-A92B-CED8AC871E49}"/>
                </a:ext>
              </a:extLst>
            </p:cNvPr>
            <p:cNvSpPr/>
            <p:nvPr/>
          </p:nvSpPr>
          <p:spPr>
            <a:xfrm>
              <a:off x="24618950" y="4989282"/>
              <a:ext cx="394613" cy="168590"/>
            </a:xfrm>
            <a:prstGeom prst="rect">
              <a:avLst/>
            </a:prstGeom>
            <a:solidFill>
              <a:srgbClr val="EFEFE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Graphic 15" descr="Crocodile with solid fill">
            <a:extLst>
              <a:ext uri="{FF2B5EF4-FFF2-40B4-BE49-F238E27FC236}">
                <a16:creationId xmlns:a16="http://schemas.microsoft.com/office/drawing/2014/main" id="{42C21474-ADB3-624F-DDD1-7F45197B5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8858" y="3566612"/>
            <a:ext cx="1098277" cy="1098277"/>
          </a:xfrm>
          <a:prstGeom prst="rect">
            <a:avLst/>
          </a:prstGeom>
        </p:spPr>
      </p:pic>
      <p:pic>
        <p:nvPicPr>
          <p:cNvPr id="17" name="Graphic 16" descr="Crocodile with solid fill">
            <a:extLst>
              <a:ext uri="{FF2B5EF4-FFF2-40B4-BE49-F238E27FC236}">
                <a16:creationId xmlns:a16="http://schemas.microsoft.com/office/drawing/2014/main" id="{30E30D16-B7A6-47AD-F1DE-B21FB9513E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8858" y="4079310"/>
            <a:ext cx="1098277" cy="1098277"/>
          </a:xfrm>
          <a:prstGeom prst="rect">
            <a:avLst/>
          </a:prstGeom>
        </p:spPr>
      </p:pic>
      <p:sp>
        <p:nvSpPr>
          <p:cNvPr id="18" name="Graphic 21" descr="Crocodile with solid fill">
            <a:extLst>
              <a:ext uri="{FF2B5EF4-FFF2-40B4-BE49-F238E27FC236}">
                <a16:creationId xmlns:a16="http://schemas.microsoft.com/office/drawing/2014/main" id="{C0AE66C4-A0B3-343F-B145-2FE34146A2B1}"/>
              </a:ext>
            </a:extLst>
          </p:cNvPr>
          <p:cNvSpPr/>
          <p:nvPr/>
        </p:nvSpPr>
        <p:spPr>
          <a:xfrm>
            <a:off x="4280522" y="4932898"/>
            <a:ext cx="1052515" cy="428657"/>
          </a:xfrm>
          <a:custGeom>
            <a:avLst/>
            <a:gdLst>
              <a:gd name="connsiteX0" fmla="*/ 524801 w 536463"/>
              <a:gd name="connsiteY0" fmla="*/ 96032 h 218485"/>
              <a:gd name="connsiteX1" fmla="*/ 425672 w 536463"/>
              <a:gd name="connsiteY1" fmla="*/ 96032 h 218485"/>
              <a:gd name="connsiteX2" fmla="*/ 450454 w 536463"/>
              <a:gd name="connsiteY2" fmla="*/ 78072 h 218485"/>
              <a:gd name="connsiteX3" fmla="*/ 461767 w 536463"/>
              <a:gd name="connsiteY3" fmla="*/ 84952 h 218485"/>
              <a:gd name="connsiteX4" fmla="*/ 458735 w 536463"/>
              <a:gd name="connsiteY4" fmla="*/ 72066 h 218485"/>
              <a:gd name="connsiteX5" fmla="*/ 467540 w 536463"/>
              <a:gd name="connsiteY5" fmla="*/ 65710 h 218485"/>
              <a:gd name="connsiteX6" fmla="*/ 478502 w 536463"/>
              <a:gd name="connsiteY6" fmla="*/ 72707 h 218485"/>
              <a:gd name="connsiteX7" fmla="*/ 475587 w 536463"/>
              <a:gd name="connsiteY7" fmla="*/ 60170 h 218485"/>
              <a:gd name="connsiteX8" fmla="*/ 484566 w 536463"/>
              <a:gd name="connsiteY8" fmla="*/ 53639 h 218485"/>
              <a:gd name="connsiteX9" fmla="*/ 495063 w 536463"/>
              <a:gd name="connsiteY9" fmla="*/ 60112 h 218485"/>
              <a:gd name="connsiteX10" fmla="*/ 492264 w 536463"/>
              <a:gd name="connsiteY10" fmla="*/ 48100 h 218485"/>
              <a:gd name="connsiteX11" fmla="*/ 501477 w 536463"/>
              <a:gd name="connsiteY11" fmla="*/ 41102 h 218485"/>
              <a:gd name="connsiteX12" fmla="*/ 511798 w 536463"/>
              <a:gd name="connsiteY12" fmla="*/ 47400 h 218485"/>
              <a:gd name="connsiteX13" fmla="*/ 509057 w 536463"/>
              <a:gd name="connsiteY13" fmla="*/ 35738 h 218485"/>
              <a:gd name="connsiteX14" fmla="*/ 527192 w 536463"/>
              <a:gd name="connsiteY14" fmla="*/ 22559 h 218485"/>
              <a:gd name="connsiteX15" fmla="*/ 528825 w 536463"/>
              <a:gd name="connsiteY15" fmla="*/ 16728 h 218485"/>
              <a:gd name="connsiteX16" fmla="*/ 526259 w 536463"/>
              <a:gd name="connsiteY16" fmla="*/ 11597 h 218485"/>
              <a:gd name="connsiteX17" fmla="*/ 503634 w 536463"/>
              <a:gd name="connsiteY17" fmla="*/ 2442 h 218485"/>
              <a:gd name="connsiteX18" fmla="*/ 396517 w 536463"/>
              <a:gd name="connsiteY18" fmla="*/ 37720 h 218485"/>
              <a:gd name="connsiteX19" fmla="*/ 393543 w 536463"/>
              <a:gd name="connsiteY19" fmla="*/ 33580 h 218485"/>
              <a:gd name="connsiteX20" fmla="*/ 348661 w 536463"/>
              <a:gd name="connsiteY20" fmla="*/ 25982 h 218485"/>
              <a:gd name="connsiteX21" fmla="*/ 341063 w 536463"/>
              <a:gd name="connsiteY21" fmla="*/ 33580 h 218485"/>
              <a:gd name="connsiteX22" fmla="*/ 338205 w 536463"/>
              <a:gd name="connsiteY22" fmla="*/ 37720 h 218485"/>
              <a:gd name="connsiteX23" fmla="*/ 54346 w 536463"/>
              <a:gd name="connsiteY23" fmla="*/ 45243 h 218485"/>
              <a:gd name="connsiteX24" fmla="*/ 39710 w 536463"/>
              <a:gd name="connsiteY24" fmla="*/ 55039 h 218485"/>
              <a:gd name="connsiteX25" fmla="*/ 38777 w 536463"/>
              <a:gd name="connsiteY25" fmla="*/ 55739 h 218485"/>
              <a:gd name="connsiteX26" fmla="*/ 38777 w 536463"/>
              <a:gd name="connsiteY26" fmla="*/ 55739 h 218485"/>
              <a:gd name="connsiteX27" fmla="*/ 0 w 536463"/>
              <a:gd name="connsiteY27" fmla="*/ 116032 h 218485"/>
              <a:gd name="connsiteX28" fmla="*/ 200474 w 536463"/>
              <a:gd name="connsiteY28" fmla="*/ 218485 h 218485"/>
              <a:gd name="connsiteX29" fmla="*/ 280302 w 536463"/>
              <a:gd name="connsiteY29" fmla="*/ 218485 h 218485"/>
              <a:gd name="connsiteX30" fmla="*/ 290774 w 536463"/>
              <a:gd name="connsiteY30" fmla="*/ 206390 h 218485"/>
              <a:gd name="connsiteX31" fmla="*/ 280302 w 536463"/>
              <a:gd name="connsiteY31" fmla="*/ 195919 h 218485"/>
              <a:gd name="connsiteX32" fmla="*/ 222632 w 536463"/>
              <a:gd name="connsiteY32" fmla="*/ 195919 h 218485"/>
              <a:gd name="connsiteX33" fmla="*/ 61693 w 536463"/>
              <a:gd name="connsiteY33" fmla="*/ 119648 h 218485"/>
              <a:gd name="connsiteX34" fmla="*/ 116623 w 536463"/>
              <a:gd name="connsiteY34" fmla="*/ 119648 h 218485"/>
              <a:gd name="connsiteX35" fmla="*/ 116623 w 536463"/>
              <a:gd name="connsiteY35" fmla="*/ 148803 h 218485"/>
              <a:gd name="connsiteX36" fmla="*/ 134116 w 536463"/>
              <a:gd name="connsiteY36" fmla="*/ 166297 h 218485"/>
              <a:gd name="connsiteX37" fmla="*/ 180765 w 536463"/>
              <a:gd name="connsiteY37" fmla="*/ 166297 h 218485"/>
              <a:gd name="connsiteX38" fmla="*/ 198277 w 536463"/>
              <a:gd name="connsiteY38" fmla="*/ 149530 h 218485"/>
              <a:gd name="connsiteX39" fmla="*/ 198258 w 536463"/>
              <a:gd name="connsiteY39" fmla="*/ 148278 h 218485"/>
              <a:gd name="connsiteX40" fmla="*/ 179832 w 536463"/>
              <a:gd name="connsiteY40" fmla="*/ 131018 h 218485"/>
              <a:gd name="connsiteX41" fmla="*/ 152484 w 536463"/>
              <a:gd name="connsiteY41" fmla="*/ 131018 h 218485"/>
              <a:gd name="connsiteX42" fmla="*/ 162397 w 536463"/>
              <a:gd name="connsiteY42" fmla="*/ 119356 h 218485"/>
              <a:gd name="connsiteX43" fmla="*/ 148101 w 536463"/>
              <a:gd name="connsiteY43" fmla="*/ 75705 h 218485"/>
              <a:gd name="connsiteX44" fmla="*/ 147702 w 536463"/>
              <a:gd name="connsiteY44" fmla="*/ 75506 h 218485"/>
              <a:gd name="connsiteX45" fmla="*/ 144729 w 536463"/>
              <a:gd name="connsiteY45" fmla="*/ 68625 h 218485"/>
              <a:gd name="connsiteX46" fmla="*/ 151987 w 536463"/>
              <a:gd name="connsiteY46" fmla="*/ 64710 h 218485"/>
              <a:gd name="connsiteX47" fmla="*/ 152775 w 536463"/>
              <a:gd name="connsiteY47" fmla="*/ 65010 h 218485"/>
              <a:gd name="connsiteX48" fmla="*/ 174934 w 536463"/>
              <a:gd name="connsiteY48" fmla="*/ 119356 h 218485"/>
              <a:gd name="connsiteX49" fmla="*/ 174934 w 536463"/>
              <a:gd name="connsiteY49" fmla="*/ 119356 h 218485"/>
              <a:gd name="connsiteX50" fmla="*/ 250738 w 536463"/>
              <a:gd name="connsiteY50" fmla="*/ 119356 h 218485"/>
              <a:gd name="connsiteX51" fmla="*/ 250738 w 536463"/>
              <a:gd name="connsiteY51" fmla="*/ 148512 h 218485"/>
              <a:gd name="connsiteX52" fmla="*/ 268232 w 536463"/>
              <a:gd name="connsiteY52" fmla="*/ 166005 h 218485"/>
              <a:gd name="connsiteX53" fmla="*/ 314881 w 536463"/>
              <a:gd name="connsiteY53" fmla="*/ 166005 h 218485"/>
              <a:gd name="connsiteX54" fmla="*/ 332393 w 536463"/>
              <a:gd name="connsiteY54" fmla="*/ 149238 h 218485"/>
              <a:gd name="connsiteX55" fmla="*/ 332374 w 536463"/>
              <a:gd name="connsiteY55" fmla="*/ 147987 h 218485"/>
              <a:gd name="connsiteX56" fmla="*/ 313948 w 536463"/>
              <a:gd name="connsiteY56" fmla="*/ 131018 h 218485"/>
              <a:gd name="connsiteX57" fmla="*/ 286600 w 536463"/>
              <a:gd name="connsiteY57" fmla="*/ 131018 h 218485"/>
              <a:gd name="connsiteX58" fmla="*/ 296513 w 536463"/>
              <a:gd name="connsiteY58" fmla="*/ 119356 h 218485"/>
              <a:gd name="connsiteX59" fmla="*/ 282217 w 536463"/>
              <a:gd name="connsiteY59" fmla="*/ 75705 h 218485"/>
              <a:gd name="connsiteX60" fmla="*/ 281818 w 536463"/>
              <a:gd name="connsiteY60" fmla="*/ 75506 h 218485"/>
              <a:gd name="connsiteX61" fmla="*/ 278844 w 536463"/>
              <a:gd name="connsiteY61" fmla="*/ 68625 h 218485"/>
              <a:gd name="connsiteX62" fmla="*/ 286102 w 536463"/>
              <a:gd name="connsiteY62" fmla="*/ 64710 h 218485"/>
              <a:gd name="connsiteX63" fmla="*/ 286891 w 536463"/>
              <a:gd name="connsiteY63" fmla="*/ 65010 h 218485"/>
              <a:gd name="connsiteX64" fmla="*/ 309050 w 536463"/>
              <a:gd name="connsiteY64" fmla="*/ 119356 h 218485"/>
              <a:gd name="connsiteX65" fmla="*/ 309050 w 536463"/>
              <a:gd name="connsiteY65" fmla="*/ 119356 h 218485"/>
              <a:gd name="connsiteX66" fmla="*/ 524801 w 536463"/>
              <a:gd name="connsiteY66" fmla="*/ 119356 h 218485"/>
              <a:gd name="connsiteX67" fmla="*/ 536464 w 536463"/>
              <a:gd name="connsiteY67" fmla="*/ 107694 h 218485"/>
              <a:gd name="connsiteX68" fmla="*/ 524801 w 536463"/>
              <a:gd name="connsiteY68" fmla="*/ 96032 h 21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536463" h="218485">
                <a:moveTo>
                  <a:pt x="524801" y="96032"/>
                </a:moveTo>
                <a:lnTo>
                  <a:pt x="425672" y="96032"/>
                </a:lnTo>
                <a:lnTo>
                  <a:pt x="450454" y="78072"/>
                </a:lnTo>
                <a:lnTo>
                  <a:pt x="461767" y="84952"/>
                </a:lnTo>
                <a:lnTo>
                  <a:pt x="458735" y="72066"/>
                </a:lnTo>
                <a:lnTo>
                  <a:pt x="467540" y="65710"/>
                </a:lnTo>
                <a:lnTo>
                  <a:pt x="478502" y="72707"/>
                </a:lnTo>
                <a:lnTo>
                  <a:pt x="475587" y="60170"/>
                </a:lnTo>
                <a:lnTo>
                  <a:pt x="484566" y="53639"/>
                </a:lnTo>
                <a:lnTo>
                  <a:pt x="495063" y="60112"/>
                </a:lnTo>
                <a:lnTo>
                  <a:pt x="492264" y="48100"/>
                </a:lnTo>
                <a:lnTo>
                  <a:pt x="501477" y="41102"/>
                </a:lnTo>
                <a:lnTo>
                  <a:pt x="511798" y="47400"/>
                </a:lnTo>
                <a:lnTo>
                  <a:pt x="509057" y="35738"/>
                </a:lnTo>
                <a:lnTo>
                  <a:pt x="527192" y="22559"/>
                </a:lnTo>
                <a:cubicBezTo>
                  <a:pt x="529117" y="21296"/>
                  <a:pt x="529814" y="18807"/>
                  <a:pt x="528825" y="16728"/>
                </a:cubicBezTo>
                <a:lnTo>
                  <a:pt x="526259" y="11597"/>
                </a:lnTo>
                <a:cubicBezTo>
                  <a:pt x="522090" y="3292"/>
                  <a:pt x="512405" y="-627"/>
                  <a:pt x="503634" y="2442"/>
                </a:cubicBezTo>
                <a:lnTo>
                  <a:pt x="396517" y="37720"/>
                </a:lnTo>
                <a:lnTo>
                  <a:pt x="393543" y="33580"/>
                </a:lnTo>
                <a:cubicBezTo>
                  <a:pt x="383247" y="19088"/>
                  <a:pt x="363153" y="15686"/>
                  <a:pt x="348661" y="25982"/>
                </a:cubicBezTo>
                <a:cubicBezTo>
                  <a:pt x="345720" y="28071"/>
                  <a:pt x="343152" y="30640"/>
                  <a:pt x="341063" y="33580"/>
                </a:cubicBezTo>
                <a:lnTo>
                  <a:pt x="338205" y="37720"/>
                </a:lnTo>
                <a:cubicBezTo>
                  <a:pt x="263742" y="-20591"/>
                  <a:pt x="136857" y="-5955"/>
                  <a:pt x="54346" y="45243"/>
                </a:cubicBezTo>
                <a:cubicBezTo>
                  <a:pt x="49215" y="48391"/>
                  <a:pt x="44317" y="51657"/>
                  <a:pt x="39710" y="55039"/>
                </a:cubicBezTo>
                <a:lnTo>
                  <a:pt x="38777" y="55739"/>
                </a:lnTo>
                <a:lnTo>
                  <a:pt x="38777" y="55739"/>
                </a:lnTo>
                <a:cubicBezTo>
                  <a:pt x="15452" y="73232"/>
                  <a:pt x="0" y="93932"/>
                  <a:pt x="0" y="116032"/>
                </a:cubicBezTo>
                <a:cubicBezTo>
                  <a:pt x="0" y="166005"/>
                  <a:pt x="51022" y="218485"/>
                  <a:pt x="200474" y="218485"/>
                </a:cubicBezTo>
                <a:lnTo>
                  <a:pt x="280302" y="218485"/>
                </a:lnTo>
                <a:cubicBezTo>
                  <a:pt x="286534" y="218037"/>
                  <a:pt x="291222" y="212622"/>
                  <a:pt x="290774" y="206390"/>
                </a:cubicBezTo>
                <a:cubicBezTo>
                  <a:pt x="290370" y="200783"/>
                  <a:pt x="285910" y="196322"/>
                  <a:pt x="280302" y="195919"/>
                </a:cubicBezTo>
                <a:lnTo>
                  <a:pt x="222632" y="195919"/>
                </a:lnTo>
                <a:cubicBezTo>
                  <a:pt x="118838" y="195919"/>
                  <a:pt x="71431" y="162390"/>
                  <a:pt x="61693" y="119648"/>
                </a:cubicBezTo>
                <a:lnTo>
                  <a:pt x="116623" y="119648"/>
                </a:lnTo>
                <a:lnTo>
                  <a:pt x="116623" y="148803"/>
                </a:lnTo>
                <a:cubicBezTo>
                  <a:pt x="116623" y="158465"/>
                  <a:pt x="124454" y="166297"/>
                  <a:pt x="134116" y="166297"/>
                </a:cubicBezTo>
                <a:lnTo>
                  <a:pt x="180765" y="166297"/>
                </a:lnTo>
                <a:cubicBezTo>
                  <a:pt x="190231" y="166503"/>
                  <a:pt x="198071" y="158996"/>
                  <a:pt x="198277" y="149530"/>
                </a:cubicBezTo>
                <a:cubicBezTo>
                  <a:pt x="198286" y="149112"/>
                  <a:pt x="198280" y="148695"/>
                  <a:pt x="198258" y="148278"/>
                </a:cubicBezTo>
                <a:cubicBezTo>
                  <a:pt x="197910" y="138436"/>
                  <a:pt x="189676" y="130723"/>
                  <a:pt x="179832" y="131018"/>
                </a:cubicBezTo>
                <a:lnTo>
                  <a:pt x="152484" y="131018"/>
                </a:lnTo>
                <a:cubicBezTo>
                  <a:pt x="156699" y="128007"/>
                  <a:pt x="160104" y="124001"/>
                  <a:pt x="162397" y="119356"/>
                </a:cubicBezTo>
                <a:cubicBezTo>
                  <a:pt x="170503" y="103354"/>
                  <a:pt x="164103" y="83811"/>
                  <a:pt x="148101" y="75705"/>
                </a:cubicBezTo>
                <a:cubicBezTo>
                  <a:pt x="147969" y="75637"/>
                  <a:pt x="147836" y="75571"/>
                  <a:pt x="147702" y="75506"/>
                </a:cubicBezTo>
                <a:cubicBezTo>
                  <a:pt x="145173" y="74238"/>
                  <a:pt x="143919" y="71337"/>
                  <a:pt x="144729" y="68625"/>
                </a:cubicBezTo>
                <a:cubicBezTo>
                  <a:pt x="145652" y="65540"/>
                  <a:pt x="148901" y="63787"/>
                  <a:pt x="151987" y="64710"/>
                </a:cubicBezTo>
                <a:cubicBezTo>
                  <a:pt x="152257" y="64791"/>
                  <a:pt x="152520" y="64891"/>
                  <a:pt x="152775" y="65010"/>
                </a:cubicBezTo>
                <a:cubicBezTo>
                  <a:pt x="172797" y="74957"/>
                  <a:pt x="182292" y="98246"/>
                  <a:pt x="174934" y="119356"/>
                </a:cubicBezTo>
                <a:lnTo>
                  <a:pt x="174934" y="119356"/>
                </a:lnTo>
                <a:lnTo>
                  <a:pt x="250738" y="119356"/>
                </a:lnTo>
                <a:lnTo>
                  <a:pt x="250738" y="148512"/>
                </a:lnTo>
                <a:cubicBezTo>
                  <a:pt x="250738" y="158173"/>
                  <a:pt x="258570" y="166005"/>
                  <a:pt x="268232" y="166005"/>
                </a:cubicBezTo>
                <a:lnTo>
                  <a:pt x="314881" y="166005"/>
                </a:lnTo>
                <a:cubicBezTo>
                  <a:pt x="324346" y="166211"/>
                  <a:pt x="332187" y="158704"/>
                  <a:pt x="332393" y="149238"/>
                </a:cubicBezTo>
                <a:cubicBezTo>
                  <a:pt x="332402" y="148821"/>
                  <a:pt x="332396" y="148404"/>
                  <a:pt x="332374" y="147987"/>
                </a:cubicBezTo>
                <a:cubicBezTo>
                  <a:pt x="331871" y="138260"/>
                  <a:pt x="323683" y="130720"/>
                  <a:pt x="313948" y="131018"/>
                </a:cubicBezTo>
                <a:lnTo>
                  <a:pt x="286600" y="131018"/>
                </a:lnTo>
                <a:cubicBezTo>
                  <a:pt x="290815" y="128007"/>
                  <a:pt x="294220" y="124001"/>
                  <a:pt x="296513" y="119356"/>
                </a:cubicBezTo>
                <a:cubicBezTo>
                  <a:pt x="304619" y="103354"/>
                  <a:pt x="298219" y="83811"/>
                  <a:pt x="282217" y="75705"/>
                </a:cubicBezTo>
                <a:cubicBezTo>
                  <a:pt x="282085" y="75637"/>
                  <a:pt x="281952" y="75571"/>
                  <a:pt x="281818" y="75506"/>
                </a:cubicBezTo>
                <a:cubicBezTo>
                  <a:pt x="279289" y="74238"/>
                  <a:pt x="278035" y="71337"/>
                  <a:pt x="278844" y="68625"/>
                </a:cubicBezTo>
                <a:cubicBezTo>
                  <a:pt x="279767" y="65540"/>
                  <a:pt x="283017" y="63787"/>
                  <a:pt x="286102" y="64710"/>
                </a:cubicBezTo>
                <a:cubicBezTo>
                  <a:pt x="286372" y="64791"/>
                  <a:pt x="286636" y="64891"/>
                  <a:pt x="286891" y="65010"/>
                </a:cubicBezTo>
                <a:cubicBezTo>
                  <a:pt x="306913" y="74957"/>
                  <a:pt x="316408" y="98246"/>
                  <a:pt x="309050" y="119356"/>
                </a:cubicBezTo>
                <a:lnTo>
                  <a:pt x="309050" y="119356"/>
                </a:lnTo>
                <a:lnTo>
                  <a:pt x="524801" y="119356"/>
                </a:lnTo>
                <a:cubicBezTo>
                  <a:pt x="531242" y="119356"/>
                  <a:pt x="536464" y="114135"/>
                  <a:pt x="536464" y="107694"/>
                </a:cubicBezTo>
                <a:cubicBezTo>
                  <a:pt x="536464" y="101253"/>
                  <a:pt x="531242" y="96032"/>
                  <a:pt x="524801" y="96032"/>
                </a:cubicBezTo>
                <a:close/>
              </a:path>
            </a:pathLst>
          </a:custGeom>
          <a:pattFill prst="ltUpDiag">
            <a:fgClr>
              <a:schemeClr val="bg1"/>
            </a:fgClr>
            <a:bgClr>
              <a:schemeClr val="accent2"/>
            </a:bgClr>
          </a:patt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C86617-2C49-DBB7-AA7C-0B94FB0A5C67}"/>
              </a:ext>
            </a:extLst>
          </p:cNvPr>
          <p:cNvSpPr txBox="1"/>
          <p:nvPr/>
        </p:nvSpPr>
        <p:spPr>
          <a:xfrm>
            <a:off x="3536540" y="3886400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E80FBE-189D-9438-6368-C16DCC0E07B9}"/>
              </a:ext>
            </a:extLst>
          </p:cNvPr>
          <p:cNvSpPr txBox="1"/>
          <p:nvPr/>
        </p:nvSpPr>
        <p:spPr>
          <a:xfrm>
            <a:off x="3536540" y="4376700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731128-C6BF-CA6C-0217-36D9E64C296E}"/>
              </a:ext>
            </a:extLst>
          </p:cNvPr>
          <p:cNvSpPr txBox="1"/>
          <p:nvPr/>
        </p:nvSpPr>
        <p:spPr>
          <a:xfrm>
            <a:off x="3536540" y="4867000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Graphic 36" descr="Crocodile with solid fill">
            <a:extLst>
              <a:ext uri="{FF2B5EF4-FFF2-40B4-BE49-F238E27FC236}">
                <a16:creationId xmlns:a16="http://schemas.microsoft.com/office/drawing/2014/main" id="{B2D9A66E-FD4F-1153-6196-F373DF8DFDA2}"/>
              </a:ext>
            </a:extLst>
          </p:cNvPr>
          <p:cNvSpPr/>
          <p:nvPr/>
        </p:nvSpPr>
        <p:spPr>
          <a:xfrm>
            <a:off x="4280522" y="5402478"/>
            <a:ext cx="1052515" cy="428657"/>
          </a:xfrm>
          <a:custGeom>
            <a:avLst/>
            <a:gdLst>
              <a:gd name="connsiteX0" fmla="*/ 524801 w 536463"/>
              <a:gd name="connsiteY0" fmla="*/ 96032 h 218485"/>
              <a:gd name="connsiteX1" fmla="*/ 425672 w 536463"/>
              <a:gd name="connsiteY1" fmla="*/ 96032 h 218485"/>
              <a:gd name="connsiteX2" fmla="*/ 450454 w 536463"/>
              <a:gd name="connsiteY2" fmla="*/ 78072 h 218485"/>
              <a:gd name="connsiteX3" fmla="*/ 461767 w 536463"/>
              <a:gd name="connsiteY3" fmla="*/ 84952 h 218485"/>
              <a:gd name="connsiteX4" fmla="*/ 458735 w 536463"/>
              <a:gd name="connsiteY4" fmla="*/ 72066 h 218485"/>
              <a:gd name="connsiteX5" fmla="*/ 467540 w 536463"/>
              <a:gd name="connsiteY5" fmla="*/ 65710 h 218485"/>
              <a:gd name="connsiteX6" fmla="*/ 478502 w 536463"/>
              <a:gd name="connsiteY6" fmla="*/ 72707 h 218485"/>
              <a:gd name="connsiteX7" fmla="*/ 475587 w 536463"/>
              <a:gd name="connsiteY7" fmla="*/ 60170 h 218485"/>
              <a:gd name="connsiteX8" fmla="*/ 484566 w 536463"/>
              <a:gd name="connsiteY8" fmla="*/ 53639 h 218485"/>
              <a:gd name="connsiteX9" fmla="*/ 495063 w 536463"/>
              <a:gd name="connsiteY9" fmla="*/ 60112 h 218485"/>
              <a:gd name="connsiteX10" fmla="*/ 492264 w 536463"/>
              <a:gd name="connsiteY10" fmla="*/ 48100 h 218485"/>
              <a:gd name="connsiteX11" fmla="*/ 501477 w 536463"/>
              <a:gd name="connsiteY11" fmla="*/ 41102 h 218485"/>
              <a:gd name="connsiteX12" fmla="*/ 511798 w 536463"/>
              <a:gd name="connsiteY12" fmla="*/ 47400 h 218485"/>
              <a:gd name="connsiteX13" fmla="*/ 509057 w 536463"/>
              <a:gd name="connsiteY13" fmla="*/ 35738 h 218485"/>
              <a:gd name="connsiteX14" fmla="*/ 527192 w 536463"/>
              <a:gd name="connsiteY14" fmla="*/ 22559 h 218485"/>
              <a:gd name="connsiteX15" fmla="*/ 528825 w 536463"/>
              <a:gd name="connsiteY15" fmla="*/ 16728 h 218485"/>
              <a:gd name="connsiteX16" fmla="*/ 526259 w 536463"/>
              <a:gd name="connsiteY16" fmla="*/ 11597 h 218485"/>
              <a:gd name="connsiteX17" fmla="*/ 503634 w 536463"/>
              <a:gd name="connsiteY17" fmla="*/ 2442 h 218485"/>
              <a:gd name="connsiteX18" fmla="*/ 396517 w 536463"/>
              <a:gd name="connsiteY18" fmla="*/ 37720 h 218485"/>
              <a:gd name="connsiteX19" fmla="*/ 393543 w 536463"/>
              <a:gd name="connsiteY19" fmla="*/ 33580 h 218485"/>
              <a:gd name="connsiteX20" fmla="*/ 348661 w 536463"/>
              <a:gd name="connsiteY20" fmla="*/ 25982 h 218485"/>
              <a:gd name="connsiteX21" fmla="*/ 341063 w 536463"/>
              <a:gd name="connsiteY21" fmla="*/ 33580 h 218485"/>
              <a:gd name="connsiteX22" fmla="*/ 338205 w 536463"/>
              <a:gd name="connsiteY22" fmla="*/ 37720 h 218485"/>
              <a:gd name="connsiteX23" fmla="*/ 54346 w 536463"/>
              <a:gd name="connsiteY23" fmla="*/ 45243 h 218485"/>
              <a:gd name="connsiteX24" fmla="*/ 39710 w 536463"/>
              <a:gd name="connsiteY24" fmla="*/ 55039 h 218485"/>
              <a:gd name="connsiteX25" fmla="*/ 38777 w 536463"/>
              <a:gd name="connsiteY25" fmla="*/ 55739 h 218485"/>
              <a:gd name="connsiteX26" fmla="*/ 38777 w 536463"/>
              <a:gd name="connsiteY26" fmla="*/ 55739 h 218485"/>
              <a:gd name="connsiteX27" fmla="*/ 0 w 536463"/>
              <a:gd name="connsiteY27" fmla="*/ 116032 h 218485"/>
              <a:gd name="connsiteX28" fmla="*/ 200474 w 536463"/>
              <a:gd name="connsiteY28" fmla="*/ 218485 h 218485"/>
              <a:gd name="connsiteX29" fmla="*/ 280302 w 536463"/>
              <a:gd name="connsiteY29" fmla="*/ 218485 h 218485"/>
              <a:gd name="connsiteX30" fmla="*/ 290774 w 536463"/>
              <a:gd name="connsiteY30" fmla="*/ 206390 h 218485"/>
              <a:gd name="connsiteX31" fmla="*/ 280302 w 536463"/>
              <a:gd name="connsiteY31" fmla="*/ 195919 h 218485"/>
              <a:gd name="connsiteX32" fmla="*/ 222632 w 536463"/>
              <a:gd name="connsiteY32" fmla="*/ 195919 h 218485"/>
              <a:gd name="connsiteX33" fmla="*/ 61693 w 536463"/>
              <a:gd name="connsiteY33" fmla="*/ 119648 h 218485"/>
              <a:gd name="connsiteX34" fmla="*/ 116623 w 536463"/>
              <a:gd name="connsiteY34" fmla="*/ 119648 h 218485"/>
              <a:gd name="connsiteX35" fmla="*/ 116623 w 536463"/>
              <a:gd name="connsiteY35" fmla="*/ 148803 h 218485"/>
              <a:gd name="connsiteX36" fmla="*/ 134116 w 536463"/>
              <a:gd name="connsiteY36" fmla="*/ 166297 h 218485"/>
              <a:gd name="connsiteX37" fmla="*/ 180765 w 536463"/>
              <a:gd name="connsiteY37" fmla="*/ 166297 h 218485"/>
              <a:gd name="connsiteX38" fmla="*/ 198277 w 536463"/>
              <a:gd name="connsiteY38" fmla="*/ 149530 h 218485"/>
              <a:gd name="connsiteX39" fmla="*/ 198258 w 536463"/>
              <a:gd name="connsiteY39" fmla="*/ 148278 h 218485"/>
              <a:gd name="connsiteX40" fmla="*/ 179832 w 536463"/>
              <a:gd name="connsiteY40" fmla="*/ 131018 h 218485"/>
              <a:gd name="connsiteX41" fmla="*/ 152484 w 536463"/>
              <a:gd name="connsiteY41" fmla="*/ 131018 h 218485"/>
              <a:gd name="connsiteX42" fmla="*/ 162397 w 536463"/>
              <a:gd name="connsiteY42" fmla="*/ 119356 h 218485"/>
              <a:gd name="connsiteX43" fmla="*/ 148101 w 536463"/>
              <a:gd name="connsiteY43" fmla="*/ 75705 h 218485"/>
              <a:gd name="connsiteX44" fmla="*/ 147702 w 536463"/>
              <a:gd name="connsiteY44" fmla="*/ 75506 h 218485"/>
              <a:gd name="connsiteX45" fmla="*/ 144729 w 536463"/>
              <a:gd name="connsiteY45" fmla="*/ 68625 h 218485"/>
              <a:gd name="connsiteX46" fmla="*/ 151987 w 536463"/>
              <a:gd name="connsiteY46" fmla="*/ 64710 h 218485"/>
              <a:gd name="connsiteX47" fmla="*/ 152775 w 536463"/>
              <a:gd name="connsiteY47" fmla="*/ 65010 h 218485"/>
              <a:gd name="connsiteX48" fmla="*/ 174934 w 536463"/>
              <a:gd name="connsiteY48" fmla="*/ 119356 h 218485"/>
              <a:gd name="connsiteX49" fmla="*/ 174934 w 536463"/>
              <a:gd name="connsiteY49" fmla="*/ 119356 h 218485"/>
              <a:gd name="connsiteX50" fmla="*/ 250738 w 536463"/>
              <a:gd name="connsiteY50" fmla="*/ 119356 h 218485"/>
              <a:gd name="connsiteX51" fmla="*/ 250738 w 536463"/>
              <a:gd name="connsiteY51" fmla="*/ 148512 h 218485"/>
              <a:gd name="connsiteX52" fmla="*/ 268232 w 536463"/>
              <a:gd name="connsiteY52" fmla="*/ 166005 h 218485"/>
              <a:gd name="connsiteX53" fmla="*/ 314881 w 536463"/>
              <a:gd name="connsiteY53" fmla="*/ 166005 h 218485"/>
              <a:gd name="connsiteX54" fmla="*/ 332393 w 536463"/>
              <a:gd name="connsiteY54" fmla="*/ 149238 h 218485"/>
              <a:gd name="connsiteX55" fmla="*/ 332374 w 536463"/>
              <a:gd name="connsiteY55" fmla="*/ 147987 h 218485"/>
              <a:gd name="connsiteX56" fmla="*/ 313948 w 536463"/>
              <a:gd name="connsiteY56" fmla="*/ 131018 h 218485"/>
              <a:gd name="connsiteX57" fmla="*/ 286600 w 536463"/>
              <a:gd name="connsiteY57" fmla="*/ 131018 h 218485"/>
              <a:gd name="connsiteX58" fmla="*/ 296513 w 536463"/>
              <a:gd name="connsiteY58" fmla="*/ 119356 h 218485"/>
              <a:gd name="connsiteX59" fmla="*/ 282217 w 536463"/>
              <a:gd name="connsiteY59" fmla="*/ 75705 h 218485"/>
              <a:gd name="connsiteX60" fmla="*/ 281818 w 536463"/>
              <a:gd name="connsiteY60" fmla="*/ 75506 h 218485"/>
              <a:gd name="connsiteX61" fmla="*/ 278844 w 536463"/>
              <a:gd name="connsiteY61" fmla="*/ 68625 h 218485"/>
              <a:gd name="connsiteX62" fmla="*/ 286102 w 536463"/>
              <a:gd name="connsiteY62" fmla="*/ 64710 h 218485"/>
              <a:gd name="connsiteX63" fmla="*/ 286891 w 536463"/>
              <a:gd name="connsiteY63" fmla="*/ 65010 h 218485"/>
              <a:gd name="connsiteX64" fmla="*/ 309050 w 536463"/>
              <a:gd name="connsiteY64" fmla="*/ 119356 h 218485"/>
              <a:gd name="connsiteX65" fmla="*/ 309050 w 536463"/>
              <a:gd name="connsiteY65" fmla="*/ 119356 h 218485"/>
              <a:gd name="connsiteX66" fmla="*/ 524801 w 536463"/>
              <a:gd name="connsiteY66" fmla="*/ 119356 h 218485"/>
              <a:gd name="connsiteX67" fmla="*/ 536464 w 536463"/>
              <a:gd name="connsiteY67" fmla="*/ 107694 h 218485"/>
              <a:gd name="connsiteX68" fmla="*/ 524801 w 536463"/>
              <a:gd name="connsiteY68" fmla="*/ 96032 h 21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536463" h="218485">
                <a:moveTo>
                  <a:pt x="524801" y="96032"/>
                </a:moveTo>
                <a:lnTo>
                  <a:pt x="425672" y="96032"/>
                </a:lnTo>
                <a:lnTo>
                  <a:pt x="450454" y="78072"/>
                </a:lnTo>
                <a:lnTo>
                  <a:pt x="461767" y="84952"/>
                </a:lnTo>
                <a:lnTo>
                  <a:pt x="458735" y="72066"/>
                </a:lnTo>
                <a:lnTo>
                  <a:pt x="467540" y="65710"/>
                </a:lnTo>
                <a:lnTo>
                  <a:pt x="478502" y="72707"/>
                </a:lnTo>
                <a:lnTo>
                  <a:pt x="475587" y="60170"/>
                </a:lnTo>
                <a:lnTo>
                  <a:pt x="484566" y="53639"/>
                </a:lnTo>
                <a:lnTo>
                  <a:pt x="495063" y="60112"/>
                </a:lnTo>
                <a:lnTo>
                  <a:pt x="492264" y="48100"/>
                </a:lnTo>
                <a:lnTo>
                  <a:pt x="501477" y="41102"/>
                </a:lnTo>
                <a:lnTo>
                  <a:pt x="511798" y="47400"/>
                </a:lnTo>
                <a:lnTo>
                  <a:pt x="509057" y="35738"/>
                </a:lnTo>
                <a:lnTo>
                  <a:pt x="527192" y="22559"/>
                </a:lnTo>
                <a:cubicBezTo>
                  <a:pt x="529117" y="21296"/>
                  <a:pt x="529814" y="18807"/>
                  <a:pt x="528825" y="16728"/>
                </a:cubicBezTo>
                <a:lnTo>
                  <a:pt x="526259" y="11597"/>
                </a:lnTo>
                <a:cubicBezTo>
                  <a:pt x="522090" y="3292"/>
                  <a:pt x="512405" y="-627"/>
                  <a:pt x="503634" y="2442"/>
                </a:cubicBezTo>
                <a:lnTo>
                  <a:pt x="396517" y="37720"/>
                </a:lnTo>
                <a:lnTo>
                  <a:pt x="393543" y="33580"/>
                </a:lnTo>
                <a:cubicBezTo>
                  <a:pt x="383247" y="19088"/>
                  <a:pt x="363153" y="15686"/>
                  <a:pt x="348661" y="25982"/>
                </a:cubicBezTo>
                <a:cubicBezTo>
                  <a:pt x="345720" y="28071"/>
                  <a:pt x="343152" y="30640"/>
                  <a:pt x="341063" y="33580"/>
                </a:cubicBezTo>
                <a:lnTo>
                  <a:pt x="338205" y="37720"/>
                </a:lnTo>
                <a:cubicBezTo>
                  <a:pt x="263742" y="-20591"/>
                  <a:pt x="136857" y="-5955"/>
                  <a:pt x="54346" y="45243"/>
                </a:cubicBezTo>
                <a:cubicBezTo>
                  <a:pt x="49215" y="48391"/>
                  <a:pt x="44317" y="51657"/>
                  <a:pt x="39710" y="55039"/>
                </a:cubicBezTo>
                <a:lnTo>
                  <a:pt x="38777" y="55739"/>
                </a:lnTo>
                <a:lnTo>
                  <a:pt x="38777" y="55739"/>
                </a:lnTo>
                <a:cubicBezTo>
                  <a:pt x="15452" y="73232"/>
                  <a:pt x="0" y="93932"/>
                  <a:pt x="0" y="116032"/>
                </a:cubicBezTo>
                <a:cubicBezTo>
                  <a:pt x="0" y="166005"/>
                  <a:pt x="51022" y="218485"/>
                  <a:pt x="200474" y="218485"/>
                </a:cubicBezTo>
                <a:lnTo>
                  <a:pt x="280302" y="218485"/>
                </a:lnTo>
                <a:cubicBezTo>
                  <a:pt x="286534" y="218037"/>
                  <a:pt x="291222" y="212622"/>
                  <a:pt x="290774" y="206390"/>
                </a:cubicBezTo>
                <a:cubicBezTo>
                  <a:pt x="290370" y="200783"/>
                  <a:pt x="285910" y="196322"/>
                  <a:pt x="280302" y="195919"/>
                </a:cubicBezTo>
                <a:lnTo>
                  <a:pt x="222632" y="195919"/>
                </a:lnTo>
                <a:cubicBezTo>
                  <a:pt x="118838" y="195919"/>
                  <a:pt x="71431" y="162390"/>
                  <a:pt x="61693" y="119648"/>
                </a:cubicBezTo>
                <a:lnTo>
                  <a:pt x="116623" y="119648"/>
                </a:lnTo>
                <a:lnTo>
                  <a:pt x="116623" y="148803"/>
                </a:lnTo>
                <a:cubicBezTo>
                  <a:pt x="116623" y="158465"/>
                  <a:pt x="124454" y="166297"/>
                  <a:pt x="134116" y="166297"/>
                </a:cubicBezTo>
                <a:lnTo>
                  <a:pt x="180765" y="166297"/>
                </a:lnTo>
                <a:cubicBezTo>
                  <a:pt x="190231" y="166503"/>
                  <a:pt x="198071" y="158996"/>
                  <a:pt x="198277" y="149530"/>
                </a:cubicBezTo>
                <a:cubicBezTo>
                  <a:pt x="198286" y="149112"/>
                  <a:pt x="198280" y="148695"/>
                  <a:pt x="198258" y="148278"/>
                </a:cubicBezTo>
                <a:cubicBezTo>
                  <a:pt x="197910" y="138436"/>
                  <a:pt x="189676" y="130723"/>
                  <a:pt x="179832" y="131018"/>
                </a:cubicBezTo>
                <a:lnTo>
                  <a:pt x="152484" y="131018"/>
                </a:lnTo>
                <a:cubicBezTo>
                  <a:pt x="156699" y="128007"/>
                  <a:pt x="160104" y="124001"/>
                  <a:pt x="162397" y="119356"/>
                </a:cubicBezTo>
                <a:cubicBezTo>
                  <a:pt x="170503" y="103354"/>
                  <a:pt x="164103" y="83811"/>
                  <a:pt x="148101" y="75705"/>
                </a:cubicBezTo>
                <a:cubicBezTo>
                  <a:pt x="147969" y="75637"/>
                  <a:pt x="147836" y="75571"/>
                  <a:pt x="147702" y="75506"/>
                </a:cubicBezTo>
                <a:cubicBezTo>
                  <a:pt x="145173" y="74238"/>
                  <a:pt x="143919" y="71337"/>
                  <a:pt x="144729" y="68625"/>
                </a:cubicBezTo>
                <a:cubicBezTo>
                  <a:pt x="145652" y="65540"/>
                  <a:pt x="148901" y="63787"/>
                  <a:pt x="151987" y="64710"/>
                </a:cubicBezTo>
                <a:cubicBezTo>
                  <a:pt x="152257" y="64791"/>
                  <a:pt x="152520" y="64891"/>
                  <a:pt x="152775" y="65010"/>
                </a:cubicBezTo>
                <a:cubicBezTo>
                  <a:pt x="172797" y="74957"/>
                  <a:pt x="182292" y="98246"/>
                  <a:pt x="174934" y="119356"/>
                </a:cubicBezTo>
                <a:lnTo>
                  <a:pt x="174934" y="119356"/>
                </a:lnTo>
                <a:lnTo>
                  <a:pt x="250738" y="119356"/>
                </a:lnTo>
                <a:lnTo>
                  <a:pt x="250738" y="148512"/>
                </a:lnTo>
                <a:cubicBezTo>
                  <a:pt x="250738" y="158173"/>
                  <a:pt x="258570" y="166005"/>
                  <a:pt x="268232" y="166005"/>
                </a:cubicBezTo>
                <a:lnTo>
                  <a:pt x="314881" y="166005"/>
                </a:lnTo>
                <a:cubicBezTo>
                  <a:pt x="324346" y="166211"/>
                  <a:pt x="332187" y="158704"/>
                  <a:pt x="332393" y="149238"/>
                </a:cubicBezTo>
                <a:cubicBezTo>
                  <a:pt x="332402" y="148821"/>
                  <a:pt x="332396" y="148404"/>
                  <a:pt x="332374" y="147987"/>
                </a:cubicBezTo>
                <a:cubicBezTo>
                  <a:pt x="331871" y="138260"/>
                  <a:pt x="323683" y="130720"/>
                  <a:pt x="313948" y="131018"/>
                </a:cubicBezTo>
                <a:lnTo>
                  <a:pt x="286600" y="131018"/>
                </a:lnTo>
                <a:cubicBezTo>
                  <a:pt x="290815" y="128007"/>
                  <a:pt x="294220" y="124001"/>
                  <a:pt x="296513" y="119356"/>
                </a:cubicBezTo>
                <a:cubicBezTo>
                  <a:pt x="304619" y="103354"/>
                  <a:pt x="298219" y="83811"/>
                  <a:pt x="282217" y="75705"/>
                </a:cubicBezTo>
                <a:cubicBezTo>
                  <a:pt x="282085" y="75637"/>
                  <a:pt x="281952" y="75571"/>
                  <a:pt x="281818" y="75506"/>
                </a:cubicBezTo>
                <a:cubicBezTo>
                  <a:pt x="279289" y="74238"/>
                  <a:pt x="278035" y="71337"/>
                  <a:pt x="278844" y="68625"/>
                </a:cubicBezTo>
                <a:cubicBezTo>
                  <a:pt x="279767" y="65540"/>
                  <a:pt x="283017" y="63787"/>
                  <a:pt x="286102" y="64710"/>
                </a:cubicBezTo>
                <a:cubicBezTo>
                  <a:pt x="286372" y="64791"/>
                  <a:pt x="286636" y="64891"/>
                  <a:pt x="286891" y="65010"/>
                </a:cubicBezTo>
                <a:cubicBezTo>
                  <a:pt x="306913" y="74957"/>
                  <a:pt x="316408" y="98246"/>
                  <a:pt x="309050" y="119356"/>
                </a:cubicBezTo>
                <a:lnTo>
                  <a:pt x="309050" y="119356"/>
                </a:lnTo>
                <a:lnTo>
                  <a:pt x="524801" y="119356"/>
                </a:lnTo>
                <a:cubicBezTo>
                  <a:pt x="531242" y="119356"/>
                  <a:pt x="536464" y="114135"/>
                  <a:pt x="536464" y="107694"/>
                </a:cubicBezTo>
                <a:cubicBezTo>
                  <a:pt x="536464" y="101253"/>
                  <a:pt x="531242" y="96032"/>
                  <a:pt x="524801" y="96032"/>
                </a:cubicBezTo>
                <a:close/>
              </a:path>
            </a:pathLst>
          </a:custGeom>
          <a:pattFill prst="pct90">
            <a:fgClr>
              <a:schemeClr val="accent3"/>
            </a:fgClr>
            <a:bgClr>
              <a:schemeClr val="bg1"/>
            </a:bgClr>
          </a:patt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4DB030-0061-56A6-1B88-C713D2367C33}"/>
              </a:ext>
            </a:extLst>
          </p:cNvPr>
          <p:cNvSpPr txBox="1"/>
          <p:nvPr/>
        </p:nvSpPr>
        <p:spPr>
          <a:xfrm>
            <a:off x="3536540" y="5357301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69E1C7-986C-23F3-28C6-A1FAF79F8DC8}"/>
              </a:ext>
            </a:extLst>
          </p:cNvPr>
          <p:cNvSpPr txBox="1"/>
          <p:nvPr/>
        </p:nvSpPr>
        <p:spPr>
          <a:xfrm>
            <a:off x="1424595" y="5012790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6510ED-F161-7C43-71A1-E834979CC2CB}"/>
              </a:ext>
            </a:extLst>
          </p:cNvPr>
          <p:cNvSpPr txBox="1"/>
          <p:nvPr/>
        </p:nvSpPr>
        <p:spPr>
          <a:xfrm>
            <a:off x="2267627" y="5328329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9F5E3D-2076-1068-01A4-5B755DFE5B80}"/>
              </a:ext>
            </a:extLst>
          </p:cNvPr>
          <p:cNvSpPr txBox="1"/>
          <p:nvPr/>
        </p:nvSpPr>
        <p:spPr>
          <a:xfrm>
            <a:off x="1610418" y="5910767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F7490C-417A-50CE-5DD2-41FAC5C04667}"/>
              </a:ext>
            </a:extLst>
          </p:cNvPr>
          <p:cNvSpPr txBox="1"/>
          <p:nvPr/>
        </p:nvSpPr>
        <p:spPr>
          <a:xfrm>
            <a:off x="2144307" y="6225272"/>
            <a:ext cx="83069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37787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596994-F9D8-6531-00E7-84E9BF4BE553}"/>
              </a:ext>
            </a:extLst>
          </p:cNvPr>
          <p:cNvSpPr txBox="1"/>
          <p:nvPr/>
        </p:nvSpPr>
        <p:spPr>
          <a:xfrm>
            <a:off x="5454522" y="3882305"/>
            <a:ext cx="3118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Lake Waccamaw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211F85-2F65-A7B5-4169-D983172F9E18}"/>
              </a:ext>
            </a:extLst>
          </p:cNvPr>
          <p:cNvSpPr txBox="1"/>
          <p:nvPr/>
        </p:nvSpPr>
        <p:spPr>
          <a:xfrm>
            <a:off x="5454522" y="4400323"/>
            <a:ext cx="2282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Cape Fear River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741378-CB97-1FA4-7B56-850D4BF33D95}"/>
              </a:ext>
            </a:extLst>
          </p:cNvPr>
          <p:cNvSpPr txBox="1"/>
          <p:nvPr/>
        </p:nvSpPr>
        <p:spPr>
          <a:xfrm>
            <a:off x="5459719" y="4910041"/>
            <a:ext cx="1408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Coastal NC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44C25B-C31D-F9DB-0CFB-D7F11A0F34EC}"/>
              </a:ext>
            </a:extLst>
          </p:cNvPr>
          <p:cNvSpPr txBox="1"/>
          <p:nvPr/>
        </p:nvSpPr>
        <p:spPr>
          <a:xfrm>
            <a:off x="5448678" y="5432140"/>
            <a:ext cx="1320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Florida</a:t>
            </a:r>
          </a:p>
        </p:txBody>
      </p:sp>
      <p:pic>
        <p:nvPicPr>
          <p:cNvPr id="38" name="Graphic 37" descr="Crocodile with solid fill">
            <a:extLst>
              <a:ext uri="{FF2B5EF4-FFF2-40B4-BE49-F238E27FC236}">
                <a16:creationId xmlns:a16="http://schemas.microsoft.com/office/drawing/2014/main" id="{1D293D35-EB1C-0839-B933-5A192B3A0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4383" y="5279373"/>
            <a:ext cx="529080" cy="529080"/>
          </a:xfrm>
          <a:prstGeom prst="rect">
            <a:avLst/>
          </a:prstGeom>
        </p:spPr>
      </p:pic>
      <p:pic>
        <p:nvPicPr>
          <p:cNvPr id="39" name="Graphic 38" descr="Crocodile with solid fill">
            <a:extLst>
              <a:ext uri="{FF2B5EF4-FFF2-40B4-BE49-F238E27FC236}">
                <a16:creationId xmlns:a16="http://schemas.microsoft.com/office/drawing/2014/main" id="{85F88D8B-A428-F23F-5457-DCA7FB3C43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47106" y="5523994"/>
            <a:ext cx="581605" cy="581605"/>
          </a:xfrm>
          <a:prstGeom prst="rect">
            <a:avLst/>
          </a:prstGeom>
        </p:spPr>
      </p:pic>
      <p:sp>
        <p:nvSpPr>
          <p:cNvPr id="40" name="Graphic 21" descr="Crocodile with solid fill">
            <a:extLst>
              <a:ext uri="{FF2B5EF4-FFF2-40B4-BE49-F238E27FC236}">
                <a16:creationId xmlns:a16="http://schemas.microsoft.com/office/drawing/2014/main" id="{3197F5EF-67FA-960B-2B19-E5CA2C940383}"/>
              </a:ext>
            </a:extLst>
          </p:cNvPr>
          <p:cNvSpPr/>
          <p:nvPr/>
        </p:nvSpPr>
        <p:spPr>
          <a:xfrm>
            <a:off x="2160778" y="6051283"/>
            <a:ext cx="559810" cy="227993"/>
          </a:xfrm>
          <a:custGeom>
            <a:avLst/>
            <a:gdLst>
              <a:gd name="connsiteX0" fmla="*/ 524801 w 536463"/>
              <a:gd name="connsiteY0" fmla="*/ 96032 h 218485"/>
              <a:gd name="connsiteX1" fmla="*/ 425672 w 536463"/>
              <a:gd name="connsiteY1" fmla="*/ 96032 h 218485"/>
              <a:gd name="connsiteX2" fmla="*/ 450454 w 536463"/>
              <a:gd name="connsiteY2" fmla="*/ 78072 h 218485"/>
              <a:gd name="connsiteX3" fmla="*/ 461767 w 536463"/>
              <a:gd name="connsiteY3" fmla="*/ 84952 h 218485"/>
              <a:gd name="connsiteX4" fmla="*/ 458735 w 536463"/>
              <a:gd name="connsiteY4" fmla="*/ 72066 h 218485"/>
              <a:gd name="connsiteX5" fmla="*/ 467540 w 536463"/>
              <a:gd name="connsiteY5" fmla="*/ 65710 h 218485"/>
              <a:gd name="connsiteX6" fmla="*/ 478502 w 536463"/>
              <a:gd name="connsiteY6" fmla="*/ 72707 h 218485"/>
              <a:gd name="connsiteX7" fmla="*/ 475587 w 536463"/>
              <a:gd name="connsiteY7" fmla="*/ 60170 h 218485"/>
              <a:gd name="connsiteX8" fmla="*/ 484566 w 536463"/>
              <a:gd name="connsiteY8" fmla="*/ 53639 h 218485"/>
              <a:gd name="connsiteX9" fmla="*/ 495063 w 536463"/>
              <a:gd name="connsiteY9" fmla="*/ 60112 h 218485"/>
              <a:gd name="connsiteX10" fmla="*/ 492264 w 536463"/>
              <a:gd name="connsiteY10" fmla="*/ 48100 h 218485"/>
              <a:gd name="connsiteX11" fmla="*/ 501477 w 536463"/>
              <a:gd name="connsiteY11" fmla="*/ 41102 h 218485"/>
              <a:gd name="connsiteX12" fmla="*/ 511798 w 536463"/>
              <a:gd name="connsiteY12" fmla="*/ 47400 h 218485"/>
              <a:gd name="connsiteX13" fmla="*/ 509057 w 536463"/>
              <a:gd name="connsiteY13" fmla="*/ 35738 h 218485"/>
              <a:gd name="connsiteX14" fmla="*/ 527192 w 536463"/>
              <a:gd name="connsiteY14" fmla="*/ 22559 h 218485"/>
              <a:gd name="connsiteX15" fmla="*/ 528825 w 536463"/>
              <a:gd name="connsiteY15" fmla="*/ 16728 h 218485"/>
              <a:gd name="connsiteX16" fmla="*/ 526259 w 536463"/>
              <a:gd name="connsiteY16" fmla="*/ 11597 h 218485"/>
              <a:gd name="connsiteX17" fmla="*/ 503634 w 536463"/>
              <a:gd name="connsiteY17" fmla="*/ 2442 h 218485"/>
              <a:gd name="connsiteX18" fmla="*/ 396517 w 536463"/>
              <a:gd name="connsiteY18" fmla="*/ 37720 h 218485"/>
              <a:gd name="connsiteX19" fmla="*/ 393543 w 536463"/>
              <a:gd name="connsiteY19" fmla="*/ 33580 h 218485"/>
              <a:gd name="connsiteX20" fmla="*/ 348661 w 536463"/>
              <a:gd name="connsiteY20" fmla="*/ 25982 h 218485"/>
              <a:gd name="connsiteX21" fmla="*/ 341063 w 536463"/>
              <a:gd name="connsiteY21" fmla="*/ 33580 h 218485"/>
              <a:gd name="connsiteX22" fmla="*/ 338205 w 536463"/>
              <a:gd name="connsiteY22" fmla="*/ 37720 h 218485"/>
              <a:gd name="connsiteX23" fmla="*/ 54346 w 536463"/>
              <a:gd name="connsiteY23" fmla="*/ 45243 h 218485"/>
              <a:gd name="connsiteX24" fmla="*/ 39710 w 536463"/>
              <a:gd name="connsiteY24" fmla="*/ 55039 h 218485"/>
              <a:gd name="connsiteX25" fmla="*/ 38777 w 536463"/>
              <a:gd name="connsiteY25" fmla="*/ 55739 h 218485"/>
              <a:gd name="connsiteX26" fmla="*/ 38777 w 536463"/>
              <a:gd name="connsiteY26" fmla="*/ 55739 h 218485"/>
              <a:gd name="connsiteX27" fmla="*/ 0 w 536463"/>
              <a:gd name="connsiteY27" fmla="*/ 116032 h 218485"/>
              <a:gd name="connsiteX28" fmla="*/ 200474 w 536463"/>
              <a:gd name="connsiteY28" fmla="*/ 218485 h 218485"/>
              <a:gd name="connsiteX29" fmla="*/ 280302 w 536463"/>
              <a:gd name="connsiteY29" fmla="*/ 218485 h 218485"/>
              <a:gd name="connsiteX30" fmla="*/ 290774 w 536463"/>
              <a:gd name="connsiteY30" fmla="*/ 206390 h 218485"/>
              <a:gd name="connsiteX31" fmla="*/ 280302 w 536463"/>
              <a:gd name="connsiteY31" fmla="*/ 195919 h 218485"/>
              <a:gd name="connsiteX32" fmla="*/ 222632 w 536463"/>
              <a:gd name="connsiteY32" fmla="*/ 195919 h 218485"/>
              <a:gd name="connsiteX33" fmla="*/ 61693 w 536463"/>
              <a:gd name="connsiteY33" fmla="*/ 119648 h 218485"/>
              <a:gd name="connsiteX34" fmla="*/ 116623 w 536463"/>
              <a:gd name="connsiteY34" fmla="*/ 119648 h 218485"/>
              <a:gd name="connsiteX35" fmla="*/ 116623 w 536463"/>
              <a:gd name="connsiteY35" fmla="*/ 148803 h 218485"/>
              <a:gd name="connsiteX36" fmla="*/ 134116 w 536463"/>
              <a:gd name="connsiteY36" fmla="*/ 166297 h 218485"/>
              <a:gd name="connsiteX37" fmla="*/ 180765 w 536463"/>
              <a:gd name="connsiteY37" fmla="*/ 166297 h 218485"/>
              <a:gd name="connsiteX38" fmla="*/ 198277 w 536463"/>
              <a:gd name="connsiteY38" fmla="*/ 149530 h 218485"/>
              <a:gd name="connsiteX39" fmla="*/ 198258 w 536463"/>
              <a:gd name="connsiteY39" fmla="*/ 148278 h 218485"/>
              <a:gd name="connsiteX40" fmla="*/ 179832 w 536463"/>
              <a:gd name="connsiteY40" fmla="*/ 131018 h 218485"/>
              <a:gd name="connsiteX41" fmla="*/ 152484 w 536463"/>
              <a:gd name="connsiteY41" fmla="*/ 131018 h 218485"/>
              <a:gd name="connsiteX42" fmla="*/ 162397 w 536463"/>
              <a:gd name="connsiteY42" fmla="*/ 119356 h 218485"/>
              <a:gd name="connsiteX43" fmla="*/ 148101 w 536463"/>
              <a:gd name="connsiteY43" fmla="*/ 75705 h 218485"/>
              <a:gd name="connsiteX44" fmla="*/ 147702 w 536463"/>
              <a:gd name="connsiteY44" fmla="*/ 75506 h 218485"/>
              <a:gd name="connsiteX45" fmla="*/ 144729 w 536463"/>
              <a:gd name="connsiteY45" fmla="*/ 68625 h 218485"/>
              <a:gd name="connsiteX46" fmla="*/ 151987 w 536463"/>
              <a:gd name="connsiteY46" fmla="*/ 64710 h 218485"/>
              <a:gd name="connsiteX47" fmla="*/ 152775 w 536463"/>
              <a:gd name="connsiteY47" fmla="*/ 65010 h 218485"/>
              <a:gd name="connsiteX48" fmla="*/ 174934 w 536463"/>
              <a:gd name="connsiteY48" fmla="*/ 119356 h 218485"/>
              <a:gd name="connsiteX49" fmla="*/ 174934 w 536463"/>
              <a:gd name="connsiteY49" fmla="*/ 119356 h 218485"/>
              <a:gd name="connsiteX50" fmla="*/ 250738 w 536463"/>
              <a:gd name="connsiteY50" fmla="*/ 119356 h 218485"/>
              <a:gd name="connsiteX51" fmla="*/ 250738 w 536463"/>
              <a:gd name="connsiteY51" fmla="*/ 148512 h 218485"/>
              <a:gd name="connsiteX52" fmla="*/ 268232 w 536463"/>
              <a:gd name="connsiteY52" fmla="*/ 166005 h 218485"/>
              <a:gd name="connsiteX53" fmla="*/ 314881 w 536463"/>
              <a:gd name="connsiteY53" fmla="*/ 166005 h 218485"/>
              <a:gd name="connsiteX54" fmla="*/ 332393 w 536463"/>
              <a:gd name="connsiteY54" fmla="*/ 149238 h 218485"/>
              <a:gd name="connsiteX55" fmla="*/ 332374 w 536463"/>
              <a:gd name="connsiteY55" fmla="*/ 147987 h 218485"/>
              <a:gd name="connsiteX56" fmla="*/ 313948 w 536463"/>
              <a:gd name="connsiteY56" fmla="*/ 131018 h 218485"/>
              <a:gd name="connsiteX57" fmla="*/ 286600 w 536463"/>
              <a:gd name="connsiteY57" fmla="*/ 131018 h 218485"/>
              <a:gd name="connsiteX58" fmla="*/ 296513 w 536463"/>
              <a:gd name="connsiteY58" fmla="*/ 119356 h 218485"/>
              <a:gd name="connsiteX59" fmla="*/ 282217 w 536463"/>
              <a:gd name="connsiteY59" fmla="*/ 75705 h 218485"/>
              <a:gd name="connsiteX60" fmla="*/ 281818 w 536463"/>
              <a:gd name="connsiteY60" fmla="*/ 75506 h 218485"/>
              <a:gd name="connsiteX61" fmla="*/ 278844 w 536463"/>
              <a:gd name="connsiteY61" fmla="*/ 68625 h 218485"/>
              <a:gd name="connsiteX62" fmla="*/ 286102 w 536463"/>
              <a:gd name="connsiteY62" fmla="*/ 64710 h 218485"/>
              <a:gd name="connsiteX63" fmla="*/ 286891 w 536463"/>
              <a:gd name="connsiteY63" fmla="*/ 65010 h 218485"/>
              <a:gd name="connsiteX64" fmla="*/ 309050 w 536463"/>
              <a:gd name="connsiteY64" fmla="*/ 119356 h 218485"/>
              <a:gd name="connsiteX65" fmla="*/ 309050 w 536463"/>
              <a:gd name="connsiteY65" fmla="*/ 119356 h 218485"/>
              <a:gd name="connsiteX66" fmla="*/ 524801 w 536463"/>
              <a:gd name="connsiteY66" fmla="*/ 119356 h 218485"/>
              <a:gd name="connsiteX67" fmla="*/ 536464 w 536463"/>
              <a:gd name="connsiteY67" fmla="*/ 107694 h 218485"/>
              <a:gd name="connsiteX68" fmla="*/ 524801 w 536463"/>
              <a:gd name="connsiteY68" fmla="*/ 96032 h 21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536463" h="218485">
                <a:moveTo>
                  <a:pt x="524801" y="96032"/>
                </a:moveTo>
                <a:lnTo>
                  <a:pt x="425672" y="96032"/>
                </a:lnTo>
                <a:lnTo>
                  <a:pt x="450454" y="78072"/>
                </a:lnTo>
                <a:lnTo>
                  <a:pt x="461767" y="84952"/>
                </a:lnTo>
                <a:lnTo>
                  <a:pt x="458735" y="72066"/>
                </a:lnTo>
                <a:lnTo>
                  <a:pt x="467540" y="65710"/>
                </a:lnTo>
                <a:lnTo>
                  <a:pt x="478502" y="72707"/>
                </a:lnTo>
                <a:lnTo>
                  <a:pt x="475587" y="60170"/>
                </a:lnTo>
                <a:lnTo>
                  <a:pt x="484566" y="53639"/>
                </a:lnTo>
                <a:lnTo>
                  <a:pt x="495063" y="60112"/>
                </a:lnTo>
                <a:lnTo>
                  <a:pt x="492264" y="48100"/>
                </a:lnTo>
                <a:lnTo>
                  <a:pt x="501477" y="41102"/>
                </a:lnTo>
                <a:lnTo>
                  <a:pt x="511798" y="47400"/>
                </a:lnTo>
                <a:lnTo>
                  <a:pt x="509057" y="35738"/>
                </a:lnTo>
                <a:lnTo>
                  <a:pt x="527192" y="22559"/>
                </a:lnTo>
                <a:cubicBezTo>
                  <a:pt x="529117" y="21296"/>
                  <a:pt x="529814" y="18807"/>
                  <a:pt x="528825" y="16728"/>
                </a:cubicBezTo>
                <a:lnTo>
                  <a:pt x="526259" y="11597"/>
                </a:lnTo>
                <a:cubicBezTo>
                  <a:pt x="522090" y="3292"/>
                  <a:pt x="512405" y="-627"/>
                  <a:pt x="503634" y="2442"/>
                </a:cubicBezTo>
                <a:lnTo>
                  <a:pt x="396517" y="37720"/>
                </a:lnTo>
                <a:lnTo>
                  <a:pt x="393543" y="33580"/>
                </a:lnTo>
                <a:cubicBezTo>
                  <a:pt x="383247" y="19088"/>
                  <a:pt x="363153" y="15686"/>
                  <a:pt x="348661" y="25982"/>
                </a:cubicBezTo>
                <a:cubicBezTo>
                  <a:pt x="345720" y="28071"/>
                  <a:pt x="343152" y="30640"/>
                  <a:pt x="341063" y="33580"/>
                </a:cubicBezTo>
                <a:lnTo>
                  <a:pt x="338205" y="37720"/>
                </a:lnTo>
                <a:cubicBezTo>
                  <a:pt x="263742" y="-20591"/>
                  <a:pt x="136857" y="-5955"/>
                  <a:pt x="54346" y="45243"/>
                </a:cubicBezTo>
                <a:cubicBezTo>
                  <a:pt x="49215" y="48391"/>
                  <a:pt x="44317" y="51657"/>
                  <a:pt x="39710" y="55039"/>
                </a:cubicBezTo>
                <a:lnTo>
                  <a:pt x="38777" y="55739"/>
                </a:lnTo>
                <a:lnTo>
                  <a:pt x="38777" y="55739"/>
                </a:lnTo>
                <a:cubicBezTo>
                  <a:pt x="15452" y="73232"/>
                  <a:pt x="0" y="93932"/>
                  <a:pt x="0" y="116032"/>
                </a:cubicBezTo>
                <a:cubicBezTo>
                  <a:pt x="0" y="166005"/>
                  <a:pt x="51022" y="218485"/>
                  <a:pt x="200474" y="218485"/>
                </a:cubicBezTo>
                <a:lnTo>
                  <a:pt x="280302" y="218485"/>
                </a:lnTo>
                <a:cubicBezTo>
                  <a:pt x="286534" y="218037"/>
                  <a:pt x="291222" y="212622"/>
                  <a:pt x="290774" y="206390"/>
                </a:cubicBezTo>
                <a:cubicBezTo>
                  <a:pt x="290370" y="200783"/>
                  <a:pt x="285910" y="196322"/>
                  <a:pt x="280302" y="195919"/>
                </a:cubicBezTo>
                <a:lnTo>
                  <a:pt x="222632" y="195919"/>
                </a:lnTo>
                <a:cubicBezTo>
                  <a:pt x="118838" y="195919"/>
                  <a:pt x="71431" y="162390"/>
                  <a:pt x="61693" y="119648"/>
                </a:cubicBezTo>
                <a:lnTo>
                  <a:pt x="116623" y="119648"/>
                </a:lnTo>
                <a:lnTo>
                  <a:pt x="116623" y="148803"/>
                </a:lnTo>
                <a:cubicBezTo>
                  <a:pt x="116623" y="158465"/>
                  <a:pt x="124454" y="166297"/>
                  <a:pt x="134116" y="166297"/>
                </a:cubicBezTo>
                <a:lnTo>
                  <a:pt x="180765" y="166297"/>
                </a:lnTo>
                <a:cubicBezTo>
                  <a:pt x="190231" y="166503"/>
                  <a:pt x="198071" y="158996"/>
                  <a:pt x="198277" y="149530"/>
                </a:cubicBezTo>
                <a:cubicBezTo>
                  <a:pt x="198286" y="149112"/>
                  <a:pt x="198280" y="148695"/>
                  <a:pt x="198258" y="148278"/>
                </a:cubicBezTo>
                <a:cubicBezTo>
                  <a:pt x="197910" y="138436"/>
                  <a:pt x="189676" y="130723"/>
                  <a:pt x="179832" y="131018"/>
                </a:cubicBezTo>
                <a:lnTo>
                  <a:pt x="152484" y="131018"/>
                </a:lnTo>
                <a:cubicBezTo>
                  <a:pt x="156699" y="128007"/>
                  <a:pt x="160104" y="124001"/>
                  <a:pt x="162397" y="119356"/>
                </a:cubicBezTo>
                <a:cubicBezTo>
                  <a:pt x="170503" y="103354"/>
                  <a:pt x="164103" y="83811"/>
                  <a:pt x="148101" y="75705"/>
                </a:cubicBezTo>
                <a:cubicBezTo>
                  <a:pt x="147969" y="75637"/>
                  <a:pt x="147836" y="75571"/>
                  <a:pt x="147702" y="75506"/>
                </a:cubicBezTo>
                <a:cubicBezTo>
                  <a:pt x="145173" y="74238"/>
                  <a:pt x="143919" y="71337"/>
                  <a:pt x="144729" y="68625"/>
                </a:cubicBezTo>
                <a:cubicBezTo>
                  <a:pt x="145652" y="65540"/>
                  <a:pt x="148901" y="63787"/>
                  <a:pt x="151987" y="64710"/>
                </a:cubicBezTo>
                <a:cubicBezTo>
                  <a:pt x="152257" y="64791"/>
                  <a:pt x="152520" y="64891"/>
                  <a:pt x="152775" y="65010"/>
                </a:cubicBezTo>
                <a:cubicBezTo>
                  <a:pt x="172797" y="74957"/>
                  <a:pt x="182292" y="98246"/>
                  <a:pt x="174934" y="119356"/>
                </a:cubicBezTo>
                <a:lnTo>
                  <a:pt x="174934" y="119356"/>
                </a:lnTo>
                <a:lnTo>
                  <a:pt x="250738" y="119356"/>
                </a:lnTo>
                <a:lnTo>
                  <a:pt x="250738" y="148512"/>
                </a:lnTo>
                <a:cubicBezTo>
                  <a:pt x="250738" y="158173"/>
                  <a:pt x="258570" y="166005"/>
                  <a:pt x="268232" y="166005"/>
                </a:cubicBezTo>
                <a:lnTo>
                  <a:pt x="314881" y="166005"/>
                </a:lnTo>
                <a:cubicBezTo>
                  <a:pt x="324346" y="166211"/>
                  <a:pt x="332187" y="158704"/>
                  <a:pt x="332393" y="149238"/>
                </a:cubicBezTo>
                <a:cubicBezTo>
                  <a:pt x="332402" y="148821"/>
                  <a:pt x="332396" y="148404"/>
                  <a:pt x="332374" y="147987"/>
                </a:cubicBezTo>
                <a:cubicBezTo>
                  <a:pt x="331871" y="138260"/>
                  <a:pt x="323683" y="130720"/>
                  <a:pt x="313948" y="131018"/>
                </a:cubicBezTo>
                <a:lnTo>
                  <a:pt x="286600" y="131018"/>
                </a:lnTo>
                <a:cubicBezTo>
                  <a:pt x="290815" y="128007"/>
                  <a:pt x="294220" y="124001"/>
                  <a:pt x="296513" y="119356"/>
                </a:cubicBezTo>
                <a:cubicBezTo>
                  <a:pt x="304619" y="103354"/>
                  <a:pt x="298219" y="83811"/>
                  <a:pt x="282217" y="75705"/>
                </a:cubicBezTo>
                <a:cubicBezTo>
                  <a:pt x="282085" y="75637"/>
                  <a:pt x="281952" y="75571"/>
                  <a:pt x="281818" y="75506"/>
                </a:cubicBezTo>
                <a:cubicBezTo>
                  <a:pt x="279289" y="74238"/>
                  <a:pt x="278035" y="71337"/>
                  <a:pt x="278844" y="68625"/>
                </a:cubicBezTo>
                <a:cubicBezTo>
                  <a:pt x="279767" y="65540"/>
                  <a:pt x="283017" y="63787"/>
                  <a:pt x="286102" y="64710"/>
                </a:cubicBezTo>
                <a:cubicBezTo>
                  <a:pt x="286372" y="64791"/>
                  <a:pt x="286636" y="64891"/>
                  <a:pt x="286891" y="65010"/>
                </a:cubicBezTo>
                <a:cubicBezTo>
                  <a:pt x="306913" y="74957"/>
                  <a:pt x="316408" y="98246"/>
                  <a:pt x="309050" y="119356"/>
                </a:cubicBezTo>
                <a:lnTo>
                  <a:pt x="309050" y="119356"/>
                </a:lnTo>
                <a:lnTo>
                  <a:pt x="524801" y="119356"/>
                </a:lnTo>
                <a:cubicBezTo>
                  <a:pt x="531242" y="119356"/>
                  <a:pt x="536464" y="114135"/>
                  <a:pt x="536464" y="107694"/>
                </a:cubicBezTo>
                <a:cubicBezTo>
                  <a:pt x="536464" y="101253"/>
                  <a:pt x="531242" y="96032"/>
                  <a:pt x="524801" y="96032"/>
                </a:cubicBezTo>
                <a:close/>
              </a:path>
            </a:pathLst>
          </a:custGeom>
          <a:solidFill>
            <a:schemeClr val="accent2"/>
          </a:solid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1" name="Graphic 36" descr="Crocodile with solid fill">
            <a:extLst>
              <a:ext uri="{FF2B5EF4-FFF2-40B4-BE49-F238E27FC236}">
                <a16:creationId xmlns:a16="http://schemas.microsoft.com/office/drawing/2014/main" id="{E061C0F4-CF9D-9410-2889-4478A582DE2E}"/>
              </a:ext>
            </a:extLst>
          </p:cNvPr>
          <p:cNvSpPr/>
          <p:nvPr/>
        </p:nvSpPr>
        <p:spPr>
          <a:xfrm>
            <a:off x="2771520" y="6365655"/>
            <a:ext cx="494182" cy="201265"/>
          </a:xfrm>
          <a:custGeom>
            <a:avLst/>
            <a:gdLst>
              <a:gd name="connsiteX0" fmla="*/ 524801 w 536463"/>
              <a:gd name="connsiteY0" fmla="*/ 96032 h 218485"/>
              <a:gd name="connsiteX1" fmla="*/ 425672 w 536463"/>
              <a:gd name="connsiteY1" fmla="*/ 96032 h 218485"/>
              <a:gd name="connsiteX2" fmla="*/ 450454 w 536463"/>
              <a:gd name="connsiteY2" fmla="*/ 78072 h 218485"/>
              <a:gd name="connsiteX3" fmla="*/ 461767 w 536463"/>
              <a:gd name="connsiteY3" fmla="*/ 84952 h 218485"/>
              <a:gd name="connsiteX4" fmla="*/ 458735 w 536463"/>
              <a:gd name="connsiteY4" fmla="*/ 72066 h 218485"/>
              <a:gd name="connsiteX5" fmla="*/ 467540 w 536463"/>
              <a:gd name="connsiteY5" fmla="*/ 65710 h 218485"/>
              <a:gd name="connsiteX6" fmla="*/ 478502 w 536463"/>
              <a:gd name="connsiteY6" fmla="*/ 72707 h 218485"/>
              <a:gd name="connsiteX7" fmla="*/ 475587 w 536463"/>
              <a:gd name="connsiteY7" fmla="*/ 60170 h 218485"/>
              <a:gd name="connsiteX8" fmla="*/ 484566 w 536463"/>
              <a:gd name="connsiteY8" fmla="*/ 53639 h 218485"/>
              <a:gd name="connsiteX9" fmla="*/ 495063 w 536463"/>
              <a:gd name="connsiteY9" fmla="*/ 60112 h 218485"/>
              <a:gd name="connsiteX10" fmla="*/ 492264 w 536463"/>
              <a:gd name="connsiteY10" fmla="*/ 48100 h 218485"/>
              <a:gd name="connsiteX11" fmla="*/ 501477 w 536463"/>
              <a:gd name="connsiteY11" fmla="*/ 41102 h 218485"/>
              <a:gd name="connsiteX12" fmla="*/ 511798 w 536463"/>
              <a:gd name="connsiteY12" fmla="*/ 47400 h 218485"/>
              <a:gd name="connsiteX13" fmla="*/ 509057 w 536463"/>
              <a:gd name="connsiteY13" fmla="*/ 35738 h 218485"/>
              <a:gd name="connsiteX14" fmla="*/ 527192 w 536463"/>
              <a:gd name="connsiteY14" fmla="*/ 22559 h 218485"/>
              <a:gd name="connsiteX15" fmla="*/ 528825 w 536463"/>
              <a:gd name="connsiteY15" fmla="*/ 16728 h 218485"/>
              <a:gd name="connsiteX16" fmla="*/ 526259 w 536463"/>
              <a:gd name="connsiteY16" fmla="*/ 11597 h 218485"/>
              <a:gd name="connsiteX17" fmla="*/ 503634 w 536463"/>
              <a:gd name="connsiteY17" fmla="*/ 2442 h 218485"/>
              <a:gd name="connsiteX18" fmla="*/ 396517 w 536463"/>
              <a:gd name="connsiteY18" fmla="*/ 37720 h 218485"/>
              <a:gd name="connsiteX19" fmla="*/ 393543 w 536463"/>
              <a:gd name="connsiteY19" fmla="*/ 33580 h 218485"/>
              <a:gd name="connsiteX20" fmla="*/ 348661 w 536463"/>
              <a:gd name="connsiteY20" fmla="*/ 25982 h 218485"/>
              <a:gd name="connsiteX21" fmla="*/ 341063 w 536463"/>
              <a:gd name="connsiteY21" fmla="*/ 33580 h 218485"/>
              <a:gd name="connsiteX22" fmla="*/ 338205 w 536463"/>
              <a:gd name="connsiteY22" fmla="*/ 37720 h 218485"/>
              <a:gd name="connsiteX23" fmla="*/ 54346 w 536463"/>
              <a:gd name="connsiteY23" fmla="*/ 45243 h 218485"/>
              <a:gd name="connsiteX24" fmla="*/ 39710 w 536463"/>
              <a:gd name="connsiteY24" fmla="*/ 55039 h 218485"/>
              <a:gd name="connsiteX25" fmla="*/ 38777 w 536463"/>
              <a:gd name="connsiteY25" fmla="*/ 55739 h 218485"/>
              <a:gd name="connsiteX26" fmla="*/ 38777 w 536463"/>
              <a:gd name="connsiteY26" fmla="*/ 55739 h 218485"/>
              <a:gd name="connsiteX27" fmla="*/ 0 w 536463"/>
              <a:gd name="connsiteY27" fmla="*/ 116032 h 218485"/>
              <a:gd name="connsiteX28" fmla="*/ 200474 w 536463"/>
              <a:gd name="connsiteY28" fmla="*/ 218485 h 218485"/>
              <a:gd name="connsiteX29" fmla="*/ 280302 w 536463"/>
              <a:gd name="connsiteY29" fmla="*/ 218485 h 218485"/>
              <a:gd name="connsiteX30" fmla="*/ 290774 w 536463"/>
              <a:gd name="connsiteY30" fmla="*/ 206390 h 218485"/>
              <a:gd name="connsiteX31" fmla="*/ 280302 w 536463"/>
              <a:gd name="connsiteY31" fmla="*/ 195919 h 218485"/>
              <a:gd name="connsiteX32" fmla="*/ 222632 w 536463"/>
              <a:gd name="connsiteY32" fmla="*/ 195919 h 218485"/>
              <a:gd name="connsiteX33" fmla="*/ 61693 w 536463"/>
              <a:gd name="connsiteY33" fmla="*/ 119648 h 218485"/>
              <a:gd name="connsiteX34" fmla="*/ 116623 w 536463"/>
              <a:gd name="connsiteY34" fmla="*/ 119648 h 218485"/>
              <a:gd name="connsiteX35" fmla="*/ 116623 w 536463"/>
              <a:gd name="connsiteY35" fmla="*/ 148803 h 218485"/>
              <a:gd name="connsiteX36" fmla="*/ 134116 w 536463"/>
              <a:gd name="connsiteY36" fmla="*/ 166297 h 218485"/>
              <a:gd name="connsiteX37" fmla="*/ 180765 w 536463"/>
              <a:gd name="connsiteY37" fmla="*/ 166297 h 218485"/>
              <a:gd name="connsiteX38" fmla="*/ 198277 w 536463"/>
              <a:gd name="connsiteY38" fmla="*/ 149530 h 218485"/>
              <a:gd name="connsiteX39" fmla="*/ 198258 w 536463"/>
              <a:gd name="connsiteY39" fmla="*/ 148278 h 218485"/>
              <a:gd name="connsiteX40" fmla="*/ 179832 w 536463"/>
              <a:gd name="connsiteY40" fmla="*/ 131018 h 218485"/>
              <a:gd name="connsiteX41" fmla="*/ 152484 w 536463"/>
              <a:gd name="connsiteY41" fmla="*/ 131018 h 218485"/>
              <a:gd name="connsiteX42" fmla="*/ 162397 w 536463"/>
              <a:gd name="connsiteY42" fmla="*/ 119356 h 218485"/>
              <a:gd name="connsiteX43" fmla="*/ 148101 w 536463"/>
              <a:gd name="connsiteY43" fmla="*/ 75705 h 218485"/>
              <a:gd name="connsiteX44" fmla="*/ 147702 w 536463"/>
              <a:gd name="connsiteY44" fmla="*/ 75506 h 218485"/>
              <a:gd name="connsiteX45" fmla="*/ 144729 w 536463"/>
              <a:gd name="connsiteY45" fmla="*/ 68625 h 218485"/>
              <a:gd name="connsiteX46" fmla="*/ 151987 w 536463"/>
              <a:gd name="connsiteY46" fmla="*/ 64710 h 218485"/>
              <a:gd name="connsiteX47" fmla="*/ 152775 w 536463"/>
              <a:gd name="connsiteY47" fmla="*/ 65010 h 218485"/>
              <a:gd name="connsiteX48" fmla="*/ 174934 w 536463"/>
              <a:gd name="connsiteY48" fmla="*/ 119356 h 218485"/>
              <a:gd name="connsiteX49" fmla="*/ 174934 w 536463"/>
              <a:gd name="connsiteY49" fmla="*/ 119356 h 218485"/>
              <a:gd name="connsiteX50" fmla="*/ 250738 w 536463"/>
              <a:gd name="connsiteY50" fmla="*/ 119356 h 218485"/>
              <a:gd name="connsiteX51" fmla="*/ 250738 w 536463"/>
              <a:gd name="connsiteY51" fmla="*/ 148512 h 218485"/>
              <a:gd name="connsiteX52" fmla="*/ 268232 w 536463"/>
              <a:gd name="connsiteY52" fmla="*/ 166005 h 218485"/>
              <a:gd name="connsiteX53" fmla="*/ 314881 w 536463"/>
              <a:gd name="connsiteY53" fmla="*/ 166005 h 218485"/>
              <a:gd name="connsiteX54" fmla="*/ 332393 w 536463"/>
              <a:gd name="connsiteY54" fmla="*/ 149238 h 218485"/>
              <a:gd name="connsiteX55" fmla="*/ 332374 w 536463"/>
              <a:gd name="connsiteY55" fmla="*/ 147987 h 218485"/>
              <a:gd name="connsiteX56" fmla="*/ 313948 w 536463"/>
              <a:gd name="connsiteY56" fmla="*/ 131018 h 218485"/>
              <a:gd name="connsiteX57" fmla="*/ 286600 w 536463"/>
              <a:gd name="connsiteY57" fmla="*/ 131018 h 218485"/>
              <a:gd name="connsiteX58" fmla="*/ 296513 w 536463"/>
              <a:gd name="connsiteY58" fmla="*/ 119356 h 218485"/>
              <a:gd name="connsiteX59" fmla="*/ 282217 w 536463"/>
              <a:gd name="connsiteY59" fmla="*/ 75705 h 218485"/>
              <a:gd name="connsiteX60" fmla="*/ 281818 w 536463"/>
              <a:gd name="connsiteY60" fmla="*/ 75506 h 218485"/>
              <a:gd name="connsiteX61" fmla="*/ 278844 w 536463"/>
              <a:gd name="connsiteY61" fmla="*/ 68625 h 218485"/>
              <a:gd name="connsiteX62" fmla="*/ 286102 w 536463"/>
              <a:gd name="connsiteY62" fmla="*/ 64710 h 218485"/>
              <a:gd name="connsiteX63" fmla="*/ 286891 w 536463"/>
              <a:gd name="connsiteY63" fmla="*/ 65010 h 218485"/>
              <a:gd name="connsiteX64" fmla="*/ 309050 w 536463"/>
              <a:gd name="connsiteY64" fmla="*/ 119356 h 218485"/>
              <a:gd name="connsiteX65" fmla="*/ 309050 w 536463"/>
              <a:gd name="connsiteY65" fmla="*/ 119356 h 218485"/>
              <a:gd name="connsiteX66" fmla="*/ 524801 w 536463"/>
              <a:gd name="connsiteY66" fmla="*/ 119356 h 218485"/>
              <a:gd name="connsiteX67" fmla="*/ 536464 w 536463"/>
              <a:gd name="connsiteY67" fmla="*/ 107694 h 218485"/>
              <a:gd name="connsiteX68" fmla="*/ 524801 w 536463"/>
              <a:gd name="connsiteY68" fmla="*/ 96032 h 21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536463" h="218485">
                <a:moveTo>
                  <a:pt x="524801" y="96032"/>
                </a:moveTo>
                <a:lnTo>
                  <a:pt x="425672" y="96032"/>
                </a:lnTo>
                <a:lnTo>
                  <a:pt x="450454" y="78072"/>
                </a:lnTo>
                <a:lnTo>
                  <a:pt x="461767" y="84952"/>
                </a:lnTo>
                <a:lnTo>
                  <a:pt x="458735" y="72066"/>
                </a:lnTo>
                <a:lnTo>
                  <a:pt x="467540" y="65710"/>
                </a:lnTo>
                <a:lnTo>
                  <a:pt x="478502" y="72707"/>
                </a:lnTo>
                <a:lnTo>
                  <a:pt x="475587" y="60170"/>
                </a:lnTo>
                <a:lnTo>
                  <a:pt x="484566" y="53639"/>
                </a:lnTo>
                <a:lnTo>
                  <a:pt x="495063" y="60112"/>
                </a:lnTo>
                <a:lnTo>
                  <a:pt x="492264" y="48100"/>
                </a:lnTo>
                <a:lnTo>
                  <a:pt x="501477" y="41102"/>
                </a:lnTo>
                <a:lnTo>
                  <a:pt x="511798" y="47400"/>
                </a:lnTo>
                <a:lnTo>
                  <a:pt x="509057" y="35738"/>
                </a:lnTo>
                <a:lnTo>
                  <a:pt x="527192" y="22559"/>
                </a:lnTo>
                <a:cubicBezTo>
                  <a:pt x="529117" y="21296"/>
                  <a:pt x="529814" y="18807"/>
                  <a:pt x="528825" y="16728"/>
                </a:cubicBezTo>
                <a:lnTo>
                  <a:pt x="526259" y="11597"/>
                </a:lnTo>
                <a:cubicBezTo>
                  <a:pt x="522090" y="3292"/>
                  <a:pt x="512405" y="-627"/>
                  <a:pt x="503634" y="2442"/>
                </a:cubicBezTo>
                <a:lnTo>
                  <a:pt x="396517" y="37720"/>
                </a:lnTo>
                <a:lnTo>
                  <a:pt x="393543" y="33580"/>
                </a:lnTo>
                <a:cubicBezTo>
                  <a:pt x="383247" y="19088"/>
                  <a:pt x="363153" y="15686"/>
                  <a:pt x="348661" y="25982"/>
                </a:cubicBezTo>
                <a:cubicBezTo>
                  <a:pt x="345720" y="28071"/>
                  <a:pt x="343152" y="30640"/>
                  <a:pt x="341063" y="33580"/>
                </a:cubicBezTo>
                <a:lnTo>
                  <a:pt x="338205" y="37720"/>
                </a:lnTo>
                <a:cubicBezTo>
                  <a:pt x="263742" y="-20591"/>
                  <a:pt x="136857" y="-5955"/>
                  <a:pt x="54346" y="45243"/>
                </a:cubicBezTo>
                <a:cubicBezTo>
                  <a:pt x="49215" y="48391"/>
                  <a:pt x="44317" y="51657"/>
                  <a:pt x="39710" y="55039"/>
                </a:cubicBezTo>
                <a:lnTo>
                  <a:pt x="38777" y="55739"/>
                </a:lnTo>
                <a:lnTo>
                  <a:pt x="38777" y="55739"/>
                </a:lnTo>
                <a:cubicBezTo>
                  <a:pt x="15452" y="73232"/>
                  <a:pt x="0" y="93932"/>
                  <a:pt x="0" y="116032"/>
                </a:cubicBezTo>
                <a:cubicBezTo>
                  <a:pt x="0" y="166005"/>
                  <a:pt x="51022" y="218485"/>
                  <a:pt x="200474" y="218485"/>
                </a:cubicBezTo>
                <a:lnTo>
                  <a:pt x="280302" y="218485"/>
                </a:lnTo>
                <a:cubicBezTo>
                  <a:pt x="286534" y="218037"/>
                  <a:pt x="291222" y="212622"/>
                  <a:pt x="290774" y="206390"/>
                </a:cubicBezTo>
                <a:cubicBezTo>
                  <a:pt x="290370" y="200783"/>
                  <a:pt x="285910" y="196322"/>
                  <a:pt x="280302" y="195919"/>
                </a:cubicBezTo>
                <a:lnTo>
                  <a:pt x="222632" y="195919"/>
                </a:lnTo>
                <a:cubicBezTo>
                  <a:pt x="118838" y="195919"/>
                  <a:pt x="71431" y="162390"/>
                  <a:pt x="61693" y="119648"/>
                </a:cubicBezTo>
                <a:lnTo>
                  <a:pt x="116623" y="119648"/>
                </a:lnTo>
                <a:lnTo>
                  <a:pt x="116623" y="148803"/>
                </a:lnTo>
                <a:cubicBezTo>
                  <a:pt x="116623" y="158465"/>
                  <a:pt x="124454" y="166297"/>
                  <a:pt x="134116" y="166297"/>
                </a:cubicBezTo>
                <a:lnTo>
                  <a:pt x="180765" y="166297"/>
                </a:lnTo>
                <a:cubicBezTo>
                  <a:pt x="190231" y="166503"/>
                  <a:pt x="198071" y="158996"/>
                  <a:pt x="198277" y="149530"/>
                </a:cubicBezTo>
                <a:cubicBezTo>
                  <a:pt x="198286" y="149112"/>
                  <a:pt x="198280" y="148695"/>
                  <a:pt x="198258" y="148278"/>
                </a:cubicBezTo>
                <a:cubicBezTo>
                  <a:pt x="197910" y="138436"/>
                  <a:pt x="189676" y="130723"/>
                  <a:pt x="179832" y="131018"/>
                </a:cubicBezTo>
                <a:lnTo>
                  <a:pt x="152484" y="131018"/>
                </a:lnTo>
                <a:cubicBezTo>
                  <a:pt x="156699" y="128007"/>
                  <a:pt x="160104" y="124001"/>
                  <a:pt x="162397" y="119356"/>
                </a:cubicBezTo>
                <a:cubicBezTo>
                  <a:pt x="170503" y="103354"/>
                  <a:pt x="164103" y="83811"/>
                  <a:pt x="148101" y="75705"/>
                </a:cubicBezTo>
                <a:cubicBezTo>
                  <a:pt x="147969" y="75637"/>
                  <a:pt x="147836" y="75571"/>
                  <a:pt x="147702" y="75506"/>
                </a:cubicBezTo>
                <a:cubicBezTo>
                  <a:pt x="145173" y="74238"/>
                  <a:pt x="143919" y="71337"/>
                  <a:pt x="144729" y="68625"/>
                </a:cubicBezTo>
                <a:cubicBezTo>
                  <a:pt x="145652" y="65540"/>
                  <a:pt x="148901" y="63787"/>
                  <a:pt x="151987" y="64710"/>
                </a:cubicBezTo>
                <a:cubicBezTo>
                  <a:pt x="152257" y="64791"/>
                  <a:pt x="152520" y="64891"/>
                  <a:pt x="152775" y="65010"/>
                </a:cubicBezTo>
                <a:cubicBezTo>
                  <a:pt x="172797" y="74957"/>
                  <a:pt x="182292" y="98246"/>
                  <a:pt x="174934" y="119356"/>
                </a:cubicBezTo>
                <a:lnTo>
                  <a:pt x="174934" y="119356"/>
                </a:lnTo>
                <a:lnTo>
                  <a:pt x="250738" y="119356"/>
                </a:lnTo>
                <a:lnTo>
                  <a:pt x="250738" y="148512"/>
                </a:lnTo>
                <a:cubicBezTo>
                  <a:pt x="250738" y="158173"/>
                  <a:pt x="258570" y="166005"/>
                  <a:pt x="268232" y="166005"/>
                </a:cubicBezTo>
                <a:lnTo>
                  <a:pt x="314881" y="166005"/>
                </a:lnTo>
                <a:cubicBezTo>
                  <a:pt x="324346" y="166211"/>
                  <a:pt x="332187" y="158704"/>
                  <a:pt x="332393" y="149238"/>
                </a:cubicBezTo>
                <a:cubicBezTo>
                  <a:pt x="332402" y="148821"/>
                  <a:pt x="332396" y="148404"/>
                  <a:pt x="332374" y="147987"/>
                </a:cubicBezTo>
                <a:cubicBezTo>
                  <a:pt x="331871" y="138260"/>
                  <a:pt x="323683" y="130720"/>
                  <a:pt x="313948" y="131018"/>
                </a:cubicBezTo>
                <a:lnTo>
                  <a:pt x="286600" y="131018"/>
                </a:lnTo>
                <a:cubicBezTo>
                  <a:pt x="290815" y="128007"/>
                  <a:pt x="294220" y="124001"/>
                  <a:pt x="296513" y="119356"/>
                </a:cubicBezTo>
                <a:cubicBezTo>
                  <a:pt x="304619" y="103354"/>
                  <a:pt x="298219" y="83811"/>
                  <a:pt x="282217" y="75705"/>
                </a:cubicBezTo>
                <a:cubicBezTo>
                  <a:pt x="282085" y="75637"/>
                  <a:pt x="281952" y="75571"/>
                  <a:pt x="281818" y="75506"/>
                </a:cubicBezTo>
                <a:cubicBezTo>
                  <a:pt x="279289" y="74238"/>
                  <a:pt x="278035" y="71337"/>
                  <a:pt x="278844" y="68625"/>
                </a:cubicBezTo>
                <a:cubicBezTo>
                  <a:pt x="279767" y="65540"/>
                  <a:pt x="283017" y="63787"/>
                  <a:pt x="286102" y="64710"/>
                </a:cubicBezTo>
                <a:cubicBezTo>
                  <a:pt x="286372" y="64791"/>
                  <a:pt x="286636" y="64891"/>
                  <a:pt x="286891" y="65010"/>
                </a:cubicBezTo>
                <a:cubicBezTo>
                  <a:pt x="306913" y="74957"/>
                  <a:pt x="316408" y="98246"/>
                  <a:pt x="309050" y="119356"/>
                </a:cubicBezTo>
                <a:lnTo>
                  <a:pt x="309050" y="119356"/>
                </a:lnTo>
                <a:lnTo>
                  <a:pt x="524801" y="119356"/>
                </a:lnTo>
                <a:cubicBezTo>
                  <a:pt x="531242" y="119356"/>
                  <a:pt x="536464" y="114135"/>
                  <a:pt x="536464" y="107694"/>
                </a:cubicBezTo>
                <a:cubicBezTo>
                  <a:pt x="536464" y="101253"/>
                  <a:pt x="531242" y="96032"/>
                  <a:pt x="524801" y="96032"/>
                </a:cubicBezTo>
                <a:close/>
              </a:path>
            </a:pathLst>
          </a:custGeom>
          <a:solidFill>
            <a:schemeClr val="accent3"/>
          </a:solid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CC10AF-2E71-AB5F-968E-6BF9A5EA2BC4}"/>
              </a:ext>
            </a:extLst>
          </p:cNvPr>
          <p:cNvSpPr txBox="1"/>
          <p:nvPr/>
        </p:nvSpPr>
        <p:spPr>
          <a:xfrm>
            <a:off x="1317745" y="4863704"/>
            <a:ext cx="1001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#C2FFE0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D60277-C836-6FA4-69D3-23BA9002011E}"/>
              </a:ext>
            </a:extLst>
          </p:cNvPr>
          <p:cNvSpPr txBox="1"/>
          <p:nvPr/>
        </p:nvSpPr>
        <p:spPr>
          <a:xfrm>
            <a:off x="2555238" y="5096016"/>
            <a:ext cx="10367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#006600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A2892A-3707-5D32-8242-D690251D664B}"/>
              </a:ext>
            </a:extLst>
          </p:cNvPr>
          <p:cNvSpPr txBox="1"/>
          <p:nvPr/>
        </p:nvSpPr>
        <p:spPr>
          <a:xfrm>
            <a:off x="2639129" y="6552633"/>
            <a:ext cx="10156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#800080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50C103-134E-2068-42B2-6A162FBF9A45}"/>
              </a:ext>
            </a:extLst>
          </p:cNvPr>
          <p:cNvSpPr txBox="1"/>
          <p:nvPr/>
        </p:nvSpPr>
        <p:spPr>
          <a:xfrm>
            <a:off x="1464509" y="6307858"/>
            <a:ext cx="9521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#CC9900</a:t>
            </a:r>
          </a:p>
        </p:txBody>
      </p:sp>
    </p:spTree>
    <p:extLst>
      <p:ext uri="{BB962C8B-B14F-4D97-AF65-F5344CB8AC3E}">
        <p14:creationId xmlns:p14="http://schemas.microsoft.com/office/powerpoint/2010/main" val="479619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90832-7A27-8ACB-5C53-49A771822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A9E48-F8B6-4B6E-E151-F71391160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Generate feature list in Agilent Mass Profiler</a:t>
            </a:r>
          </a:p>
          <a:p>
            <a:pPr marL="342900" indent="-342900">
              <a:buAutoNum type="arabicPeriod"/>
            </a:pPr>
            <a:r>
              <a:rPr lang="en-US" dirty="0"/>
              <a:t>Score features using </a:t>
            </a:r>
            <a:r>
              <a:rPr lang="en-US" dirty="0" err="1"/>
              <a:t>Fluoromatch</a:t>
            </a:r>
            <a:r>
              <a:rPr lang="en-US" dirty="0"/>
              <a:t>-IM</a:t>
            </a:r>
          </a:p>
          <a:p>
            <a:pPr marL="342900" indent="-342900">
              <a:buAutoNum type="arabicPeriod"/>
            </a:pPr>
            <a:r>
              <a:rPr lang="en-US" dirty="0"/>
              <a:t>Reduce data and prioritize features using Greg’s tool</a:t>
            </a:r>
          </a:p>
          <a:p>
            <a:pPr marL="342900" indent="-342900">
              <a:buAutoNum type="arabicPeriod"/>
            </a:pPr>
            <a:r>
              <a:rPr lang="en-US" dirty="0"/>
              <a:t>Investigate features -&gt; did we find any new PFAS?</a:t>
            </a:r>
          </a:p>
          <a:p>
            <a:pPr marL="342900" indent="-342900">
              <a:buAutoNum type="arabicPeriod"/>
            </a:pPr>
            <a:r>
              <a:rPr lang="en-US" dirty="0"/>
              <a:t>Compare feature abundance and detections over time at each site</a:t>
            </a:r>
          </a:p>
        </p:txBody>
      </p:sp>
    </p:spTree>
    <p:extLst>
      <p:ext uri="{BB962C8B-B14F-4D97-AF65-F5344CB8AC3E}">
        <p14:creationId xmlns:p14="http://schemas.microsoft.com/office/powerpoint/2010/main" val="2823740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0333-CB77-D06B-F007-E569BF56C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Feature finding and initial prioritization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8270F-9E54-60B3-B635-D0AB131CE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MassProfiler</a:t>
            </a:r>
            <a:r>
              <a:rPr lang="en-US" dirty="0"/>
              <a:t> results: 8,958 features</a:t>
            </a:r>
          </a:p>
          <a:p>
            <a:r>
              <a:rPr lang="en-US" dirty="0"/>
              <a:t>After processing with Greg’s tool: 242 features</a:t>
            </a:r>
          </a:p>
          <a:p>
            <a:pPr lvl="1"/>
            <a:r>
              <a:rPr lang="en-US" dirty="0"/>
              <a:t>31 “likely” (</a:t>
            </a:r>
            <a:r>
              <a:rPr lang="en-US" i="1" dirty="0"/>
              <a:t>m/z </a:t>
            </a:r>
            <a:r>
              <a:rPr lang="en-US" dirty="0"/>
              <a:t>and CCS match to library)</a:t>
            </a:r>
          </a:p>
          <a:p>
            <a:pPr lvl="1"/>
            <a:r>
              <a:rPr lang="en-US" dirty="0"/>
              <a:t>62 tentative with an </a:t>
            </a:r>
            <a:r>
              <a:rPr lang="en-US" i="1" dirty="0"/>
              <a:t>m/z</a:t>
            </a:r>
            <a:r>
              <a:rPr lang="en-US" dirty="0"/>
              <a:t> match to EPA library</a:t>
            </a:r>
          </a:p>
          <a:p>
            <a:pPr lvl="1"/>
            <a:r>
              <a:rPr lang="en-US" dirty="0"/>
              <a:t>149 tentative, no library match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7B68AD-2930-033B-8447-3B6A56732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987" y="2649128"/>
            <a:ext cx="3887426" cy="38437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F74A56-5CD4-B2F5-09C9-37CD33B31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510" y="2649128"/>
            <a:ext cx="4040302" cy="384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856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E20A0-1F2E-71E2-3365-F9D95705C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statistics of unvalidated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905CB-6B38-379E-A7B2-F0D66AC8D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Mean: 16.8 features/gator, SD 9.8</a:t>
            </a:r>
          </a:p>
          <a:p>
            <a:r>
              <a:rPr lang="en-US" dirty="0"/>
              <a:t>Median: 15.5 features/gator</a:t>
            </a:r>
          </a:p>
          <a:p>
            <a:r>
              <a:rPr lang="en-US" dirty="0"/>
              <a:t>Min: 1 feature/gator</a:t>
            </a:r>
          </a:p>
          <a:p>
            <a:r>
              <a:rPr lang="en-US" dirty="0"/>
              <a:t>Max: 47 features/gator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B6C7F-B4A8-4FBA-8D7F-8FDD86B35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411" y="2480879"/>
            <a:ext cx="4127281" cy="306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63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42D1CF-8CDA-F4AC-920F-C4D79FE4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of PFAS-like features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43080-4A14-D1DC-A6B5-467F33F5F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2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0780-710F-3EDA-019F-E172CB465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processing and feature prioritization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B90C8-150E-A4F5-C1A8-3764A5211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Excluded all features that matched m/z, CCS, and RT of a PFAS already in our library</a:t>
            </a:r>
          </a:p>
          <a:p>
            <a:r>
              <a:rPr lang="en-US" dirty="0"/>
              <a:t>Excluded all features with RT &lt; 2 min</a:t>
            </a:r>
          </a:p>
          <a:p>
            <a:r>
              <a:rPr lang="en-US" dirty="0"/>
              <a:t>Excluded noisy features and those present in blanks (visually checked all relevant samples and blanks by loading feature list into Skyline) </a:t>
            </a:r>
          </a:p>
          <a:p>
            <a:r>
              <a:rPr lang="en-US" dirty="0"/>
              <a:t>14 features remained and were manually annotated</a:t>
            </a:r>
          </a:p>
          <a:p>
            <a:pPr lvl="1"/>
            <a:r>
              <a:rPr lang="en-US" dirty="0"/>
              <a:t>2 features (ID# 2130 and 747): </a:t>
            </a:r>
            <a:r>
              <a:rPr lang="en-US" dirty="0" err="1"/>
              <a:t>br-PFUdA</a:t>
            </a:r>
            <a:r>
              <a:rPr lang="en-US" dirty="0"/>
              <a:t> (M-H- and M-H-CO</a:t>
            </a:r>
            <a:r>
              <a:rPr lang="en-US" baseline="-25000" dirty="0"/>
              <a:t>2</a:t>
            </a:r>
            <a:r>
              <a:rPr lang="en-US" dirty="0"/>
              <a:t>-), level 3 confidence</a:t>
            </a:r>
          </a:p>
          <a:p>
            <a:pPr lvl="1"/>
            <a:r>
              <a:rPr lang="en-US" dirty="0"/>
              <a:t>1 feature (ID# 5849): </a:t>
            </a:r>
            <a:r>
              <a:rPr lang="en-US" dirty="0" err="1"/>
              <a:t>PFPeDA</a:t>
            </a:r>
            <a:r>
              <a:rPr lang="en-US" dirty="0"/>
              <a:t>, level 2 confidence</a:t>
            </a:r>
          </a:p>
          <a:p>
            <a:pPr lvl="1"/>
            <a:r>
              <a:rPr lang="en-US" dirty="0"/>
              <a:t>1 feature (ID# 4751): U-PFOS, level 3 confidence</a:t>
            </a:r>
          </a:p>
          <a:p>
            <a:pPr lvl="1"/>
            <a:r>
              <a:rPr lang="en-US" dirty="0"/>
              <a:t>7 features (ID# 1413, 1692, 6811, 2216, 3511, 1159, 331): Not </a:t>
            </a:r>
            <a:r>
              <a:rPr lang="en-US" dirty="0" err="1"/>
              <a:t>ID’ed</a:t>
            </a:r>
            <a:r>
              <a:rPr lang="en-US" dirty="0"/>
              <a:t>, level 5 confidence</a:t>
            </a:r>
          </a:p>
          <a:p>
            <a:pPr lvl="1"/>
            <a:r>
              <a:rPr lang="en-US" b="1" dirty="0"/>
              <a:t>2 features (ID# 2318 and 2857): </a:t>
            </a:r>
            <a:r>
              <a:rPr lang="en-US" dirty="0"/>
              <a:t>New additions to PFEESA homologous series, </a:t>
            </a:r>
            <a:r>
              <a:rPr lang="en-US" dirty="0" err="1"/>
              <a:t>PFHxESA</a:t>
            </a:r>
            <a:r>
              <a:rPr lang="en-US" dirty="0"/>
              <a:t> and </a:t>
            </a:r>
            <a:r>
              <a:rPr lang="en-US" dirty="0" err="1"/>
              <a:t>PFHpESA</a:t>
            </a:r>
            <a:r>
              <a:rPr lang="en-US" dirty="0"/>
              <a:t>, level 2 confidence</a:t>
            </a:r>
          </a:p>
          <a:p>
            <a:pPr lvl="1"/>
            <a:r>
              <a:rPr lang="en-US" b="1" dirty="0"/>
              <a:t>1 feature (ID# 5135): </a:t>
            </a:r>
            <a:r>
              <a:rPr lang="en-US" dirty="0"/>
              <a:t>Investigation resulted in </a:t>
            </a:r>
            <a:r>
              <a:rPr lang="en-US" b="1" dirty="0"/>
              <a:t>3 novel PFAS </a:t>
            </a:r>
            <a:r>
              <a:rPr lang="en-US" dirty="0"/>
              <a:t>(level 3 confidence) and 2 additional features of interest (level 5 confidence)</a:t>
            </a:r>
          </a:p>
        </p:txBody>
      </p:sp>
    </p:spTree>
    <p:extLst>
      <p:ext uri="{BB962C8B-B14F-4D97-AF65-F5344CB8AC3E}">
        <p14:creationId xmlns:p14="http://schemas.microsoft.com/office/powerpoint/2010/main" val="3461742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BED3-F36C-FD2A-8DED-C3FAA9D45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chain PFESAs detected in alligators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61635C4-70FA-AA86-3EAE-924760C60B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3819692"/>
              </p:ext>
            </p:extLst>
          </p:nvPr>
        </p:nvGraphicFramePr>
        <p:xfrm>
          <a:off x="382336" y="10610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BDF3380-4CE3-41B6-9A62-3F9D84A4FB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7590008"/>
              </p:ext>
            </p:extLst>
          </p:nvPr>
        </p:nvGraphicFramePr>
        <p:xfrm>
          <a:off x="4903859" y="102595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ED470D2-6CE8-87F1-F890-57E7211BD898}"/>
              </a:ext>
            </a:extLst>
          </p:cNvPr>
          <p:cNvSpPr txBox="1"/>
          <p:nvPr/>
        </p:nvSpPr>
        <p:spPr>
          <a:xfrm>
            <a:off x="9365585" y="2091936"/>
            <a:ext cx="2826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Detected in gators</a:t>
            </a:r>
          </a:p>
          <a:p>
            <a:r>
              <a:rPr lang="en-US" sz="1200" dirty="0"/>
              <a:t>Detected in SPATTs</a:t>
            </a:r>
          </a:p>
          <a:p>
            <a:r>
              <a:rPr lang="en-US" sz="1200" dirty="0"/>
              <a:t>Reference standard value in our library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20D178C-BD34-9166-BE4B-4D68CE83A535}"/>
              </a:ext>
            </a:extLst>
          </p:cNvPr>
          <p:cNvSpPr/>
          <p:nvPr/>
        </p:nvSpPr>
        <p:spPr>
          <a:xfrm>
            <a:off x="9227563" y="2161250"/>
            <a:ext cx="138022" cy="138022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C6E813-778E-D9A9-FA36-8494D32DF3F1}"/>
              </a:ext>
            </a:extLst>
          </p:cNvPr>
          <p:cNvSpPr/>
          <p:nvPr/>
        </p:nvSpPr>
        <p:spPr>
          <a:xfrm>
            <a:off x="9227563" y="2346090"/>
            <a:ext cx="138022" cy="13802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6FF23E2-7DD2-0EDE-3926-16D9B6E6143D}"/>
              </a:ext>
            </a:extLst>
          </p:cNvPr>
          <p:cNvSpPr/>
          <p:nvPr/>
        </p:nvSpPr>
        <p:spPr>
          <a:xfrm>
            <a:off x="9227563" y="2530930"/>
            <a:ext cx="138022" cy="1380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3637167A-8301-536E-3CCD-9EC9845F40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199445"/>
              </p:ext>
            </p:extLst>
          </p:nvPr>
        </p:nvGraphicFramePr>
        <p:xfrm>
          <a:off x="4548801" y="4685566"/>
          <a:ext cx="3152775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4" imgW="3153032" imgH="1924295" progId="ACD.ChemSketch.20">
                  <p:embed/>
                </p:oleObj>
              </mc:Choice>
              <mc:Fallback>
                <p:oleObj name="ChemSketch" r:id="rId4" imgW="3153032" imgH="1924295" progId="ACD.ChemSketch.20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3637167A-8301-536E-3CCD-9EC9845F4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48801" y="4685566"/>
                        <a:ext cx="3152775" cy="1924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86A081E6-D5AB-EEFD-9144-88D2B05D96B7}"/>
              </a:ext>
            </a:extLst>
          </p:cNvPr>
          <p:cNvSpPr txBox="1"/>
          <p:nvPr/>
        </p:nvSpPr>
        <p:spPr>
          <a:xfrm>
            <a:off x="4443740" y="3819473"/>
            <a:ext cx="31527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sng" strike="noStrike" baseline="0" dirty="0" err="1">
                <a:latin typeface="Arial" panose="020B0604020202020204" pitchFamily="34" charset="0"/>
              </a:rPr>
              <a:t>PFHxESA</a:t>
            </a:r>
            <a:r>
              <a:rPr lang="en-US" sz="1200" b="1" i="0" u="sng" strike="noStrike" baseline="0" dirty="0">
                <a:latin typeface="Arial" panose="020B0604020202020204" pitchFamily="34" charset="0"/>
              </a:rPr>
              <a:t> (Feature ID# 2318)</a:t>
            </a:r>
          </a:p>
          <a:p>
            <a:r>
              <a:rPr lang="en-US" sz="1200" dirty="0">
                <a:latin typeface="Arial" panose="020B0604020202020204" pitchFamily="34" charset="0"/>
              </a:rPr>
              <a:t>Confidence Level:	2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Molecular Formula: 	C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8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HF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17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O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4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S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[M-H]-: 		514.925131 Da</a:t>
            </a:r>
          </a:p>
          <a:p>
            <a:endParaRPr lang="en-US" sz="1200" dirty="0"/>
          </a:p>
        </p:txBody>
      </p:sp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B54E6C18-E47C-2CAD-37B7-B504A39C85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606025"/>
              </p:ext>
            </p:extLst>
          </p:nvPr>
        </p:nvGraphicFramePr>
        <p:xfrm>
          <a:off x="8255380" y="4696120"/>
          <a:ext cx="3429000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6" imgW="3429260" imgH="1666772" progId="ACD.ChemSketch.20">
                  <p:embed/>
                </p:oleObj>
              </mc:Choice>
              <mc:Fallback>
                <p:oleObj name="ChemSketch" r:id="rId6" imgW="3429260" imgH="1666772" progId="ACD.ChemSketch.20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B54E6C18-E47C-2CAD-37B7-B504A39C85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255380" y="4696120"/>
                        <a:ext cx="3429000" cy="166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3D97E053-D18B-6DEE-86F5-6A987188608C}"/>
              </a:ext>
            </a:extLst>
          </p:cNvPr>
          <p:cNvSpPr txBox="1"/>
          <p:nvPr/>
        </p:nvSpPr>
        <p:spPr>
          <a:xfrm>
            <a:off x="8176032" y="3819473"/>
            <a:ext cx="36305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sng" strike="noStrike" baseline="0" dirty="0" err="1">
                <a:latin typeface="Arial" panose="020B0604020202020204" pitchFamily="34" charset="0"/>
              </a:rPr>
              <a:t>PFHpESA</a:t>
            </a:r>
            <a:r>
              <a:rPr lang="en-US" sz="1200" b="1" i="0" u="sng" strike="noStrike" baseline="0" dirty="0">
                <a:latin typeface="Arial" panose="020B0604020202020204" pitchFamily="34" charset="0"/>
              </a:rPr>
              <a:t> (Feature ID# 2857)</a:t>
            </a:r>
          </a:p>
          <a:p>
            <a:r>
              <a:rPr lang="en-US" sz="1200" dirty="0">
                <a:latin typeface="Arial" panose="020B0604020202020204" pitchFamily="34" charset="0"/>
              </a:rPr>
              <a:t>Confidence Level:	2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Molecular Formula: 	C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9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HF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19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O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4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S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[M-H]-: 		564.921938 Da</a:t>
            </a:r>
          </a:p>
          <a:p>
            <a:endParaRPr 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F23D30-7228-57AA-2FE2-69DEC4EF6BF7}"/>
              </a:ext>
            </a:extLst>
          </p:cNvPr>
          <p:cNvSpPr txBox="1"/>
          <p:nvPr/>
        </p:nvSpPr>
        <p:spPr>
          <a:xfrm>
            <a:off x="429918" y="3839346"/>
            <a:ext cx="38816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sng" strike="noStrike" baseline="0" dirty="0">
                <a:latin typeface="Arial" panose="020B0604020202020204" pitchFamily="34" charset="0"/>
              </a:rPr>
              <a:t>Feature ID# 1692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Confidence level: 5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Unidentified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Exact </a:t>
            </a:r>
            <a:r>
              <a:rPr lang="en-US" sz="1200" b="0" i="1" u="none" strike="noStrike" baseline="0" dirty="0">
                <a:latin typeface="Arial" panose="020B0604020202020204" pitchFamily="34" charset="0"/>
              </a:rPr>
              <a:t>m/z </a:t>
            </a:r>
            <a:r>
              <a:rPr lang="en-US" sz="1200" b="0" u="none" strike="noStrike" baseline="0" dirty="0">
                <a:latin typeface="Arial" panose="020B0604020202020204" pitchFamily="34" charset="0"/>
              </a:rPr>
              <a:t>match to PFEESA, wrong RT, wrong CCS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53493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DFDC-33BE-76F5-C631-B549792AB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ID# 5135 – </a:t>
            </a:r>
            <a:r>
              <a:rPr lang="en-US" i="1" dirty="0"/>
              <a:t>m/z </a:t>
            </a:r>
            <a:r>
              <a:rPr lang="en-US" dirty="0"/>
              <a:t>448.9655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6C3370D-72FA-9070-2B99-6DDA63BAE3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910883"/>
              </p:ext>
            </p:extLst>
          </p:nvPr>
        </p:nvGraphicFramePr>
        <p:xfrm>
          <a:off x="618938" y="1924407"/>
          <a:ext cx="478155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4781601" imgH="1457557" progId="ACD.ChemSketch.20">
                  <p:embed/>
                </p:oleObj>
              </mc:Choice>
              <mc:Fallback>
                <p:oleObj name="ChemSketch" r:id="rId2" imgW="4781601" imgH="1457557" progId="ACD.ChemSketch.2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76C3370D-72FA-9070-2B99-6DDA63BAE3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8938" y="1924407"/>
                        <a:ext cx="4781550" cy="145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D13EB72-2819-862A-532B-9B166ED454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204846"/>
              </p:ext>
            </p:extLst>
          </p:nvPr>
        </p:nvGraphicFramePr>
        <p:xfrm>
          <a:off x="970534" y="4368024"/>
          <a:ext cx="165735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4" imgW="1657372" imgH="1457209" progId="ACD.ChemSketch.20">
                  <p:embed/>
                </p:oleObj>
              </mc:Choice>
              <mc:Fallback>
                <p:oleObj name="ChemSketch" r:id="rId4" imgW="1657372" imgH="1457209" progId="ACD.ChemSketch.2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4D13EB72-2819-862A-532B-9B166ED454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70534" y="4368024"/>
                        <a:ext cx="1657350" cy="145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D5B33FEC-8260-9119-8891-4ACDF6D4FE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261598"/>
              </p:ext>
            </p:extLst>
          </p:nvPr>
        </p:nvGraphicFramePr>
        <p:xfrm>
          <a:off x="2682203" y="4368024"/>
          <a:ext cx="150495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6" imgW="1505030" imgH="1676503" progId="ACD.ChemSketch.20">
                  <p:embed/>
                </p:oleObj>
              </mc:Choice>
              <mc:Fallback>
                <p:oleObj name="ChemSketch" r:id="rId6" imgW="1505030" imgH="1676503" progId="ACD.ChemSketch.2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D5B33FEC-8260-9119-8891-4ACDF6D4FE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82203" y="4368024"/>
                        <a:ext cx="1504950" cy="167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5CC9EBE-2E09-6D01-91F0-07DFEB29CB8F}"/>
              </a:ext>
            </a:extLst>
          </p:cNvPr>
          <p:cNvSpPr txBox="1"/>
          <p:nvPr/>
        </p:nvSpPr>
        <p:spPr>
          <a:xfrm>
            <a:off x="933209" y="6055441"/>
            <a:ext cx="1383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 m/z </a:t>
            </a:r>
            <a:r>
              <a:rPr lang="en-US" sz="1200" dirty="0"/>
              <a:t>282.9822</a:t>
            </a:r>
            <a:endParaRPr lang="en-US" sz="1200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ADC58-C791-950C-B39B-4E12604A9AF0}"/>
              </a:ext>
            </a:extLst>
          </p:cNvPr>
          <p:cNvSpPr txBox="1"/>
          <p:nvPr/>
        </p:nvSpPr>
        <p:spPr>
          <a:xfrm>
            <a:off x="2682203" y="6044424"/>
            <a:ext cx="1383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 m/z </a:t>
            </a:r>
            <a:r>
              <a:rPr lang="en-US" sz="1200" dirty="0"/>
              <a:t>262.9760</a:t>
            </a:r>
            <a:endParaRPr lang="en-US" sz="1200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2E190A-8A43-0DED-D722-88EC4A9481F2}"/>
              </a:ext>
            </a:extLst>
          </p:cNvPr>
          <p:cNvSpPr txBox="1"/>
          <p:nvPr/>
        </p:nvSpPr>
        <p:spPr>
          <a:xfrm>
            <a:off x="662903" y="4008587"/>
            <a:ext cx="1383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MS2 Fragments: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639447-64C9-C5AD-F46A-B414E1FBA739}"/>
              </a:ext>
            </a:extLst>
          </p:cNvPr>
          <p:cNvSpPr txBox="1"/>
          <p:nvPr/>
        </p:nvSpPr>
        <p:spPr>
          <a:xfrm>
            <a:off x="3252529" y="2677961"/>
            <a:ext cx="3748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Identification: H-substituted </a:t>
            </a:r>
            <a:r>
              <a:rPr lang="en-US" sz="1200" dirty="0" err="1"/>
              <a:t>polyfluoroether</a:t>
            </a:r>
            <a:r>
              <a:rPr lang="en-US" sz="1200" dirty="0"/>
              <a:t> alcohol?</a:t>
            </a:r>
          </a:p>
          <a:p>
            <a:r>
              <a:rPr lang="en-US" sz="1200" dirty="0"/>
              <a:t>Confidence level: 3</a:t>
            </a:r>
          </a:p>
          <a:p>
            <a:r>
              <a:rPr lang="en-US" sz="1200" b="1" dirty="0"/>
              <a:t>Novel PFAS? (see next slide…)</a:t>
            </a:r>
          </a:p>
        </p:txBody>
      </p:sp>
    </p:spTree>
    <p:extLst>
      <p:ext uri="{BB962C8B-B14F-4D97-AF65-F5344CB8AC3E}">
        <p14:creationId xmlns:p14="http://schemas.microsoft.com/office/powerpoint/2010/main" val="2596301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167FF-27C2-ACCC-8B5C-4CAEBABBF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64A79-F5D0-E2DF-A217-45107F99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m/z </a:t>
            </a:r>
            <a:r>
              <a:rPr lang="en-US" dirty="0"/>
              <a:t>592.959 drift aligned with feature ID# 5135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454DCF-9C23-438D-DA85-D67C25639D38}"/>
              </a:ext>
            </a:extLst>
          </p:cNvPr>
          <p:cNvSpPr txBox="1"/>
          <p:nvPr/>
        </p:nvSpPr>
        <p:spPr>
          <a:xfrm>
            <a:off x="7239113" y="1256351"/>
            <a:ext cx="4482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Strong correlation in peak areas of these two 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448.9655 + CO</a:t>
            </a:r>
            <a:r>
              <a:rPr lang="en-US" sz="1200" baseline="-25000" dirty="0"/>
              <a:t>2</a:t>
            </a:r>
            <a:r>
              <a:rPr lang="en-US" sz="1200" dirty="0"/>
              <a:t>C</a:t>
            </a:r>
            <a:r>
              <a:rPr lang="en-US" sz="1200" baseline="-25000" dirty="0"/>
              <a:t>2</a:t>
            </a:r>
            <a:r>
              <a:rPr lang="en-US" sz="1200" dirty="0"/>
              <a:t>F</a:t>
            </a:r>
            <a:r>
              <a:rPr lang="en-US" sz="1200" baseline="-25000" dirty="0"/>
              <a:t>4</a:t>
            </a:r>
            <a:r>
              <a:rPr lang="en-US" sz="1200" dirty="0"/>
              <a:t> = 592.9495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02D3D7E-439F-4A4F-89CA-0252914027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692945"/>
              </p:ext>
            </p:extLst>
          </p:nvPr>
        </p:nvGraphicFramePr>
        <p:xfrm>
          <a:off x="733238" y="1312085"/>
          <a:ext cx="478155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4781601" imgH="1457557" progId="ACD.ChemSketch.20">
                  <p:embed/>
                </p:oleObj>
              </mc:Choice>
              <mc:Fallback>
                <p:oleObj name="ChemSketch" r:id="rId2" imgW="4781601" imgH="1457557" progId="ACD.ChemSketch.2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602D3D7E-439F-4A4F-89CA-0252914027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3238" y="1312085"/>
                        <a:ext cx="4781550" cy="145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957F30FA-9217-EA9A-6DB1-2E50BABD4A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8128831"/>
              </p:ext>
            </p:extLst>
          </p:nvPr>
        </p:nvGraphicFramePr>
        <p:xfrm>
          <a:off x="6993673" y="3870064"/>
          <a:ext cx="4889180" cy="28081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A55A04D-E0F6-452A-B329-6B160FFC1EA9}"/>
              </a:ext>
            </a:extLst>
          </p:cNvPr>
          <p:cNvSpPr txBox="1"/>
          <p:nvPr/>
        </p:nvSpPr>
        <p:spPr>
          <a:xfrm>
            <a:off x="3157546" y="2016062"/>
            <a:ext cx="35862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Identification: H-substituted </a:t>
            </a:r>
            <a:r>
              <a:rPr lang="en-US" sz="1200" dirty="0" err="1"/>
              <a:t>polyfluoroether</a:t>
            </a:r>
            <a:r>
              <a:rPr lang="en-US" sz="1200" dirty="0"/>
              <a:t> alcohol</a:t>
            </a:r>
          </a:p>
          <a:p>
            <a:r>
              <a:rPr lang="en-US" sz="1200" dirty="0"/>
              <a:t>Confidence level: 3</a:t>
            </a:r>
          </a:p>
          <a:p>
            <a:r>
              <a:rPr lang="en-US" sz="1200" b="1" strike="sngStrike" dirty="0"/>
              <a:t>Novel PFAS</a:t>
            </a:r>
          </a:p>
          <a:p>
            <a:r>
              <a:rPr lang="en-US" sz="1200" b="1" dirty="0"/>
              <a:t>Post source decay of </a:t>
            </a:r>
            <a:r>
              <a:rPr lang="en-US" sz="1200" b="1" i="1" dirty="0"/>
              <a:t>m/z </a:t>
            </a:r>
            <a:r>
              <a:rPr lang="en-US" sz="1200" b="1" dirty="0"/>
              <a:t>592.9495?</a:t>
            </a:r>
          </a:p>
          <a:p>
            <a:r>
              <a:rPr lang="en-US" sz="1200" b="1" dirty="0"/>
              <a:t>Metabolite of </a:t>
            </a:r>
            <a:r>
              <a:rPr lang="en-US" sz="1200" b="1" i="1" dirty="0"/>
              <a:t>m/z </a:t>
            </a:r>
            <a:r>
              <a:rPr lang="en-US" sz="1200" b="1" dirty="0"/>
              <a:t>592.9495?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2C738-73F7-E38F-3978-1F4BF0913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358" y="3255865"/>
            <a:ext cx="4482971" cy="26425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C6380C-30B2-3757-E855-95D6B2CC6359}"/>
              </a:ext>
            </a:extLst>
          </p:cNvPr>
          <p:cNvSpPr txBox="1"/>
          <p:nvPr/>
        </p:nvSpPr>
        <p:spPr>
          <a:xfrm>
            <a:off x="3117011" y="5969355"/>
            <a:ext cx="11224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/>
              <a:t>m/z </a:t>
            </a:r>
            <a:r>
              <a:rPr lang="en-US" sz="1200" b="1" dirty="0"/>
              <a:t>592.9495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D1F24C-ADCA-CD62-A83F-CEB5EA5304D2}"/>
              </a:ext>
            </a:extLst>
          </p:cNvPr>
          <p:cNvSpPr txBox="1"/>
          <p:nvPr/>
        </p:nvSpPr>
        <p:spPr>
          <a:xfrm>
            <a:off x="638938" y="5969356"/>
            <a:ext cx="11224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/>
              <a:t>m/z </a:t>
            </a:r>
            <a:r>
              <a:rPr lang="en-US" sz="1200" b="1" dirty="0"/>
              <a:t>448.9677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501469-3AC0-1449-7863-14CE123175D2}"/>
              </a:ext>
            </a:extLst>
          </p:cNvPr>
          <p:cNvCxnSpPr/>
          <p:nvPr/>
        </p:nvCxnSpPr>
        <p:spPr>
          <a:xfrm flipH="1">
            <a:off x="1200150" y="4890407"/>
            <a:ext cx="277586" cy="100799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CB85FE-7163-F6F8-1A82-A85514017B53}"/>
              </a:ext>
            </a:extLst>
          </p:cNvPr>
          <p:cNvCxnSpPr/>
          <p:nvPr/>
        </p:nvCxnSpPr>
        <p:spPr>
          <a:xfrm flipH="1">
            <a:off x="3678223" y="4890407"/>
            <a:ext cx="277586" cy="100799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6071621D-4779-0E67-401A-5731473061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3212410"/>
              </p:ext>
            </p:extLst>
          </p:nvPr>
        </p:nvGraphicFramePr>
        <p:xfrm>
          <a:off x="7239113" y="1877786"/>
          <a:ext cx="3703977" cy="2081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247239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7FD26-3D52-B0ED-5CB6-51664D87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Possible structures for m/z 592.9481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01D1ABB-0DF8-EFA3-AB6E-5D23D89E12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181200"/>
              </p:ext>
            </p:extLst>
          </p:nvPr>
        </p:nvGraphicFramePr>
        <p:xfrm>
          <a:off x="631476" y="1654772"/>
          <a:ext cx="478155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4781601" imgH="1457557" progId="ACD.ChemSketch.20">
                  <p:embed/>
                </p:oleObj>
              </mc:Choice>
              <mc:Fallback>
                <p:oleObj name="ChemSketch" r:id="rId2" imgW="4781601" imgH="1457557" progId="ACD.ChemSketch.2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01D1ABB-0DF8-EFA3-AB6E-5D23D89E12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1476" y="1654772"/>
                        <a:ext cx="4781550" cy="145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58222B32-4AB8-2E46-17E6-55345A8D27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203557"/>
              </p:ext>
            </p:extLst>
          </p:nvPr>
        </p:nvGraphicFramePr>
        <p:xfrm>
          <a:off x="6610350" y="3844923"/>
          <a:ext cx="474345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4" imgW="4743428" imgH="2057400" progId="ACD.ChemSketch.20">
                  <p:embed/>
                </p:oleObj>
              </mc:Choice>
              <mc:Fallback>
                <p:oleObj name="ChemSketch" r:id="rId4" imgW="4743428" imgH="2057400" progId="ACD.ChemSketch.20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58222B32-4AB8-2E46-17E6-55345A8D27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10350" y="3844923"/>
                        <a:ext cx="4743450" cy="205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695510BF-9D25-A314-9234-2FA41E8E0F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797725"/>
              </p:ext>
            </p:extLst>
          </p:nvPr>
        </p:nvGraphicFramePr>
        <p:xfrm>
          <a:off x="6581775" y="1280738"/>
          <a:ext cx="4772025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6" imgW="4771884" imgH="2419183" progId="ACD.ChemSketch.20">
                  <p:embed/>
                </p:oleObj>
              </mc:Choice>
              <mc:Fallback>
                <p:oleObj name="ChemSketch" r:id="rId6" imgW="4771884" imgH="2419183" progId="ACD.ChemSketch.20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695510BF-9D25-A314-9234-2FA41E8E0F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81775" y="1280738"/>
                        <a:ext cx="4772025" cy="2419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B9CAFB2-6582-6034-686C-F0D351FAFE50}"/>
              </a:ext>
            </a:extLst>
          </p:cNvPr>
          <p:cNvSpPr txBox="1"/>
          <p:nvPr/>
        </p:nvSpPr>
        <p:spPr>
          <a:xfrm>
            <a:off x="6581775" y="5929766"/>
            <a:ext cx="4788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Identification: H-substituted perfluoro </a:t>
            </a:r>
            <a:r>
              <a:rPr lang="en-US" sz="1200" dirty="0" err="1"/>
              <a:t>triether</a:t>
            </a:r>
            <a:r>
              <a:rPr lang="en-US" sz="1200" dirty="0"/>
              <a:t> carboxylic acid</a:t>
            </a:r>
          </a:p>
          <a:p>
            <a:r>
              <a:rPr lang="en-US" sz="1200" dirty="0"/>
              <a:t>Confidence level: 3 (fragments cannot distinguish </a:t>
            </a:r>
            <a:r>
              <a:rPr lang="en-US" sz="1200"/>
              <a:t>between isomers)</a:t>
            </a:r>
            <a:endParaRPr lang="en-US" sz="1200" dirty="0"/>
          </a:p>
          <a:p>
            <a:r>
              <a:rPr lang="en-US" sz="1200" b="1" dirty="0"/>
              <a:t>Novel PFAS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971AC8-DBD5-8261-5220-86BC3DDF8EF4}"/>
              </a:ext>
            </a:extLst>
          </p:cNvPr>
          <p:cNvSpPr txBox="1"/>
          <p:nvPr/>
        </p:nvSpPr>
        <p:spPr>
          <a:xfrm>
            <a:off x="296740" y="3528110"/>
            <a:ext cx="59489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Comparison to novel SPATT compounds: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i="1" dirty="0"/>
              <a:t>m/z</a:t>
            </a:r>
            <a:r>
              <a:rPr lang="en-US" sz="1200" dirty="0"/>
              <a:t> 448.9676 observed as a fragment of compounds 9 &amp; 10 (multi-headed perfluorinated ethers)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Kaylie’s paper suggested that an H-substitution of a carboxylic acid group is plausible and has been reported elsewhere, though that wasn’t detected in the SPATTs</a:t>
            </a:r>
          </a:p>
        </p:txBody>
      </p:sp>
    </p:spTree>
    <p:extLst>
      <p:ext uri="{BB962C8B-B14F-4D97-AF65-F5344CB8AC3E}">
        <p14:creationId xmlns:p14="http://schemas.microsoft.com/office/powerpoint/2010/main" val="3108732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6405-F942-35F2-FC74-592E6BC69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m/z 628.9189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8E2E1A-F3B9-37D6-2B7C-C530CB978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26" y="4147635"/>
            <a:ext cx="4492486" cy="25452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3D87D8-BBBB-3E78-DDB1-1E72963269CB}"/>
              </a:ext>
            </a:extLst>
          </p:cNvPr>
          <p:cNvSpPr txBox="1"/>
          <p:nvPr/>
        </p:nvSpPr>
        <p:spPr>
          <a:xfrm>
            <a:off x="8988721" y="2237451"/>
            <a:ext cx="38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Kaylie’s compound 10 with loss of a COOH</a:t>
            </a:r>
          </a:p>
          <a:p>
            <a:r>
              <a:rPr lang="en-US" sz="1200" dirty="0"/>
              <a:t>Compound 10 not detected in gators</a:t>
            </a: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72A3EC41-0C85-FE60-8054-AE9D28C90B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39567"/>
              </p:ext>
            </p:extLst>
          </p:nvPr>
        </p:nvGraphicFramePr>
        <p:xfrm>
          <a:off x="7001226" y="2898776"/>
          <a:ext cx="2667000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3" imgW="2667202" imgH="2533521" progId="ACD.ChemSketch.20">
                  <p:embed/>
                </p:oleObj>
              </mc:Choice>
              <mc:Fallback>
                <p:oleObj name="ChemSketch" r:id="rId3" imgW="2667202" imgH="2533521" progId="ACD.ChemSketch.20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72A3EC41-0C85-FE60-8054-AE9D28C90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01226" y="2898776"/>
                        <a:ext cx="2667000" cy="253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384E243-AB1B-DF94-F318-9295A3D4A45C}"/>
              </a:ext>
            </a:extLst>
          </p:cNvPr>
          <p:cNvSpPr txBox="1"/>
          <p:nvPr/>
        </p:nvSpPr>
        <p:spPr>
          <a:xfrm>
            <a:off x="9129383" y="4798847"/>
            <a:ext cx="2872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Another possible structural isomer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3F860625-9A83-49C9-BA85-1F356FFB37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0929805"/>
              </p:ext>
            </p:extLst>
          </p:nvPr>
        </p:nvGraphicFramePr>
        <p:xfrm>
          <a:off x="602781" y="1061050"/>
          <a:ext cx="4587995" cy="3057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B0A3A87-B16E-999D-29E9-0E0F2C062F9C}"/>
              </a:ext>
            </a:extLst>
          </p:cNvPr>
          <p:cNvSpPr txBox="1"/>
          <p:nvPr/>
        </p:nvSpPr>
        <p:spPr>
          <a:xfrm>
            <a:off x="6398096" y="5565268"/>
            <a:ext cx="38732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 </a:t>
            </a:r>
            <a:r>
              <a:rPr lang="en-US" sz="1200" dirty="0" err="1"/>
              <a:t>Pubchem</a:t>
            </a:r>
            <a:r>
              <a:rPr lang="en-US" sz="1200" dirty="0"/>
              <a:t> entries match this formula</a:t>
            </a:r>
          </a:p>
          <a:p>
            <a:r>
              <a:rPr lang="en-US" sz="1200" dirty="0"/>
              <a:t>Perfluorinated ether sulfonic acid</a:t>
            </a:r>
          </a:p>
          <a:p>
            <a:r>
              <a:rPr lang="en-US" sz="1200" dirty="0"/>
              <a:t>C10H2F20O6S M-H-</a:t>
            </a:r>
          </a:p>
          <a:p>
            <a:r>
              <a:rPr lang="en-US" sz="1200" dirty="0"/>
              <a:t>Confidence level: 3</a:t>
            </a:r>
          </a:p>
          <a:p>
            <a:r>
              <a:rPr lang="en-US" sz="1200" b="1" dirty="0"/>
              <a:t>Novel PFAS</a:t>
            </a: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B96EA45C-D08E-B1F0-E132-656AB83F73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241841"/>
              </p:ext>
            </p:extLst>
          </p:nvPr>
        </p:nvGraphicFramePr>
        <p:xfrm>
          <a:off x="7001226" y="277069"/>
          <a:ext cx="3495675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6" imgW="3495541" imgH="2533521" progId="ACD.ChemSketch.20">
                  <p:embed/>
                </p:oleObj>
              </mc:Choice>
              <mc:Fallback>
                <p:oleObj name="ChemSketch" r:id="rId6" imgW="3495541" imgH="2533521" progId="ACD.ChemSketch.20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B96EA45C-D08E-B1F0-E132-656AB83F73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01226" y="277069"/>
                        <a:ext cx="3495675" cy="253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44F388C-7AF9-240D-785F-16D02EC97F90}"/>
              </a:ext>
            </a:extLst>
          </p:cNvPr>
          <p:cNvSpPr txBox="1"/>
          <p:nvPr/>
        </p:nvSpPr>
        <p:spPr>
          <a:xfrm>
            <a:off x="2433967" y="4814319"/>
            <a:ext cx="4089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Fragments: 282.9931, 262.9749 118.9707, 82.9619</a:t>
            </a:r>
          </a:p>
        </p:txBody>
      </p:sp>
    </p:spTree>
    <p:extLst>
      <p:ext uri="{BB962C8B-B14F-4D97-AF65-F5344CB8AC3E}">
        <p14:creationId xmlns:p14="http://schemas.microsoft.com/office/powerpoint/2010/main" val="3000962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78FFF-C71F-B2DF-DB0B-387D74F1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09324-54D0-E004-3AC3-6870AD6C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 features m/z 450.9280 and 414.9492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283AD-069A-218A-3BB2-4255B8595082}"/>
              </a:ext>
            </a:extLst>
          </p:cNvPr>
          <p:cNvSpPr txBox="1"/>
          <p:nvPr/>
        </p:nvSpPr>
        <p:spPr>
          <a:xfrm>
            <a:off x="464205" y="2644716"/>
            <a:ext cx="3744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Nested spectra for peak at 11.0 min (m/z 450.9273)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29344B-35F3-F0AA-97C6-5392407F108F}"/>
              </a:ext>
            </a:extLst>
          </p:cNvPr>
          <p:cNvSpPr txBox="1"/>
          <p:nvPr/>
        </p:nvSpPr>
        <p:spPr>
          <a:xfrm>
            <a:off x="774300" y="1326012"/>
            <a:ext cx="62044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While investigating </a:t>
            </a:r>
            <a:r>
              <a:rPr lang="en-US" sz="1200" i="1" dirty="0"/>
              <a:t>m/z </a:t>
            </a:r>
            <a:r>
              <a:rPr lang="en-US" sz="1200" dirty="0"/>
              <a:t>592.9481, observed a close eluting peak at </a:t>
            </a:r>
            <a:r>
              <a:rPr lang="en-US" sz="1200" i="1" dirty="0"/>
              <a:t>m/z </a:t>
            </a:r>
            <a:r>
              <a:rPr lang="en-US" sz="1200" dirty="0"/>
              <a:t>450.9259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While looking into it, also saw a feature at m/z 414.9492 eluting at 11.0 min and drift aligned with 450!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What is going on here?!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Are these the same molecule or different?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0DE97BE-5F51-C362-ABE1-8811B149CC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2919475"/>
              </p:ext>
            </p:extLst>
          </p:nvPr>
        </p:nvGraphicFramePr>
        <p:xfrm>
          <a:off x="8477258" y="943087"/>
          <a:ext cx="3573708" cy="2398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9CAE3A5-28A9-7EA1-022F-04539E66BF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6673428"/>
              </p:ext>
            </p:extLst>
          </p:nvPr>
        </p:nvGraphicFramePr>
        <p:xfrm>
          <a:off x="8618292" y="3309781"/>
          <a:ext cx="3573708" cy="2398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8ACA249C-8C1B-2847-4D94-4ADB5617D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622" y="3224756"/>
            <a:ext cx="4233107" cy="2398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70733D-D91E-670A-67E5-80B39CFA0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509" y="2921715"/>
            <a:ext cx="3345620" cy="26102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D10665F-878D-55D7-2E72-C737DDFD97CE}"/>
              </a:ext>
            </a:extLst>
          </p:cNvPr>
          <p:cNvSpPr txBox="1"/>
          <p:nvPr/>
        </p:nvSpPr>
        <p:spPr>
          <a:xfrm>
            <a:off x="754321" y="5637914"/>
            <a:ext cx="3573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Isotopic pattern suggests Br or multiple Cl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9E46B-CB4F-CCA0-CB40-6A544130990E}"/>
              </a:ext>
            </a:extLst>
          </p:cNvPr>
          <p:cNvSpPr txBox="1"/>
          <p:nvPr/>
        </p:nvSpPr>
        <p:spPr>
          <a:xfrm>
            <a:off x="5266816" y="5637914"/>
            <a:ext cx="2775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Fragments aligned with </a:t>
            </a:r>
            <a:r>
              <a:rPr lang="en-US" sz="1200" i="1" dirty="0"/>
              <a:t>m/z </a:t>
            </a:r>
            <a:r>
              <a:rPr lang="en-US" sz="1200" dirty="0"/>
              <a:t>414.9492</a:t>
            </a:r>
          </a:p>
        </p:txBody>
      </p:sp>
    </p:spTree>
    <p:extLst>
      <p:ext uri="{BB962C8B-B14F-4D97-AF65-F5344CB8AC3E}">
        <p14:creationId xmlns:p14="http://schemas.microsoft.com/office/powerpoint/2010/main" val="2018565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6112-CD1E-5516-D28C-6BD4A563E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m/z 450.9280 structural elucidation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175D80-AC0A-3689-2034-C92A728F8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81" y="3106463"/>
            <a:ext cx="4992920" cy="3663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7EF551-16D1-3CC8-3F7F-AE64635C4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94" y="957531"/>
            <a:ext cx="2526940" cy="2190967"/>
          </a:xfrm>
          <a:prstGeom prst="rect">
            <a:avLst/>
          </a:prstGeom>
        </p:spPr>
      </p:pic>
      <p:pic>
        <p:nvPicPr>
          <p:cNvPr id="1026" name="Picture 2" descr="Toxics 12 00403 g003">
            <a:extLst>
              <a:ext uri="{FF2B5EF4-FFF2-40B4-BE49-F238E27FC236}">
                <a16:creationId xmlns:a16="http://schemas.microsoft.com/office/drawing/2014/main" id="{9CD8A731-95C1-BF40-87B8-DD578353E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562" y="1377719"/>
            <a:ext cx="5794238" cy="454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8CFE70-9286-9A37-8EA8-E7BE30E8D709}"/>
              </a:ext>
            </a:extLst>
          </p:cNvPr>
          <p:cNvSpPr txBox="1"/>
          <p:nvPr/>
        </p:nvSpPr>
        <p:spPr>
          <a:xfrm>
            <a:off x="6201235" y="6069536"/>
            <a:ext cx="48763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</a:rPr>
              <a:t>Weed et al. https://doi.org/10.3390/toxics12060403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77071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4BA16-831C-7213-E0F1-570146B07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D313-2B48-0555-927D-FFEC39D93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ID# 1413: Not PMPA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FAEFD4-F779-35BA-C7CF-24EFA6331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03" y="2189573"/>
            <a:ext cx="5972175" cy="35593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0B8188-304A-4BBA-26DB-AEE9E189F6C1}"/>
              </a:ext>
            </a:extLst>
          </p:cNvPr>
          <p:cNvSpPr txBox="1"/>
          <p:nvPr/>
        </p:nvSpPr>
        <p:spPr>
          <a:xfrm>
            <a:off x="2173229" y="2571904"/>
            <a:ext cx="1507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HFPO-DA (GenX)</a:t>
            </a:r>
          </a:p>
          <a:p>
            <a:pPr algn="ctr"/>
            <a:r>
              <a:rPr lang="en-US" sz="1200" dirty="0"/>
              <a:t>(or SIL)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48B17E-984E-2824-C74C-F3AFCA6CC3DB}"/>
              </a:ext>
            </a:extLst>
          </p:cNvPr>
          <p:cNvSpPr txBox="1"/>
          <p:nvPr/>
        </p:nvSpPr>
        <p:spPr>
          <a:xfrm>
            <a:off x="2728913" y="4563597"/>
            <a:ext cx="107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HFPO-</a:t>
            </a:r>
            <a:r>
              <a:rPr lang="en-US" sz="1200" dirty="0" err="1"/>
              <a:t>TrA</a:t>
            </a:r>
            <a:endParaRPr lang="en-US" sz="12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A4567E-3AED-A0B0-5135-AB8DC3981D6C}"/>
              </a:ext>
            </a:extLst>
          </p:cNvPr>
          <p:cNvCxnSpPr/>
          <p:nvPr/>
        </p:nvCxnSpPr>
        <p:spPr>
          <a:xfrm flipH="1">
            <a:off x="2252663" y="3033569"/>
            <a:ext cx="476250" cy="749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2C88DE-7093-5E3B-5636-CA0CDCF20955}"/>
              </a:ext>
            </a:extLst>
          </p:cNvPr>
          <p:cNvCxnSpPr>
            <a:cxnSpLocks/>
          </p:cNvCxnSpPr>
          <p:nvPr/>
        </p:nvCxnSpPr>
        <p:spPr>
          <a:xfrm flipH="1" flipV="1">
            <a:off x="3391034" y="4840596"/>
            <a:ext cx="498177" cy="2229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805B212-FF07-1467-5D5E-9A278A11D59F}"/>
              </a:ext>
            </a:extLst>
          </p:cNvPr>
          <p:cNvSpPr txBox="1"/>
          <p:nvPr/>
        </p:nvSpPr>
        <p:spPr>
          <a:xfrm>
            <a:off x="4661545" y="4479971"/>
            <a:ext cx="107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HFPO-</a:t>
            </a:r>
            <a:r>
              <a:rPr lang="en-US" sz="1200" dirty="0" err="1"/>
              <a:t>TeA</a:t>
            </a:r>
            <a:endParaRPr lang="en-US" sz="12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BF3239-1C64-B076-75B1-4889FBEB5CB3}"/>
              </a:ext>
            </a:extLst>
          </p:cNvPr>
          <p:cNvCxnSpPr>
            <a:cxnSpLocks/>
          </p:cNvCxnSpPr>
          <p:nvPr/>
        </p:nvCxnSpPr>
        <p:spPr>
          <a:xfrm flipV="1">
            <a:off x="4891088" y="4775861"/>
            <a:ext cx="114529" cy="2877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857BF6-44FA-9D24-95A4-DD5CC0C79E41}"/>
              </a:ext>
            </a:extLst>
          </p:cNvPr>
          <p:cNvSpPr txBox="1"/>
          <p:nvPr/>
        </p:nvSpPr>
        <p:spPr>
          <a:xfrm>
            <a:off x="860440" y="1576058"/>
            <a:ext cx="4917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/>
              <a:t>m/z </a:t>
            </a:r>
            <a:r>
              <a:rPr lang="en-US" sz="1200" dirty="0"/>
              <a:t>184.985 and CCS 115.2 matched our library entry for PMPA, but RT should be 2.6 min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7A444-C789-41B8-91C7-032F7D73559B}"/>
              </a:ext>
            </a:extLst>
          </p:cNvPr>
          <p:cNvSpPr txBox="1"/>
          <p:nvPr/>
        </p:nvSpPr>
        <p:spPr>
          <a:xfrm>
            <a:off x="3807912" y="2816413"/>
            <a:ext cx="2433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No matching PFECAs in our library with this RT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86E0A8-DC2B-AD6E-9785-EE1C0C9C0912}"/>
              </a:ext>
            </a:extLst>
          </p:cNvPr>
          <p:cNvCxnSpPr>
            <a:cxnSpLocks/>
          </p:cNvCxnSpPr>
          <p:nvPr/>
        </p:nvCxnSpPr>
        <p:spPr>
          <a:xfrm flipV="1">
            <a:off x="4288059" y="3265938"/>
            <a:ext cx="114529" cy="2877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3E6D0A7-F4EF-C607-C194-DE55538336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789371"/>
              </p:ext>
            </p:extLst>
          </p:nvPr>
        </p:nvGraphicFramePr>
        <p:xfrm>
          <a:off x="4537440" y="1998568"/>
          <a:ext cx="120015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3" imgW="1199998" imgH="676301" progId="ACD.ChemSketch.20">
                  <p:embed/>
                </p:oleObj>
              </mc:Choice>
              <mc:Fallback>
                <p:oleObj name="ChemSketch" r:id="rId3" imgW="1199998" imgH="676301" progId="ACD.ChemSketch.2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3E6D0A7-F4EF-C607-C194-DE55538336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37440" y="1998568"/>
                        <a:ext cx="1200150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8637B6D8-6B6C-4EF7-48BC-FF20B170D529}"/>
              </a:ext>
            </a:extLst>
          </p:cNvPr>
          <p:cNvSpPr/>
          <p:nvPr/>
        </p:nvSpPr>
        <p:spPr>
          <a:xfrm>
            <a:off x="4053154" y="3553645"/>
            <a:ext cx="349434" cy="2354235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BE3D8A-1D26-0FF8-6FCD-F22934C65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678" y="2288260"/>
            <a:ext cx="4309228" cy="33522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5B56B84-F543-9F7E-F6F2-C1A70D45A7A0}"/>
              </a:ext>
            </a:extLst>
          </p:cNvPr>
          <p:cNvSpPr txBox="1"/>
          <p:nvPr/>
        </p:nvSpPr>
        <p:spPr>
          <a:xfrm>
            <a:off x="6924324" y="1576058"/>
            <a:ext cx="4917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Multiple drift peaks indicates multimerization -&gt; characteristic of ethers and carboxylic acids on our platform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A635F1-BFBB-5907-A93B-7864EA393D89}"/>
              </a:ext>
            </a:extLst>
          </p:cNvPr>
          <p:cNvSpPr txBox="1"/>
          <p:nvPr/>
        </p:nvSpPr>
        <p:spPr>
          <a:xfrm>
            <a:off x="3889211" y="6173043"/>
            <a:ext cx="5617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u="sng" dirty="0"/>
              <a:t>Hypothesis</a:t>
            </a:r>
            <a:r>
              <a:rPr lang="en-US" sz="1200" dirty="0"/>
              <a:t>: This is an in-source fragment of an undetected PFECA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Can we call this a Level 5?</a:t>
            </a:r>
          </a:p>
        </p:txBody>
      </p:sp>
    </p:spTree>
    <p:extLst>
      <p:ext uri="{BB962C8B-B14F-4D97-AF65-F5344CB8AC3E}">
        <p14:creationId xmlns:p14="http://schemas.microsoft.com/office/powerpoint/2010/main" val="302265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9E73-FDCF-50BE-57B4-478419DE2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1/2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0436B-D0A0-EF83-9A86-35F91B646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previously-unreported (I think) PFAESAs (in homologous series with PFEESA)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 novel PFAS (no matches in PubChem)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63ACF-E0BF-9F4C-6AD7-44049BBF7EF2}"/>
              </a:ext>
            </a:extLst>
          </p:cNvPr>
          <p:cNvSpPr txBox="1"/>
          <p:nvPr/>
        </p:nvSpPr>
        <p:spPr>
          <a:xfrm>
            <a:off x="1072358" y="1499011"/>
            <a:ext cx="31527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sng" strike="noStrike" baseline="0" dirty="0" err="1">
                <a:latin typeface="Arial" panose="020B0604020202020204" pitchFamily="34" charset="0"/>
              </a:rPr>
              <a:t>PFHxESA</a:t>
            </a:r>
            <a:r>
              <a:rPr lang="en-US" sz="1200" b="1" i="0" u="sng" strike="noStrike" baseline="0" dirty="0">
                <a:latin typeface="Arial" panose="020B0604020202020204" pitchFamily="34" charset="0"/>
              </a:rPr>
              <a:t> (Feature ID# 2318)</a:t>
            </a:r>
          </a:p>
          <a:p>
            <a:r>
              <a:rPr lang="en-US" sz="1200" dirty="0">
                <a:latin typeface="Arial" panose="020B0604020202020204" pitchFamily="34" charset="0"/>
              </a:rPr>
              <a:t>Confidence Level:	2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Molecular Formula: 	C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8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HF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17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O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4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S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[M-H]-: 		514.925131 Da</a:t>
            </a:r>
          </a:p>
          <a:p>
            <a:endParaRPr lang="en-US" sz="120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C170478-FCA0-BC4C-508F-D9F7A66529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484506"/>
              </p:ext>
            </p:extLst>
          </p:nvPr>
        </p:nvGraphicFramePr>
        <p:xfrm>
          <a:off x="5420796" y="2465484"/>
          <a:ext cx="2398242" cy="116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3429260" imgH="1666772" progId="ACD.ChemSketch.20">
                  <p:embed/>
                </p:oleObj>
              </mc:Choice>
              <mc:Fallback>
                <p:oleObj name="ChemSketch" r:id="rId2" imgW="3429260" imgH="1666772" progId="ACD.ChemSketch.2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C170478-FCA0-BC4C-508F-D9F7A66529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20796" y="2465484"/>
                        <a:ext cx="2398242" cy="1165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873E-E9BC-2A9A-3105-54519292D7A1}"/>
              </a:ext>
            </a:extLst>
          </p:cNvPr>
          <p:cNvSpPr txBox="1"/>
          <p:nvPr/>
        </p:nvSpPr>
        <p:spPr>
          <a:xfrm>
            <a:off x="4804650" y="1499011"/>
            <a:ext cx="36305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sng" strike="noStrike" baseline="0" dirty="0" err="1">
                <a:latin typeface="Arial" panose="020B0604020202020204" pitchFamily="34" charset="0"/>
              </a:rPr>
              <a:t>PFHpESA</a:t>
            </a:r>
            <a:r>
              <a:rPr lang="en-US" sz="1200" b="1" i="0" u="sng" strike="noStrike" baseline="0" dirty="0">
                <a:latin typeface="Arial" panose="020B0604020202020204" pitchFamily="34" charset="0"/>
              </a:rPr>
              <a:t> (Feature ID# 2857)</a:t>
            </a:r>
          </a:p>
          <a:p>
            <a:r>
              <a:rPr lang="en-US" sz="1200" dirty="0">
                <a:latin typeface="Arial" panose="020B0604020202020204" pitchFamily="34" charset="0"/>
              </a:rPr>
              <a:t>Confidence Level:	2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Molecular Formula: 	C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9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HF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19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O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4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S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[M-H]-: 		564.921938 Da</a:t>
            </a:r>
          </a:p>
          <a:p>
            <a:endParaRPr lang="en-US" sz="1200" dirty="0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F36F25D9-998B-3DCD-480E-494AC92972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363013"/>
              </p:ext>
            </p:extLst>
          </p:nvPr>
        </p:nvGraphicFramePr>
        <p:xfrm>
          <a:off x="1620250" y="2415670"/>
          <a:ext cx="2398242" cy="1144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4" imgW="3153032" imgH="1505169" progId="ACD.ChemSketch.20">
                  <p:embed/>
                </p:oleObj>
              </mc:Choice>
              <mc:Fallback>
                <p:oleObj name="ChemSketch" r:id="rId4" imgW="3153032" imgH="1505169" progId="ACD.ChemSketch.20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F36F25D9-998B-3DCD-480E-494AC92972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0250" y="2415670"/>
                        <a:ext cx="2398242" cy="1144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E4D941-1113-1E6B-F9F6-8667AD39540A}"/>
              </a:ext>
            </a:extLst>
          </p:cNvPr>
          <p:cNvSpPr txBox="1"/>
          <p:nvPr/>
        </p:nvSpPr>
        <p:spPr>
          <a:xfrm>
            <a:off x="702386" y="4135784"/>
            <a:ext cx="31527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sng" strike="noStrike" baseline="0" dirty="0">
                <a:latin typeface="Arial" panose="020B0604020202020204" pitchFamily="34" charset="0"/>
              </a:rPr>
              <a:t>H-substituted polyfluorinated </a:t>
            </a:r>
            <a:r>
              <a:rPr lang="en-US" sz="1200" b="1" i="0" u="sng" strike="noStrike" baseline="0" dirty="0" err="1">
                <a:latin typeface="Arial" panose="020B0604020202020204" pitchFamily="34" charset="0"/>
              </a:rPr>
              <a:t>triether</a:t>
            </a:r>
            <a:r>
              <a:rPr lang="en-US" sz="1200" b="1" i="0" u="sng" strike="noStrike" baseline="0" dirty="0">
                <a:latin typeface="Arial" panose="020B0604020202020204" pitchFamily="34" charset="0"/>
              </a:rPr>
              <a:t> carboxylic acid</a:t>
            </a:r>
          </a:p>
          <a:p>
            <a:r>
              <a:rPr lang="en-US" sz="1200" dirty="0">
                <a:latin typeface="Arial" panose="020B0604020202020204" pitchFamily="34" charset="0"/>
              </a:rPr>
              <a:t>Confidence Level:	3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Molecular Formula: 	C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11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H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2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F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20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O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5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[M-H]-: 		592.9510 Da</a:t>
            </a:r>
          </a:p>
          <a:p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91B20-E70B-A2DD-51D0-2407A8144A4A}"/>
              </a:ext>
            </a:extLst>
          </p:cNvPr>
          <p:cNvSpPr txBox="1"/>
          <p:nvPr/>
        </p:nvSpPr>
        <p:spPr>
          <a:xfrm>
            <a:off x="6226893" y="4120979"/>
            <a:ext cx="31321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sng" strike="noStrike" baseline="0" dirty="0">
                <a:latin typeface="Arial" panose="020B0604020202020204" pitchFamily="34" charset="0"/>
              </a:rPr>
              <a:t>H-substituted polyfluorinated </a:t>
            </a:r>
            <a:r>
              <a:rPr lang="en-US" sz="1200" b="1" i="0" u="sng" strike="noStrike" baseline="0" dirty="0" err="1">
                <a:latin typeface="Arial" panose="020B0604020202020204" pitchFamily="34" charset="0"/>
              </a:rPr>
              <a:t>triether</a:t>
            </a:r>
            <a:r>
              <a:rPr lang="en-US" sz="1200" b="1" i="0" u="sng" strike="noStrike" baseline="0" dirty="0">
                <a:latin typeface="Arial" panose="020B0604020202020204" pitchFamily="34" charset="0"/>
              </a:rPr>
              <a:t> sulfonic acid</a:t>
            </a:r>
          </a:p>
          <a:p>
            <a:r>
              <a:rPr lang="en-US" sz="1200" dirty="0">
                <a:latin typeface="Arial" panose="020B0604020202020204" pitchFamily="34" charset="0"/>
              </a:rPr>
              <a:t>Confidence Level:	3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Molecular Formula: 	C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10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H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2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F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20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O</a:t>
            </a:r>
            <a:r>
              <a:rPr lang="en-US" sz="1200" b="0" i="0" u="none" strike="noStrike" baseline="-25000" dirty="0">
                <a:latin typeface="Arial" panose="020B0604020202020204" pitchFamily="34" charset="0"/>
              </a:rPr>
              <a:t>6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S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[M-H]-: 		</a:t>
            </a:r>
            <a:r>
              <a:rPr lang="en-US" sz="1200" dirty="0">
                <a:latin typeface="Arial" panose="020B0604020202020204" pitchFamily="34" charset="0"/>
              </a:rPr>
              <a:t>628.9180</a:t>
            </a:r>
            <a:r>
              <a:rPr lang="en-US" sz="1200" b="0" i="0" u="none" strike="noStrike" baseline="0" dirty="0">
                <a:latin typeface="Arial" panose="020B0604020202020204" pitchFamily="34" charset="0"/>
              </a:rPr>
              <a:t> Da</a:t>
            </a:r>
          </a:p>
          <a:p>
            <a:endParaRPr lang="en-US" sz="1200" dirty="0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5733EBAB-7D3E-4B99-EE7A-B56EE8DB34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602012"/>
              </p:ext>
            </p:extLst>
          </p:nvPr>
        </p:nvGraphicFramePr>
        <p:xfrm>
          <a:off x="9333150" y="4158660"/>
          <a:ext cx="2667000" cy="25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6" imgW="2667202" imgH="2533521" progId="ACD.ChemSketch.20">
                  <p:embed/>
                </p:oleObj>
              </mc:Choice>
              <mc:Fallback>
                <p:oleObj name="ChemSketch" r:id="rId6" imgW="2667202" imgH="2533521" progId="ACD.ChemSketch.20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5733EBAB-7D3E-4B99-EE7A-B56EE8DB34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33150" y="4158660"/>
                        <a:ext cx="2667000" cy="253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02B208EA-D223-9697-F276-F9C4267CBC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138733"/>
              </p:ext>
            </p:extLst>
          </p:nvPr>
        </p:nvGraphicFramePr>
        <p:xfrm>
          <a:off x="3410055" y="4638424"/>
          <a:ext cx="2555053" cy="1954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8" imgW="2676572" imgH="2047669" progId="ACD.ChemSketch.20">
                  <p:embed/>
                </p:oleObj>
              </mc:Choice>
              <mc:Fallback>
                <p:oleObj name="ChemSketch" r:id="rId8" imgW="2676572" imgH="2047669" progId="ACD.ChemSketch.20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02B208EA-D223-9697-F276-F9C4267CB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10055" y="4638424"/>
                        <a:ext cx="2555053" cy="19549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4667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BA2F1-5D3A-8BDA-CB4B-5C5CE48FC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0B630-5AEA-3828-709B-A207B6DB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2/2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F7056-9904-278E-2F55-E3D2914F6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fluorinated insecticide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 indication of an ether with no ether detected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 PFAS that might be in source fragments or their own things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5CCB91-7C9C-9A99-3E25-5A530A304C6B}"/>
              </a:ext>
            </a:extLst>
          </p:cNvPr>
          <p:cNvSpPr txBox="1"/>
          <p:nvPr/>
        </p:nvSpPr>
        <p:spPr>
          <a:xfrm>
            <a:off x="4452367" y="1271235"/>
            <a:ext cx="39756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</a:rPr>
              <a:t>Fipronil sulfone</a:t>
            </a:r>
            <a:endParaRPr lang="en-US" sz="1200" b="1" i="0" u="sng" strike="noStrike" baseline="0" dirty="0">
              <a:latin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</a:rPr>
              <a:t>Confidence Level:	2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Molecular Formula: 	C12H4O2N4Cl2F3S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[M-H]-: 		450.9258 Da</a:t>
            </a:r>
          </a:p>
          <a:p>
            <a:endParaRPr lang="en-US" sz="1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D873D8C-EF24-E693-447F-D262045D6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011" y="733576"/>
            <a:ext cx="1873970" cy="187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1E6659-5F38-6D3E-5BA0-25687F56C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510" y="2719688"/>
            <a:ext cx="3504462" cy="21920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F98978-8DFE-B401-863B-445304BF9DE2}"/>
              </a:ext>
            </a:extLst>
          </p:cNvPr>
          <p:cNvSpPr txBox="1"/>
          <p:nvPr/>
        </p:nvSpPr>
        <p:spPr>
          <a:xfrm>
            <a:off x="3164157" y="3167245"/>
            <a:ext cx="39756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</a:rPr>
              <a:t>Undetected PFECA</a:t>
            </a:r>
            <a:endParaRPr lang="en-US" sz="1200" b="1" i="0" u="sng" strike="noStrike" baseline="0" dirty="0">
              <a:latin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</a:rPr>
              <a:t>Confidence Level:	5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Molecular Formula: 	C3F7O + R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[M-H]-: 		TBD</a:t>
            </a:r>
          </a:p>
          <a:p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A18B7-6D2A-474D-535E-514730F1B522}"/>
              </a:ext>
            </a:extLst>
          </p:cNvPr>
          <p:cNvSpPr txBox="1"/>
          <p:nvPr/>
        </p:nvSpPr>
        <p:spPr>
          <a:xfrm>
            <a:off x="838200" y="5271339"/>
            <a:ext cx="38816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sng" strike="noStrike" baseline="0" dirty="0">
                <a:latin typeface="Arial" panose="020B0604020202020204" pitchFamily="34" charset="0"/>
              </a:rPr>
              <a:t>Feature ID# 1692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Confidence level: 5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Unidentified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Exact </a:t>
            </a:r>
            <a:r>
              <a:rPr lang="en-US" sz="1200" b="0" i="1" u="none" strike="noStrike" baseline="0" dirty="0">
                <a:latin typeface="Arial" panose="020B0604020202020204" pitchFamily="34" charset="0"/>
              </a:rPr>
              <a:t>m/z </a:t>
            </a:r>
            <a:r>
              <a:rPr lang="en-US" sz="1200" b="0" u="none" strike="noStrike" baseline="0" dirty="0">
                <a:latin typeface="Arial" panose="020B0604020202020204" pitchFamily="34" charset="0"/>
              </a:rPr>
              <a:t>match to PFEESA, wrong RT, wrong CCS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691AF-37FC-A82C-F054-6004127DB59A}"/>
              </a:ext>
            </a:extLst>
          </p:cNvPr>
          <p:cNvSpPr txBox="1"/>
          <p:nvPr/>
        </p:nvSpPr>
        <p:spPr>
          <a:xfrm>
            <a:off x="5514218" y="5271339"/>
            <a:ext cx="29068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sng" strike="noStrike" baseline="0" dirty="0">
                <a:latin typeface="Arial" panose="020B0604020202020204" pitchFamily="34" charset="0"/>
              </a:rPr>
              <a:t>Feature ID# 5135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Confidence level: 	3</a:t>
            </a: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Molecular formula: 	C8H2F16O3</a:t>
            </a:r>
          </a:p>
          <a:p>
            <a:r>
              <a:rPr lang="en-US" sz="1200" dirty="0">
                <a:latin typeface="Arial" panose="020B0604020202020204" pitchFamily="34" charset="0"/>
              </a:rPr>
              <a:t>[M-H]-: 		448.9655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  <a:p>
            <a:r>
              <a:rPr lang="en-US" sz="1200" b="0" i="0" u="none" strike="noStrike" baseline="0" dirty="0">
                <a:latin typeface="Arial" panose="020B0604020202020204" pitchFamily="34" charset="0"/>
              </a:rPr>
              <a:t>Drift aligned and perfectly coelutes with </a:t>
            </a:r>
            <a:r>
              <a:rPr lang="en-US" sz="1200" b="0" i="1" u="none" strike="noStrike" baseline="0" dirty="0">
                <a:latin typeface="Arial" panose="020B0604020202020204" pitchFamily="34" charset="0"/>
              </a:rPr>
              <a:t>m/z </a:t>
            </a:r>
            <a:r>
              <a:rPr lang="en-US" sz="1200" b="0" u="none" strike="noStrike" baseline="0" dirty="0">
                <a:latin typeface="Arial" panose="020B0604020202020204" pitchFamily="34" charset="0"/>
              </a:rPr>
              <a:t>592.9495</a:t>
            </a:r>
            <a:endParaRPr lang="en-US" sz="1200" b="0" i="0" u="none" strike="noStrike" baseline="0" dirty="0">
              <a:latin typeface="Arial" panose="020B0604020202020204" pitchFamily="34" charset="0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541685A7-9863-AFFC-EF0F-2F104A3B14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908551"/>
              </p:ext>
            </p:extLst>
          </p:nvPr>
        </p:nvGraphicFramePr>
        <p:xfrm>
          <a:off x="8553926" y="5212090"/>
          <a:ext cx="266700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4" imgW="2667202" imgH="1457557" progId="ACD.ChemSketch.20">
                  <p:embed/>
                </p:oleObj>
              </mc:Choice>
              <mc:Fallback>
                <p:oleObj name="ChemSketch" r:id="rId4" imgW="2667202" imgH="1457557" progId="ACD.ChemSketch.2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541685A7-9863-AFFC-EF0F-2F104A3B14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53926" y="5212090"/>
                        <a:ext cx="2667000" cy="145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10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736709-00E4-671A-9593-010DD86D1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CD9058-AEE0-6B12-845C-F630D5526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Decide how to report the possible in source fragments</a:t>
            </a:r>
          </a:p>
          <a:p>
            <a:r>
              <a:rPr lang="en-US" dirty="0"/>
              <a:t>Get relative abundances of all features (in our library and the novel ones) in Skyline</a:t>
            </a:r>
          </a:p>
          <a:p>
            <a:r>
              <a:rPr lang="en-US" dirty="0"/>
              <a:t>Explore site and year trends</a:t>
            </a:r>
          </a:p>
          <a:p>
            <a:r>
              <a:rPr lang="en-US" dirty="0"/>
              <a:t>Identify remaining features (if possible)</a:t>
            </a:r>
          </a:p>
          <a:p>
            <a:r>
              <a:rPr lang="en-US" dirty="0"/>
              <a:t>Write</a:t>
            </a:r>
          </a:p>
        </p:txBody>
      </p:sp>
    </p:spTree>
    <p:extLst>
      <p:ext uri="{BB962C8B-B14F-4D97-AF65-F5344CB8AC3E}">
        <p14:creationId xmlns:p14="http://schemas.microsoft.com/office/powerpoint/2010/main" val="1480938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380A7-266B-324F-9DC0-AD6F5AEC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Initial comparison of feature abundances (new PFAS only)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497B5-7117-7587-361B-CC038FA87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3192"/>
            <a:ext cx="5364192" cy="5003771"/>
          </a:xfrm>
        </p:spPr>
        <p:txBody>
          <a:bodyPr/>
          <a:lstStyle/>
          <a:p>
            <a:r>
              <a:rPr lang="en-US" dirty="0"/>
              <a:t>Clear separation of sites B and C from each other and from A and D</a:t>
            </a:r>
          </a:p>
        </p:txBody>
      </p:sp>
      <p:pic>
        <p:nvPicPr>
          <p:cNvPr id="3074" name="Picture 2" descr="PCAScore2DImage">
            <a:extLst>
              <a:ext uri="{FF2B5EF4-FFF2-40B4-BE49-F238E27FC236}">
                <a16:creationId xmlns:a16="http://schemas.microsoft.com/office/drawing/2014/main" id="{0D65C3E3-91F3-7AED-D288-385D503C0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919" y="1720169"/>
            <a:ext cx="4799881" cy="426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274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2396A-00EA-9E11-7178-F2D05F962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 trends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68BC4A-4D5E-0801-FFB4-A69EEE89D2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6666" b="18628"/>
          <a:stretch/>
        </p:blipFill>
        <p:spPr>
          <a:xfrm>
            <a:off x="4718450" y="586007"/>
            <a:ext cx="4270275" cy="568598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6BC431-7B6A-9297-D467-D31F68A52DB2}"/>
              </a:ext>
            </a:extLst>
          </p:cNvPr>
          <p:cNvSpPr txBox="1"/>
          <p:nvPr/>
        </p:nvSpPr>
        <p:spPr>
          <a:xfrm>
            <a:off x="8428007" y="1406106"/>
            <a:ext cx="7312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C3F7O-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8885BC-16C9-9A89-5888-31198A5973AB}"/>
              </a:ext>
            </a:extLst>
          </p:cNvPr>
          <p:cNvSpPr txBox="1"/>
          <p:nvPr/>
        </p:nvSpPr>
        <p:spPr>
          <a:xfrm>
            <a:off x="8428007" y="1957995"/>
            <a:ext cx="94448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/>
              <a:t>m/z </a:t>
            </a:r>
            <a:r>
              <a:rPr lang="en-US" sz="1200" dirty="0"/>
              <a:t>628.92</a:t>
            </a:r>
            <a:endParaRPr lang="en-US" sz="12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321771-2CFB-C91C-0C09-872A1621949D}"/>
              </a:ext>
            </a:extLst>
          </p:cNvPr>
          <p:cNvSpPr txBox="1"/>
          <p:nvPr/>
        </p:nvSpPr>
        <p:spPr>
          <a:xfrm>
            <a:off x="8428007" y="2509883"/>
            <a:ext cx="122341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Fipronil sulfone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8A110-5930-3791-405A-BF565F585219}"/>
              </a:ext>
            </a:extLst>
          </p:cNvPr>
          <p:cNvSpPr txBox="1"/>
          <p:nvPr/>
        </p:nvSpPr>
        <p:spPr>
          <a:xfrm>
            <a:off x="8428007" y="3061772"/>
            <a:ext cx="94448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/>
              <a:t>m/z </a:t>
            </a:r>
            <a:r>
              <a:rPr lang="en-US" sz="1200" dirty="0"/>
              <a:t>448.97</a:t>
            </a:r>
            <a:endParaRPr lang="en-US" sz="12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602018-E891-5DDA-4AE2-DA85EE3B7647}"/>
              </a:ext>
            </a:extLst>
          </p:cNvPr>
          <p:cNvSpPr txBox="1"/>
          <p:nvPr/>
        </p:nvSpPr>
        <p:spPr>
          <a:xfrm>
            <a:off x="8428007" y="3613660"/>
            <a:ext cx="94448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/>
              <a:t>m/z </a:t>
            </a:r>
            <a:r>
              <a:rPr lang="en-US" sz="1200" dirty="0"/>
              <a:t>592.95</a:t>
            </a:r>
            <a:endParaRPr lang="en-US" sz="12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B64E88-9180-7CB1-9DC0-41F76A9AC309}"/>
              </a:ext>
            </a:extLst>
          </p:cNvPr>
          <p:cNvSpPr txBox="1"/>
          <p:nvPr/>
        </p:nvSpPr>
        <p:spPr>
          <a:xfrm>
            <a:off x="8428007" y="4165548"/>
            <a:ext cx="88517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 err="1"/>
              <a:t>PFHpESA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E3589D-5EBB-D07D-D39B-929A2BDD042F}"/>
              </a:ext>
            </a:extLst>
          </p:cNvPr>
          <p:cNvSpPr txBox="1"/>
          <p:nvPr/>
        </p:nvSpPr>
        <p:spPr>
          <a:xfrm>
            <a:off x="8428007" y="4717436"/>
            <a:ext cx="88517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 err="1"/>
              <a:t>PFHxESA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3215FD-3567-00FA-FCCF-9521D8459242}"/>
              </a:ext>
            </a:extLst>
          </p:cNvPr>
          <p:cNvSpPr txBox="1"/>
          <p:nvPr/>
        </p:nvSpPr>
        <p:spPr>
          <a:xfrm>
            <a:off x="8428007" y="5269324"/>
            <a:ext cx="138005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 err="1"/>
              <a:t>PFHpESA</a:t>
            </a:r>
            <a:r>
              <a:rPr lang="en-US" sz="1200" dirty="0"/>
              <a:t> isomer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5D2C44-6BBD-838C-5C35-1B7C18FEB5A6}"/>
              </a:ext>
            </a:extLst>
          </p:cNvPr>
          <p:cNvSpPr txBox="1"/>
          <p:nvPr/>
        </p:nvSpPr>
        <p:spPr>
          <a:xfrm>
            <a:off x="8428007" y="5821214"/>
            <a:ext cx="137204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 err="1"/>
              <a:t>PFHxESA</a:t>
            </a:r>
            <a:r>
              <a:rPr lang="en-US" sz="1200" dirty="0"/>
              <a:t> isomer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BFE51B-8A79-8624-E3EF-5505670663CD}"/>
              </a:ext>
            </a:extLst>
          </p:cNvPr>
          <p:cNvSpPr txBox="1"/>
          <p:nvPr/>
        </p:nvSpPr>
        <p:spPr>
          <a:xfrm>
            <a:off x="10357448" y="1232523"/>
            <a:ext cx="158755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A (Lake Waccamaw)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5A2909-74E1-F579-9126-E15CB0D7B249}"/>
              </a:ext>
            </a:extLst>
          </p:cNvPr>
          <p:cNvSpPr txBox="1"/>
          <p:nvPr/>
        </p:nvSpPr>
        <p:spPr>
          <a:xfrm>
            <a:off x="10357448" y="1509522"/>
            <a:ext cx="115768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B (Cape Fear)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7980F-F2A4-160A-CE89-06DE14DB8D7D}"/>
              </a:ext>
            </a:extLst>
          </p:cNvPr>
          <p:cNvSpPr txBox="1"/>
          <p:nvPr/>
        </p:nvSpPr>
        <p:spPr>
          <a:xfrm>
            <a:off x="10357448" y="1786521"/>
            <a:ext cx="122501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C (Coastal NC)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0A5843-AEAD-28DA-523C-FC2B2D5B335D}"/>
              </a:ext>
            </a:extLst>
          </p:cNvPr>
          <p:cNvSpPr txBox="1"/>
          <p:nvPr/>
        </p:nvSpPr>
        <p:spPr>
          <a:xfrm>
            <a:off x="10357448" y="2063520"/>
            <a:ext cx="90922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D (Florida)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D7436B-1973-1931-EEA7-62EF9B7ED80B}"/>
              </a:ext>
            </a:extLst>
          </p:cNvPr>
          <p:cNvSpPr/>
          <p:nvPr/>
        </p:nvSpPr>
        <p:spPr>
          <a:xfrm>
            <a:off x="10168520" y="1278893"/>
            <a:ext cx="188928" cy="188928"/>
          </a:xfrm>
          <a:prstGeom prst="rect">
            <a:avLst/>
          </a:prstGeom>
          <a:solidFill>
            <a:srgbClr val="E7298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E746E5-0776-36EA-EE12-661902A392B4}"/>
              </a:ext>
            </a:extLst>
          </p:cNvPr>
          <p:cNvSpPr/>
          <p:nvPr/>
        </p:nvSpPr>
        <p:spPr>
          <a:xfrm>
            <a:off x="10168520" y="1555933"/>
            <a:ext cx="188928" cy="188928"/>
          </a:xfrm>
          <a:prstGeom prst="rect">
            <a:avLst/>
          </a:prstGeom>
          <a:solidFill>
            <a:srgbClr val="7570B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B4612E-E645-C8CD-28DE-F4003AD79DA2}"/>
              </a:ext>
            </a:extLst>
          </p:cNvPr>
          <p:cNvSpPr/>
          <p:nvPr/>
        </p:nvSpPr>
        <p:spPr>
          <a:xfrm>
            <a:off x="10168520" y="1832973"/>
            <a:ext cx="188928" cy="188928"/>
          </a:xfrm>
          <a:prstGeom prst="rect">
            <a:avLst/>
          </a:prstGeom>
          <a:solidFill>
            <a:srgbClr val="D95F0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AD0189-2CD7-DEB7-B85E-6DCE83670AF4}"/>
              </a:ext>
            </a:extLst>
          </p:cNvPr>
          <p:cNvSpPr/>
          <p:nvPr/>
        </p:nvSpPr>
        <p:spPr>
          <a:xfrm>
            <a:off x="10168520" y="2110014"/>
            <a:ext cx="188928" cy="188928"/>
          </a:xfrm>
          <a:prstGeom prst="rect">
            <a:avLst/>
          </a:prstGeom>
          <a:solidFill>
            <a:srgbClr val="1B9E7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6DA2D6-D548-7A71-198C-BC3458098A3F}"/>
              </a:ext>
            </a:extLst>
          </p:cNvPr>
          <p:cNvSpPr/>
          <p:nvPr/>
        </p:nvSpPr>
        <p:spPr>
          <a:xfrm>
            <a:off x="7013275" y="2950234"/>
            <a:ext cx="603408" cy="1112808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8CEDB8-F477-D334-0AED-21BE44F9F323}"/>
              </a:ext>
            </a:extLst>
          </p:cNvPr>
          <p:cNvSpPr txBox="1"/>
          <p:nvPr/>
        </p:nvSpPr>
        <p:spPr>
          <a:xfrm>
            <a:off x="1394416" y="3275805"/>
            <a:ext cx="2999573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H-substituted </a:t>
            </a:r>
            <a:r>
              <a:rPr lang="en-US" sz="1200" dirty="0" err="1"/>
              <a:t>polyfluoro</a:t>
            </a:r>
            <a:r>
              <a:rPr lang="en-US" sz="1200" dirty="0"/>
              <a:t> </a:t>
            </a:r>
            <a:r>
              <a:rPr lang="en-US" sz="1200" dirty="0" err="1"/>
              <a:t>triethers</a:t>
            </a:r>
            <a:endParaRPr lang="en-US" sz="1200" dirty="0"/>
          </a:p>
          <a:p>
            <a:r>
              <a:rPr lang="en-US" sz="1200" dirty="0"/>
              <a:t>Highest abundance in coastal animals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BAD528-3917-8D4F-A1FB-430BA2F95350}"/>
              </a:ext>
            </a:extLst>
          </p:cNvPr>
          <p:cNvSpPr/>
          <p:nvPr/>
        </p:nvSpPr>
        <p:spPr>
          <a:xfrm>
            <a:off x="6551883" y="1832973"/>
            <a:ext cx="1876124" cy="573797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66F5B-F7E2-D7D8-7A81-C82437AB7A86}"/>
              </a:ext>
            </a:extLst>
          </p:cNvPr>
          <p:cNvSpPr/>
          <p:nvPr/>
        </p:nvSpPr>
        <p:spPr>
          <a:xfrm>
            <a:off x="6546641" y="4071119"/>
            <a:ext cx="1876124" cy="1078851"/>
          </a:xfrm>
          <a:prstGeom prst="rect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5B7862-5894-DA5A-4572-FB0D5CDA35FF}"/>
              </a:ext>
            </a:extLst>
          </p:cNvPr>
          <p:cNvSpPr txBox="1"/>
          <p:nvPr/>
        </p:nvSpPr>
        <p:spPr>
          <a:xfrm>
            <a:off x="1394416" y="4379711"/>
            <a:ext cx="2999573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Long chain PFAESAs</a:t>
            </a:r>
          </a:p>
          <a:p>
            <a:r>
              <a:rPr lang="en-US" sz="1200" dirty="0"/>
              <a:t>Higher abundance in CFR animals</a:t>
            </a:r>
          </a:p>
        </p:txBody>
      </p:sp>
    </p:spTree>
    <p:extLst>
      <p:ext uri="{BB962C8B-B14F-4D97-AF65-F5344CB8AC3E}">
        <p14:creationId xmlns:p14="http://schemas.microsoft.com/office/powerpoint/2010/main" val="4208801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DB5F-6876-6ECB-D3C4-EA93DCEA9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Sites A and B time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E8555-AEE4-F63C-EB17-15674CD2B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91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na Alligators">
      <a:dk1>
        <a:sysClr val="windowText" lastClr="000000"/>
      </a:dk1>
      <a:lt1>
        <a:sysClr val="window" lastClr="FFFFFF"/>
      </a:lt1>
      <a:dk2>
        <a:srgbClr val="006600"/>
      </a:dk2>
      <a:lt2>
        <a:srgbClr val="00CC66"/>
      </a:lt2>
      <a:accent1>
        <a:srgbClr val="663300"/>
      </a:accent1>
      <a:accent2>
        <a:srgbClr val="CC9900"/>
      </a:accent2>
      <a:accent3>
        <a:srgbClr val="800080"/>
      </a:accent3>
      <a:accent4>
        <a:srgbClr val="CC66FF"/>
      </a:accent4>
      <a:accent5>
        <a:srgbClr val="000099"/>
      </a:accent5>
      <a:accent6>
        <a:srgbClr val="66CCFF"/>
      </a:accent6>
      <a:hlink>
        <a:srgbClr val="DFDA00"/>
      </a:hlink>
      <a:folHlink>
        <a:srgbClr val="FFF9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9794</TotalTime>
  <Words>1348</Words>
  <Application>Microsoft Office PowerPoint</Application>
  <PresentationFormat>Widescreen</PresentationFormat>
  <Paragraphs>223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Office Theme</vt:lpstr>
      <vt:lpstr>ChemSketch</vt:lpstr>
      <vt:lpstr>ACD/ChemSketch</vt:lpstr>
      <vt:lpstr>Alligator PFAS Study: Non-Targeted Analysis</vt:lpstr>
      <vt:lpstr>Experimental Design</vt:lpstr>
      <vt:lpstr>Methods</vt:lpstr>
      <vt:lpstr>Results: Feature finding and initial prioritization</vt:lpstr>
      <vt:lpstr>Descriptive statistics of unvalidated features</vt:lpstr>
      <vt:lpstr>Validation of PFAS-like features</vt:lpstr>
      <vt:lpstr>Additional processing and feature prioritization</vt:lpstr>
      <vt:lpstr>Long chain PFESAs detected in alligators</vt:lpstr>
      <vt:lpstr>Feature ID# 5135 – m/z 448.9655</vt:lpstr>
      <vt:lpstr>m/z 592.959 drift aligned with feature ID# 5135</vt:lpstr>
      <vt:lpstr>Possible structures for m/z 592.9481</vt:lpstr>
      <vt:lpstr>m/z 628.9189</vt:lpstr>
      <vt:lpstr>Additional features m/z 450.9280 and 414.9492</vt:lpstr>
      <vt:lpstr>m/z 450.9280 structural elucidation</vt:lpstr>
      <vt:lpstr>Feature ID# 1413: Not PMPA</vt:lpstr>
      <vt:lpstr>Summary 1/2</vt:lpstr>
      <vt:lpstr>Summary 2/2</vt:lpstr>
      <vt:lpstr>Next steps</vt:lpstr>
      <vt:lpstr>Initial comparison of feature abundances (new PFAS only)</vt:lpstr>
      <vt:lpstr>Site trends</vt:lpstr>
      <vt:lpstr>Sites A and B time trends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Alligator PFAS Study: Planning for Results and Conclusions</dc:title>
  <dc:creator>Boatman, Anna Kathryn</dc:creator>
  <cp:lastModifiedBy>Boatman, Anna Kathryn</cp:lastModifiedBy>
  <cp:revision>6</cp:revision>
  <dcterms:created xsi:type="dcterms:W3CDTF">2023-09-29T14:07:55Z</dcterms:created>
  <dcterms:modified xsi:type="dcterms:W3CDTF">2024-12-10T23:14:26Z</dcterms:modified>
</cp:coreProperties>
</file>