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CA78"/>
    <a:srgbClr val="BA404C"/>
    <a:srgbClr val="C9636D"/>
    <a:srgbClr val="B13D48"/>
    <a:srgbClr val="842D35"/>
    <a:srgbClr val="4F8B55"/>
    <a:srgbClr val="BF5700"/>
    <a:srgbClr val="46B4BE"/>
    <a:srgbClr val="00E5FF"/>
    <a:srgbClr val="CAD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33" d="100"/>
          <a:sy n="33" d="100"/>
        </p:scale>
        <p:origin x="3165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4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4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51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9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0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1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4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711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3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60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1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978CF-7DA7-4EF0-B459-DD658E8BA2C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741F6-7F5A-4540-801A-99BCB41C7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5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1138-B38C-3B6F-BE56-94D61B96C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0F252-B159-1F0E-86D6-8B8A559B48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30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E0F0-4485-4925-7C0A-97005AB7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7" name="Group 2126">
            <a:extLst>
              <a:ext uri="{FF2B5EF4-FFF2-40B4-BE49-F238E27FC236}">
                <a16:creationId xmlns:a16="http://schemas.microsoft.com/office/drawing/2014/main" id="{1CF37192-2DF9-056E-BFD4-090FA5A7EA96}"/>
              </a:ext>
            </a:extLst>
          </p:cNvPr>
          <p:cNvGrpSpPr/>
          <p:nvPr/>
        </p:nvGrpSpPr>
        <p:grpSpPr>
          <a:xfrm>
            <a:off x="-25364" y="0"/>
            <a:ext cx="9180214" cy="9230952"/>
            <a:chOff x="-25364" y="0"/>
            <a:chExt cx="9180214" cy="9230952"/>
          </a:xfrm>
        </p:grpSpPr>
        <p:pic>
          <p:nvPicPr>
            <p:cNvPr id="2119" name="Picture 20" descr="Topographic map black white Images - Free Download on Freepik">
              <a:extLst>
                <a:ext uri="{FF2B5EF4-FFF2-40B4-BE49-F238E27FC236}">
                  <a16:creationId xmlns:a16="http://schemas.microsoft.com/office/drawing/2014/main" id="{9CD1A8AD-A1F7-C5C3-6C68-689B7F2B2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144000" cy="9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20" name="Freeform: Shape 2119">
              <a:extLst>
                <a:ext uri="{FF2B5EF4-FFF2-40B4-BE49-F238E27FC236}">
                  <a16:creationId xmlns:a16="http://schemas.microsoft.com/office/drawing/2014/main" id="{0A85548F-17AE-B1AD-7293-E2CE92001B6F}"/>
                </a:ext>
              </a:extLst>
            </p:cNvPr>
            <p:cNvSpPr/>
            <p:nvPr/>
          </p:nvSpPr>
          <p:spPr>
            <a:xfrm>
              <a:off x="1407886" y="28984"/>
              <a:ext cx="6371771" cy="9144000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1" name="Freeform: Shape 2120">
              <a:extLst>
                <a:ext uri="{FF2B5EF4-FFF2-40B4-BE49-F238E27FC236}">
                  <a16:creationId xmlns:a16="http://schemas.microsoft.com/office/drawing/2014/main" id="{01CD0849-49F3-9074-C324-E3E8E603AD6A}"/>
                </a:ext>
              </a:extLst>
            </p:cNvPr>
            <p:cNvSpPr/>
            <p:nvPr/>
          </p:nvSpPr>
          <p:spPr>
            <a:xfrm>
              <a:off x="1407886" y="711245"/>
              <a:ext cx="6371771" cy="8461739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2" name="Freeform: Shape 2121">
              <a:extLst>
                <a:ext uri="{FF2B5EF4-FFF2-40B4-BE49-F238E27FC236}">
                  <a16:creationId xmlns:a16="http://schemas.microsoft.com/office/drawing/2014/main" id="{FB6894DE-0EC0-52DF-CBAA-20D937379064}"/>
                </a:ext>
              </a:extLst>
            </p:cNvPr>
            <p:cNvSpPr/>
            <p:nvPr/>
          </p:nvSpPr>
          <p:spPr>
            <a:xfrm>
              <a:off x="1397000" y="1451430"/>
              <a:ext cx="6371771" cy="7750538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3" name="Freeform: Shape 2122">
              <a:extLst>
                <a:ext uri="{FF2B5EF4-FFF2-40B4-BE49-F238E27FC236}">
                  <a16:creationId xmlns:a16="http://schemas.microsoft.com/office/drawing/2014/main" id="{1473572F-3E9A-0012-6E5D-C318C47B4367}"/>
                </a:ext>
              </a:extLst>
            </p:cNvPr>
            <p:cNvSpPr/>
            <p:nvPr/>
          </p:nvSpPr>
          <p:spPr>
            <a:xfrm>
              <a:off x="1375229" y="2249714"/>
              <a:ext cx="6371771" cy="6894286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>
                <a:lumMod val="90000"/>
              </a:schemeClr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4" name="Freeform: Shape 2123">
              <a:extLst>
                <a:ext uri="{FF2B5EF4-FFF2-40B4-BE49-F238E27FC236}">
                  <a16:creationId xmlns:a16="http://schemas.microsoft.com/office/drawing/2014/main" id="{422128F2-11DC-5F74-74F1-F27FC52968E9}"/>
                </a:ext>
              </a:extLst>
            </p:cNvPr>
            <p:cNvSpPr/>
            <p:nvPr/>
          </p:nvSpPr>
          <p:spPr>
            <a:xfrm>
              <a:off x="1422122" y="3410856"/>
              <a:ext cx="6371771" cy="5820095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5" name="Freeform: Shape 2124">
              <a:extLst>
                <a:ext uri="{FF2B5EF4-FFF2-40B4-BE49-F238E27FC236}">
                  <a16:creationId xmlns:a16="http://schemas.microsoft.com/office/drawing/2014/main" id="{61950139-D485-015A-0B75-DB329767FB97}"/>
                </a:ext>
              </a:extLst>
            </p:cNvPr>
            <p:cNvSpPr/>
            <p:nvPr/>
          </p:nvSpPr>
          <p:spPr>
            <a:xfrm>
              <a:off x="1371878" y="4397830"/>
              <a:ext cx="6371771" cy="4833122"/>
            </a:xfrm>
            <a:custGeom>
              <a:avLst/>
              <a:gdLst>
                <a:gd name="connsiteX0" fmla="*/ 0 w 6371771"/>
                <a:gd name="connsiteY0" fmla="*/ 7213644 h 7213644"/>
                <a:gd name="connsiteX1" fmla="*/ 2844800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213644 h 7213644"/>
                <a:gd name="connsiteX1" fmla="*/ 3323772 w 6371771"/>
                <a:gd name="connsiteY1" fmla="*/ 44 h 7213644"/>
                <a:gd name="connsiteX2" fmla="*/ 6371771 w 6371771"/>
                <a:gd name="connsiteY2" fmla="*/ 7126559 h 7213644"/>
                <a:gd name="connsiteX0" fmla="*/ 0 w 6371771"/>
                <a:gd name="connsiteY0" fmla="*/ 7155587 h 7155587"/>
                <a:gd name="connsiteX1" fmla="*/ 3164115 w 6371771"/>
                <a:gd name="connsiteY1" fmla="*/ 45 h 7155587"/>
                <a:gd name="connsiteX2" fmla="*/ 6371771 w 6371771"/>
                <a:gd name="connsiteY2" fmla="*/ 7068502 h 715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71771" h="7155587">
                  <a:moveTo>
                    <a:pt x="0" y="7155587"/>
                  </a:moveTo>
                  <a:cubicBezTo>
                    <a:pt x="891419" y="3556044"/>
                    <a:pt x="2102153" y="14559"/>
                    <a:pt x="3164115" y="45"/>
                  </a:cubicBezTo>
                  <a:cubicBezTo>
                    <a:pt x="4226077" y="-14469"/>
                    <a:pt x="5139266" y="3497987"/>
                    <a:pt x="6371771" y="7068502"/>
                  </a:cubicBezTo>
                </a:path>
              </a:pathLst>
            </a:custGeom>
            <a:solidFill>
              <a:srgbClr val="FFFFFF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AutoShape 6" descr="How to Read a Topographic Map">
              <a:extLst>
                <a:ext uri="{FF2B5EF4-FFF2-40B4-BE49-F238E27FC236}">
                  <a16:creationId xmlns:a16="http://schemas.microsoft.com/office/drawing/2014/main" id="{2AB2BCA7-A845-DBDC-57C1-FE8BDD6DAB7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2672" y="5533192"/>
              <a:ext cx="304800" cy="432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126" name="Group 2125">
              <a:extLst>
                <a:ext uri="{FF2B5EF4-FFF2-40B4-BE49-F238E27FC236}">
                  <a16:creationId xmlns:a16="http://schemas.microsoft.com/office/drawing/2014/main" id="{42A638D1-CA69-CE3C-EB6C-F31F79A9711B}"/>
                </a:ext>
              </a:extLst>
            </p:cNvPr>
            <p:cNvGrpSpPr/>
            <p:nvPr/>
          </p:nvGrpSpPr>
          <p:grpSpPr>
            <a:xfrm>
              <a:off x="-25364" y="6183086"/>
              <a:ext cx="9180214" cy="2975406"/>
              <a:chOff x="-25364" y="6183086"/>
              <a:chExt cx="9180214" cy="2975406"/>
            </a:xfrm>
          </p:grpSpPr>
          <p:sp>
            <p:nvSpPr>
              <p:cNvPr id="2068" name="Rectangle: Rounded Corners 2067">
                <a:extLst>
                  <a:ext uri="{FF2B5EF4-FFF2-40B4-BE49-F238E27FC236}">
                    <a16:creationId xmlns:a16="http://schemas.microsoft.com/office/drawing/2014/main" id="{C38AF637-D192-23CE-2EE8-B66EBABDF57F}"/>
                  </a:ext>
                </a:extLst>
              </p:cNvPr>
              <p:cNvSpPr/>
              <p:nvPr/>
            </p:nvSpPr>
            <p:spPr>
              <a:xfrm>
                <a:off x="6230849" y="6183086"/>
                <a:ext cx="2924001" cy="2975406"/>
              </a:xfrm>
              <a:prstGeom prst="roundRect">
                <a:avLst/>
              </a:prstGeom>
              <a:solidFill>
                <a:srgbClr val="BA404C"/>
              </a:solidFill>
              <a:ln>
                <a:solidFill>
                  <a:srgbClr val="842D3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MS</a:t>
                </a:r>
              </a:p>
            </p:txBody>
          </p:sp>
          <p:sp>
            <p:nvSpPr>
              <p:cNvPr id="2067" name="Rectangle: Rounded Corners 2066">
                <a:extLst>
                  <a:ext uri="{FF2B5EF4-FFF2-40B4-BE49-F238E27FC236}">
                    <a16:creationId xmlns:a16="http://schemas.microsoft.com/office/drawing/2014/main" id="{D10490E5-03F3-8B8A-EED0-91B01F0EA4C9}"/>
                  </a:ext>
                </a:extLst>
              </p:cNvPr>
              <p:cNvSpPr/>
              <p:nvPr/>
            </p:nvSpPr>
            <p:spPr>
              <a:xfrm>
                <a:off x="3109999" y="6183086"/>
                <a:ext cx="2924001" cy="2975406"/>
              </a:xfrm>
              <a:prstGeom prst="roundRect">
                <a:avLst/>
              </a:prstGeom>
              <a:solidFill>
                <a:srgbClr val="4F8B55"/>
              </a:solidFill>
              <a:ln>
                <a:solidFill>
                  <a:srgbClr val="4F8B5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</a:t>
                </a:r>
              </a:p>
            </p:txBody>
          </p:sp>
          <p:sp>
            <p:nvSpPr>
              <p:cNvPr id="2110" name="Rectangle: Rounded Corners 2109">
                <a:extLst>
                  <a:ext uri="{FF2B5EF4-FFF2-40B4-BE49-F238E27FC236}">
                    <a16:creationId xmlns:a16="http://schemas.microsoft.com/office/drawing/2014/main" id="{C14D84EC-68E8-510C-F794-621575836238}"/>
                  </a:ext>
                </a:extLst>
              </p:cNvPr>
              <p:cNvSpPr/>
              <p:nvPr/>
            </p:nvSpPr>
            <p:spPr>
              <a:xfrm>
                <a:off x="-25364" y="6183086"/>
                <a:ext cx="2924001" cy="2975406"/>
              </a:xfrm>
              <a:prstGeom prst="roundRect">
                <a:avLst/>
              </a:prstGeom>
              <a:solidFill>
                <a:srgbClr val="BCCA7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6704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3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Kudzin, Gregory Phillip</dc:creator>
  <cp:lastModifiedBy>Kudzin, Rachel Grace Augustine</cp:lastModifiedBy>
  <cp:revision>2</cp:revision>
  <dcterms:created xsi:type="dcterms:W3CDTF">2025-09-23T14:10:38Z</dcterms:created>
  <dcterms:modified xsi:type="dcterms:W3CDTF">2025-10-12T17:12:09Z</dcterms:modified>
</cp:coreProperties>
</file>