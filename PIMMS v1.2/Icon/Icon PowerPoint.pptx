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</p:sldIdLst>
  <p:sldSz cx="9144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CA78"/>
    <a:srgbClr val="BA404C"/>
    <a:srgbClr val="C9636D"/>
    <a:srgbClr val="B13D48"/>
    <a:srgbClr val="842D35"/>
    <a:srgbClr val="4F8B55"/>
    <a:srgbClr val="BF5700"/>
    <a:srgbClr val="46B4BE"/>
    <a:srgbClr val="00E5FF"/>
    <a:srgbClr val="CAD5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66" d="100"/>
          <a:sy n="66" d="100"/>
        </p:scale>
        <p:origin x="2949" y="4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96484"/>
            <a:ext cx="77724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802717"/>
            <a:ext cx="6858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14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40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279653"/>
            <a:ext cx="78867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6119286"/>
            <a:ext cx="78867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51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893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6836"/>
            <a:ext cx="78867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241551"/>
            <a:ext cx="3868340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3340100"/>
            <a:ext cx="386834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241551"/>
            <a:ext cx="3887391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3340100"/>
            <a:ext cx="388739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09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11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249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316569"/>
            <a:ext cx="462915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711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316569"/>
            <a:ext cx="4629150" cy="649816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43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60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86834"/>
            <a:ext cx="1971675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86834"/>
            <a:ext cx="5800725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18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86836"/>
            <a:ext cx="78867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434167"/>
            <a:ext cx="78867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5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E1138-B38C-3B6F-BE56-94D61B96C7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0F252-B159-1F0E-86D6-8B8A559B48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30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CE0F0-4485-4925-7C0A-97005AB7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7" name="Group 2126">
            <a:extLst>
              <a:ext uri="{FF2B5EF4-FFF2-40B4-BE49-F238E27FC236}">
                <a16:creationId xmlns:a16="http://schemas.microsoft.com/office/drawing/2014/main" id="{1CF37192-2DF9-056E-BFD4-090FA5A7EA96}"/>
              </a:ext>
            </a:extLst>
          </p:cNvPr>
          <p:cNvGrpSpPr/>
          <p:nvPr/>
        </p:nvGrpSpPr>
        <p:grpSpPr>
          <a:xfrm>
            <a:off x="0" y="0"/>
            <a:ext cx="9144000" cy="9230952"/>
            <a:chOff x="0" y="0"/>
            <a:chExt cx="9144000" cy="9230952"/>
          </a:xfrm>
        </p:grpSpPr>
        <p:pic>
          <p:nvPicPr>
            <p:cNvPr id="2119" name="Picture 20" descr="Topographic map black white Images - Free Download on Freepik">
              <a:extLst>
                <a:ext uri="{FF2B5EF4-FFF2-40B4-BE49-F238E27FC236}">
                  <a16:creationId xmlns:a16="http://schemas.microsoft.com/office/drawing/2014/main" id="{9CD1A8AD-A1F7-C5C3-6C68-689B7F2B2C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144000" cy="9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20" name="Freeform: Shape 2119">
              <a:extLst>
                <a:ext uri="{FF2B5EF4-FFF2-40B4-BE49-F238E27FC236}">
                  <a16:creationId xmlns:a16="http://schemas.microsoft.com/office/drawing/2014/main" id="{0A85548F-17AE-B1AD-7293-E2CE92001B6F}"/>
                </a:ext>
              </a:extLst>
            </p:cNvPr>
            <p:cNvSpPr/>
            <p:nvPr/>
          </p:nvSpPr>
          <p:spPr>
            <a:xfrm>
              <a:off x="1407886" y="28984"/>
              <a:ext cx="6371771" cy="9144000"/>
            </a:xfrm>
            <a:custGeom>
              <a:avLst/>
              <a:gdLst>
                <a:gd name="connsiteX0" fmla="*/ 0 w 6371771"/>
                <a:gd name="connsiteY0" fmla="*/ 7213644 h 7213644"/>
                <a:gd name="connsiteX1" fmla="*/ 2844800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213644 h 7213644"/>
                <a:gd name="connsiteX1" fmla="*/ 3323772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155587 h 7155587"/>
                <a:gd name="connsiteX1" fmla="*/ 3164115 w 6371771"/>
                <a:gd name="connsiteY1" fmla="*/ 45 h 7155587"/>
                <a:gd name="connsiteX2" fmla="*/ 6371771 w 6371771"/>
                <a:gd name="connsiteY2" fmla="*/ 7068502 h 715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71771" h="7155587">
                  <a:moveTo>
                    <a:pt x="0" y="7155587"/>
                  </a:moveTo>
                  <a:cubicBezTo>
                    <a:pt x="891419" y="3556044"/>
                    <a:pt x="2102153" y="14559"/>
                    <a:pt x="3164115" y="45"/>
                  </a:cubicBezTo>
                  <a:cubicBezTo>
                    <a:pt x="4226077" y="-14469"/>
                    <a:pt x="5139266" y="3497987"/>
                    <a:pt x="6371771" y="7068502"/>
                  </a:cubicBezTo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1" name="Freeform: Shape 2120">
              <a:extLst>
                <a:ext uri="{FF2B5EF4-FFF2-40B4-BE49-F238E27FC236}">
                  <a16:creationId xmlns:a16="http://schemas.microsoft.com/office/drawing/2014/main" id="{01CD0849-49F3-9074-C324-E3E8E603AD6A}"/>
                </a:ext>
              </a:extLst>
            </p:cNvPr>
            <p:cNvSpPr/>
            <p:nvPr/>
          </p:nvSpPr>
          <p:spPr>
            <a:xfrm>
              <a:off x="1407886" y="711245"/>
              <a:ext cx="6371771" cy="8461739"/>
            </a:xfrm>
            <a:custGeom>
              <a:avLst/>
              <a:gdLst>
                <a:gd name="connsiteX0" fmla="*/ 0 w 6371771"/>
                <a:gd name="connsiteY0" fmla="*/ 7213644 h 7213644"/>
                <a:gd name="connsiteX1" fmla="*/ 2844800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213644 h 7213644"/>
                <a:gd name="connsiteX1" fmla="*/ 3323772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155587 h 7155587"/>
                <a:gd name="connsiteX1" fmla="*/ 3164115 w 6371771"/>
                <a:gd name="connsiteY1" fmla="*/ 45 h 7155587"/>
                <a:gd name="connsiteX2" fmla="*/ 6371771 w 6371771"/>
                <a:gd name="connsiteY2" fmla="*/ 7068502 h 715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71771" h="7155587">
                  <a:moveTo>
                    <a:pt x="0" y="7155587"/>
                  </a:moveTo>
                  <a:cubicBezTo>
                    <a:pt x="891419" y="3556044"/>
                    <a:pt x="2102153" y="14559"/>
                    <a:pt x="3164115" y="45"/>
                  </a:cubicBezTo>
                  <a:cubicBezTo>
                    <a:pt x="4226077" y="-14469"/>
                    <a:pt x="5139266" y="3497987"/>
                    <a:pt x="6371771" y="7068502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Freeform: Shape 2121">
              <a:extLst>
                <a:ext uri="{FF2B5EF4-FFF2-40B4-BE49-F238E27FC236}">
                  <a16:creationId xmlns:a16="http://schemas.microsoft.com/office/drawing/2014/main" id="{FB6894DE-0EC0-52DF-CBAA-20D937379064}"/>
                </a:ext>
              </a:extLst>
            </p:cNvPr>
            <p:cNvSpPr/>
            <p:nvPr/>
          </p:nvSpPr>
          <p:spPr>
            <a:xfrm>
              <a:off x="1397000" y="1451430"/>
              <a:ext cx="6371771" cy="7750538"/>
            </a:xfrm>
            <a:custGeom>
              <a:avLst/>
              <a:gdLst>
                <a:gd name="connsiteX0" fmla="*/ 0 w 6371771"/>
                <a:gd name="connsiteY0" fmla="*/ 7213644 h 7213644"/>
                <a:gd name="connsiteX1" fmla="*/ 2844800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213644 h 7213644"/>
                <a:gd name="connsiteX1" fmla="*/ 3323772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155587 h 7155587"/>
                <a:gd name="connsiteX1" fmla="*/ 3164115 w 6371771"/>
                <a:gd name="connsiteY1" fmla="*/ 45 h 7155587"/>
                <a:gd name="connsiteX2" fmla="*/ 6371771 w 6371771"/>
                <a:gd name="connsiteY2" fmla="*/ 7068502 h 715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71771" h="7155587">
                  <a:moveTo>
                    <a:pt x="0" y="7155587"/>
                  </a:moveTo>
                  <a:cubicBezTo>
                    <a:pt x="891419" y="3556044"/>
                    <a:pt x="2102153" y="14559"/>
                    <a:pt x="3164115" y="45"/>
                  </a:cubicBezTo>
                  <a:cubicBezTo>
                    <a:pt x="4226077" y="-14469"/>
                    <a:pt x="5139266" y="3497987"/>
                    <a:pt x="6371771" y="7068502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3" name="Freeform: Shape 2122">
              <a:extLst>
                <a:ext uri="{FF2B5EF4-FFF2-40B4-BE49-F238E27FC236}">
                  <a16:creationId xmlns:a16="http://schemas.microsoft.com/office/drawing/2014/main" id="{1473572F-3E9A-0012-6E5D-C318C47B4367}"/>
                </a:ext>
              </a:extLst>
            </p:cNvPr>
            <p:cNvSpPr/>
            <p:nvPr/>
          </p:nvSpPr>
          <p:spPr>
            <a:xfrm>
              <a:off x="1375229" y="2249714"/>
              <a:ext cx="6371771" cy="6894286"/>
            </a:xfrm>
            <a:custGeom>
              <a:avLst/>
              <a:gdLst>
                <a:gd name="connsiteX0" fmla="*/ 0 w 6371771"/>
                <a:gd name="connsiteY0" fmla="*/ 7213644 h 7213644"/>
                <a:gd name="connsiteX1" fmla="*/ 2844800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213644 h 7213644"/>
                <a:gd name="connsiteX1" fmla="*/ 3323772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155587 h 7155587"/>
                <a:gd name="connsiteX1" fmla="*/ 3164115 w 6371771"/>
                <a:gd name="connsiteY1" fmla="*/ 45 h 7155587"/>
                <a:gd name="connsiteX2" fmla="*/ 6371771 w 6371771"/>
                <a:gd name="connsiteY2" fmla="*/ 7068502 h 715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71771" h="7155587">
                  <a:moveTo>
                    <a:pt x="0" y="7155587"/>
                  </a:moveTo>
                  <a:cubicBezTo>
                    <a:pt x="891419" y="3556044"/>
                    <a:pt x="2102153" y="14559"/>
                    <a:pt x="3164115" y="45"/>
                  </a:cubicBezTo>
                  <a:cubicBezTo>
                    <a:pt x="4226077" y="-14469"/>
                    <a:pt x="5139266" y="3497987"/>
                    <a:pt x="6371771" y="7068502"/>
                  </a:cubicBezTo>
                </a:path>
              </a:pathLst>
            </a:cu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4" name="Freeform: Shape 2123">
              <a:extLst>
                <a:ext uri="{FF2B5EF4-FFF2-40B4-BE49-F238E27FC236}">
                  <a16:creationId xmlns:a16="http://schemas.microsoft.com/office/drawing/2014/main" id="{422128F2-11DC-5F74-74F1-F27FC52968E9}"/>
                </a:ext>
              </a:extLst>
            </p:cNvPr>
            <p:cNvSpPr/>
            <p:nvPr/>
          </p:nvSpPr>
          <p:spPr>
            <a:xfrm>
              <a:off x="1422122" y="3410856"/>
              <a:ext cx="6371771" cy="5820095"/>
            </a:xfrm>
            <a:custGeom>
              <a:avLst/>
              <a:gdLst>
                <a:gd name="connsiteX0" fmla="*/ 0 w 6371771"/>
                <a:gd name="connsiteY0" fmla="*/ 7213644 h 7213644"/>
                <a:gd name="connsiteX1" fmla="*/ 2844800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213644 h 7213644"/>
                <a:gd name="connsiteX1" fmla="*/ 3323772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155587 h 7155587"/>
                <a:gd name="connsiteX1" fmla="*/ 3164115 w 6371771"/>
                <a:gd name="connsiteY1" fmla="*/ 45 h 7155587"/>
                <a:gd name="connsiteX2" fmla="*/ 6371771 w 6371771"/>
                <a:gd name="connsiteY2" fmla="*/ 7068502 h 715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71771" h="7155587">
                  <a:moveTo>
                    <a:pt x="0" y="7155587"/>
                  </a:moveTo>
                  <a:cubicBezTo>
                    <a:pt x="891419" y="3556044"/>
                    <a:pt x="2102153" y="14559"/>
                    <a:pt x="3164115" y="45"/>
                  </a:cubicBezTo>
                  <a:cubicBezTo>
                    <a:pt x="4226077" y="-14469"/>
                    <a:pt x="5139266" y="3497987"/>
                    <a:pt x="6371771" y="7068502"/>
                  </a:cubicBezTo>
                </a:path>
              </a:pathLst>
            </a:cu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5" name="Freeform: Shape 2124">
              <a:extLst>
                <a:ext uri="{FF2B5EF4-FFF2-40B4-BE49-F238E27FC236}">
                  <a16:creationId xmlns:a16="http://schemas.microsoft.com/office/drawing/2014/main" id="{61950139-D485-015A-0B75-DB329767FB97}"/>
                </a:ext>
              </a:extLst>
            </p:cNvPr>
            <p:cNvSpPr/>
            <p:nvPr/>
          </p:nvSpPr>
          <p:spPr>
            <a:xfrm>
              <a:off x="1371878" y="4397830"/>
              <a:ext cx="6371771" cy="4833122"/>
            </a:xfrm>
            <a:custGeom>
              <a:avLst/>
              <a:gdLst>
                <a:gd name="connsiteX0" fmla="*/ 0 w 6371771"/>
                <a:gd name="connsiteY0" fmla="*/ 7213644 h 7213644"/>
                <a:gd name="connsiteX1" fmla="*/ 2844800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213644 h 7213644"/>
                <a:gd name="connsiteX1" fmla="*/ 3323772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155587 h 7155587"/>
                <a:gd name="connsiteX1" fmla="*/ 3164115 w 6371771"/>
                <a:gd name="connsiteY1" fmla="*/ 45 h 7155587"/>
                <a:gd name="connsiteX2" fmla="*/ 6371771 w 6371771"/>
                <a:gd name="connsiteY2" fmla="*/ 7068502 h 715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71771" h="7155587">
                  <a:moveTo>
                    <a:pt x="0" y="7155587"/>
                  </a:moveTo>
                  <a:cubicBezTo>
                    <a:pt x="891419" y="3556044"/>
                    <a:pt x="2102153" y="14559"/>
                    <a:pt x="3164115" y="45"/>
                  </a:cubicBezTo>
                  <a:cubicBezTo>
                    <a:pt x="4226077" y="-14469"/>
                    <a:pt x="5139266" y="3497987"/>
                    <a:pt x="6371771" y="7068502"/>
                  </a:cubicBezTo>
                </a:path>
              </a:pathLst>
            </a:custGeom>
            <a:solidFill>
              <a:srgbClr val="FFFFFF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75" name="AutoShape 6" descr="How to Read a Topographic Map">
              <a:extLst>
                <a:ext uri="{FF2B5EF4-FFF2-40B4-BE49-F238E27FC236}">
                  <a16:creationId xmlns:a16="http://schemas.microsoft.com/office/drawing/2014/main" id="{2AB2BCA7-A845-DBDC-57C1-FE8BDD6DAB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02672" y="5533192"/>
              <a:ext cx="304800" cy="432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7042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Kudzin, Gregory Phillip</dc:creator>
  <cp:lastModifiedBy>Kudzin, Rachel Grace Augustine</cp:lastModifiedBy>
  <cp:revision>4</cp:revision>
  <dcterms:created xsi:type="dcterms:W3CDTF">2025-09-23T14:10:38Z</dcterms:created>
  <dcterms:modified xsi:type="dcterms:W3CDTF">2025-10-12T19:15:28Z</dcterms:modified>
</cp:coreProperties>
</file>